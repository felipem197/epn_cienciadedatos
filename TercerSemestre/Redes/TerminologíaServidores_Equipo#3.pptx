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30"/>
  </p:notesMasterIdLst>
  <p:sldIdLst>
    <p:sldId id="406" r:id="rId2"/>
    <p:sldId id="407" r:id="rId3"/>
    <p:sldId id="408" r:id="rId4"/>
    <p:sldId id="420" r:id="rId5"/>
    <p:sldId id="421" r:id="rId6"/>
    <p:sldId id="419" r:id="rId7"/>
    <p:sldId id="409" r:id="rId8"/>
    <p:sldId id="413" r:id="rId9"/>
    <p:sldId id="414" r:id="rId10"/>
    <p:sldId id="415" r:id="rId11"/>
    <p:sldId id="416" r:id="rId12"/>
    <p:sldId id="417" r:id="rId13"/>
    <p:sldId id="410" r:id="rId14"/>
    <p:sldId id="427" r:id="rId15"/>
    <p:sldId id="428" r:id="rId16"/>
    <p:sldId id="430" r:id="rId17"/>
    <p:sldId id="429" r:id="rId18"/>
    <p:sldId id="411" r:id="rId19"/>
    <p:sldId id="422" r:id="rId20"/>
    <p:sldId id="423" r:id="rId21"/>
    <p:sldId id="425" r:id="rId22"/>
    <p:sldId id="424" r:id="rId23"/>
    <p:sldId id="426" r:id="rId24"/>
    <p:sldId id="412" r:id="rId25"/>
    <p:sldId id="379" r:id="rId26"/>
    <p:sldId id="397" r:id="rId27"/>
    <p:sldId id="398" r:id="rId28"/>
    <p:sldId id="405" r:id="rId29"/>
  </p:sldIdLst>
  <p:sldSz cx="10688638" cy="7562850"/>
  <p:notesSz cx="6858000" cy="9144000"/>
  <p:embeddedFontLst>
    <p:embeddedFont>
      <p:font typeface="ADLaM Display" panose="02010000000000000000" pitchFamily="2" charset="0"/>
      <p:regular r:id="rId31"/>
    </p:embeddedFont>
    <p:embeddedFont>
      <p:font typeface="Helvetica Neue Light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EC2"/>
    <a:srgbClr val="C7FDA9"/>
    <a:srgbClr val="CBF9BF"/>
    <a:srgbClr val="BEF7AF"/>
    <a:srgbClr val="CCFF99"/>
    <a:srgbClr val="9FFF85"/>
    <a:srgbClr val="9BE088"/>
    <a:srgbClr val="89DB73"/>
    <a:srgbClr val="6BC567"/>
    <a:srgbClr val="77E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DF2CB6-19AB-6810-FA45-A62D7960E1A8}" v="4" dt="2025-10-20T15:07:39.801"/>
    <p1510:client id="{6F94A3B0-B4EA-4020-A8DC-DFAD20E52C5F}" v="21" dt="2025-10-20T15:13:34.796"/>
    <p1510:client id="{9A8E6FAB-69D4-C33F-76B8-B1015C0898C8}" v="66" dt="2025-10-19T04:27:15.817"/>
    <p1510:client id="{E2F86580-A60B-594E-A5FE-669D15665775}" v="81" dt="2025-10-18T19:53:42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82"/>
        <p:guide pos="3367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8ABF98-5BCE-4F47-B79D-D1CAFA8D4E7D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E8C2AAF-8BE2-4A21-BE51-EC431109E92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3000">
              <a:latin typeface="Arial"/>
              <a:ea typeface="+mn-ea"/>
              <a:cs typeface="Arial"/>
            </a:rPr>
            <a:t>Almacenamiento</a:t>
          </a:r>
        </a:p>
      </dgm:t>
    </dgm:pt>
    <dgm:pt modelId="{57F31BA4-EC23-4C84-B89B-E91993AFBD2C}" type="parTrans" cxnId="{755E3743-7E88-4DD2-9731-F0E3E2F98368}">
      <dgm:prSet/>
      <dgm:spPr/>
    </dgm:pt>
    <dgm:pt modelId="{FA2998B2-EE85-40A5-9E57-517B18B318FE}" type="sibTrans" cxnId="{755E3743-7E88-4DD2-9731-F0E3E2F98368}">
      <dgm:prSet/>
      <dgm:spPr/>
    </dgm:pt>
    <dgm:pt modelId="{32F13AD5-C9ED-4345-8071-3084F145D478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3000">
              <a:latin typeface="Arial"/>
              <a:ea typeface="+mn-ea"/>
              <a:cs typeface="Arial"/>
            </a:rPr>
            <a:t>Seguridad Informática</a:t>
          </a:r>
        </a:p>
      </dgm:t>
    </dgm:pt>
    <dgm:pt modelId="{4588008E-AA67-4CE5-9E9C-03A94ABA8ACC}" type="parTrans" cxnId="{ED720244-7084-4E2C-BFA2-48E2009CAE56}">
      <dgm:prSet/>
      <dgm:spPr/>
    </dgm:pt>
    <dgm:pt modelId="{004471A0-D2CD-4748-943C-B3085CF0BA2B}" type="sibTrans" cxnId="{ED720244-7084-4E2C-BFA2-48E2009CAE56}">
      <dgm:prSet/>
      <dgm:spPr/>
    </dgm:pt>
    <dgm:pt modelId="{94CE415E-918F-481F-8873-6B6BB7B22A33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3000">
              <a:latin typeface="Arial"/>
              <a:ea typeface="+mn-ea"/>
              <a:cs typeface="Arial"/>
            </a:rPr>
            <a:t>Control de Acceso</a:t>
          </a:r>
        </a:p>
      </dgm:t>
    </dgm:pt>
    <dgm:pt modelId="{6299B2FF-9368-410B-8C59-B4E1A45F3A84}" type="parTrans" cxnId="{7E6C92FC-DE48-413A-BE1C-A2DE22FC7B24}">
      <dgm:prSet/>
      <dgm:spPr/>
    </dgm:pt>
    <dgm:pt modelId="{B3B6BDE5-31D6-4345-BE37-AAAA1ECE91A2}" type="sibTrans" cxnId="{7E6C92FC-DE48-413A-BE1C-A2DE22FC7B24}">
      <dgm:prSet/>
      <dgm:spPr/>
    </dgm:pt>
    <dgm:pt modelId="{467EB73D-1D73-406A-812F-A0366BD2F1F2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s-ES" sz="3000">
              <a:latin typeface="Arial"/>
              <a:ea typeface="+mn-ea"/>
              <a:cs typeface="Arial"/>
            </a:rPr>
            <a:t>Sincronización</a:t>
          </a:r>
        </a:p>
      </dgm:t>
    </dgm:pt>
    <dgm:pt modelId="{1B393A48-1FD5-4400-BB9E-E34365F9C17B}" type="parTrans" cxnId="{144B5B61-12D8-4C78-AF4F-27AA73124479}">
      <dgm:prSet/>
      <dgm:spPr/>
    </dgm:pt>
    <dgm:pt modelId="{2A11B8FB-E21F-43A0-BF81-A3DECD7ED018}" type="sibTrans" cxnId="{144B5B61-12D8-4C78-AF4F-27AA73124479}">
      <dgm:prSet/>
      <dgm:spPr/>
    </dgm:pt>
    <dgm:pt modelId="{DB257A13-D90B-4703-90F6-ECC1C06F7D2C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s-ES" sz="3000">
              <a:latin typeface="Arial"/>
              <a:ea typeface="+mn-ea"/>
              <a:cs typeface="Arial"/>
            </a:rPr>
            <a:t>Autenticación</a:t>
          </a:r>
        </a:p>
      </dgm:t>
    </dgm:pt>
    <dgm:pt modelId="{5FB3E8F9-6859-4EAB-82E0-A3F4524E66B1}" type="parTrans" cxnId="{69B1796A-13FD-4650-865F-6834EC91DC90}">
      <dgm:prSet/>
      <dgm:spPr/>
    </dgm:pt>
    <dgm:pt modelId="{770891E5-2183-40CD-B487-29DA2F2124C9}" type="sibTrans" cxnId="{69B1796A-13FD-4650-865F-6834EC91DC90}">
      <dgm:prSet/>
      <dgm:spPr/>
    </dgm:pt>
    <dgm:pt modelId="{027587D5-39C6-48BE-9609-2C5A34C84214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s-ES" sz="3000">
              <a:latin typeface="Arial"/>
              <a:ea typeface="+mn-ea"/>
              <a:cs typeface="Arial"/>
            </a:rPr>
            <a:t>Cifrado</a:t>
          </a:r>
        </a:p>
      </dgm:t>
    </dgm:pt>
    <dgm:pt modelId="{32A67CBB-950D-4179-911A-40E38E443350}" type="parTrans" cxnId="{F625278A-F7F1-4304-B0F0-D14A5B561AFA}">
      <dgm:prSet/>
      <dgm:spPr/>
    </dgm:pt>
    <dgm:pt modelId="{7E07A4D2-1BC0-4D3E-A747-6CB191CC5FE1}" type="sibTrans" cxnId="{F625278A-F7F1-4304-B0F0-D14A5B561AFA}">
      <dgm:prSet/>
      <dgm:spPr/>
    </dgm:pt>
    <dgm:pt modelId="{FB2CA261-69D2-451F-BE9A-A6A7759B830B}" type="pres">
      <dgm:prSet presAssocID="{868ABF98-5BCE-4F47-B79D-D1CAFA8D4E7D}" presName="linear" presStyleCnt="0">
        <dgm:presLayoutVars>
          <dgm:animLvl val="lvl"/>
          <dgm:resizeHandles val="exact"/>
        </dgm:presLayoutVars>
      </dgm:prSet>
      <dgm:spPr/>
    </dgm:pt>
    <dgm:pt modelId="{E962159A-68FD-44EF-A2F8-3C9487119087}" type="pres">
      <dgm:prSet presAssocID="{9E8C2AAF-8BE2-4A21-BE51-EC431109E92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767EA97-28AA-45CC-BCFC-E9583D44737A}" type="pres">
      <dgm:prSet presAssocID="{FA2998B2-EE85-40A5-9E57-517B18B318FE}" presName="spacer" presStyleCnt="0"/>
      <dgm:spPr/>
    </dgm:pt>
    <dgm:pt modelId="{B485BEE7-60AD-4761-9BD2-B209C1E1756D}" type="pres">
      <dgm:prSet presAssocID="{32F13AD5-C9ED-4345-8071-3084F145D47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810C394-42D5-4625-881E-65B5BAD3236A}" type="pres">
      <dgm:prSet presAssocID="{004471A0-D2CD-4748-943C-B3085CF0BA2B}" presName="spacer" presStyleCnt="0"/>
      <dgm:spPr/>
    </dgm:pt>
    <dgm:pt modelId="{EAEE634F-851C-458A-8B44-2B2C4F3B32F4}" type="pres">
      <dgm:prSet presAssocID="{94CE415E-918F-481F-8873-6B6BB7B22A3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D015C4F-A5B8-406B-97AB-78576A3593C7}" type="pres">
      <dgm:prSet presAssocID="{B3B6BDE5-31D6-4345-BE37-AAAA1ECE91A2}" presName="spacer" presStyleCnt="0"/>
      <dgm:spPr/>
    </dgm:pt>
    <dgm:pt modelId="{5B019127-A9C8-4568-871A-A8A39E2D4862}" type="pres">
      <dgm:prSet presAssocID="{467EB73D-1D73-406A-812F-A0366BD2F1F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DAF787C-899F-4BE6-A611-EA356A7FDF19}" type="pres">
      <dgm:prSet presAssocID="{2A11B8FB-E21F-43A0-BF81-A3DECD7ED018}" presName="spacer" presStyleCnt="0"/>
      <dgm:spPr/>
    </dgm:pt>
    <dgm:pt modelId="{846E5F62-97A4-43C3-9AE8-31E1CC70AC57}" type="pres">
      <dgm:prSet presAssocID="{DB257A13-D90B-4703-90F6-ECC1C06F7D2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0A2D2F4-DAC9-4B12-9D2A-11315B1D2F54}" type="pres">
      <dgm:prSet presAssocID="{770891E5-2183-40CD-B487-29DA2F2124C9}" presName="spacer" presStyleCnt="0"/>
      <dgm:spPr/>
    </dgm:pt>
    <dgm:pt modelId="{37316702-2806-45B9-80D4-818E0FB6DA42}" type="pres">
      <dgm:prSet presAssocID="{027587D5-39C6-48BE-9609-2C5A34C8421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E48A521-6CC9-4115-A721-370FD34853BD}" type="presOf" srcId="{868ABF98-5BCE-4F47-B79D-D1CAFA8D4E7D}" destId="{FB2CA261-69D2-451F-BE9A-A6A7759B830B}" srcOrd="0" destOrd="0" presId="urn:microsoft.com/office/officeart/2005/8/layout/vList2"/>
    <dgm:cxn modelId="{C969A429-B438-4E92-9AAF-C35BD3E4ED68}" type="presOf" srcId="{94CE415E-918F-481F-8873-6B6BB7B22A33}" destId="{EAEE634F-851C-458A-8B44-2B2C4F3B32F4}" srcOrd="0" destOrd="0" presId="urn:microsoft.com/office/officeart/2005/8/layout/vList2"/>
    <dgm:cxn modelId="{19BA5F32-B966-4CA0-BF24-DD053393448C}" type="presOf" srcId="{DB257A13-D90B-4703-90F6-ECC1C06F7D2C}" destId="{846E5F62-97A4-43C3-9AE8-31E1CC70AC57}" srcOrd="0" destOrd="0" presId="urn:microsoft.com/office/officeart/2005/8/layout/vList2"/>
    <dgm:cxn modelId="{C3B04F36-33FF-412A-99ED-063FAE130FB3}" type="presOf" srcId="{467EB73D-1D73-406A-812F-A0366BD2F1F2}" destId="{5B019127-A9C8-4568-871A-A8A39E2D4862}" srcOrd="0" destOrd="0" presId="urn:microsoft.com/office/officeart/2005/8/layout/vList2"/>
    <dgm:cxn modelId="{144B5B61-12D8-4C78-AF4F-27AA73124479}" srcId="{868ABF98-5BCE-4F47-B79D-D1CAFA8D4E7D}" destId="{467EB73D-1D73-406A-812F-A0366BD2F1F2}" srcOrd="3" destOrd="0" parTransId="{1B393A48-1FD5-4400-BB9E-E34365F9C17B}" sibTransId="{2A11B8FB-E21F-43A0-BF81-A3DECD7ED018}"/>
    <dgm:cxn modelId="{755E3743-7E88-4DD2-9731-F0E3E2F98368}" srcId="{868ABF98-5BCE-4F47-B79D-D1CAFA8D4E7D}" destId="{9E8C2AAF-8BE2-4A21-BE51-EC431109E92E}" srcOrd="0" destOrd="0" parTransId="{57F31BA4-EC23-4C84-B89B-E91993AFBD2C}" sibTransId="{FA2998B2-EE85-40A5-9E57-517B18B318FE}"/>
    <dgm:cxn modelId="{ED720244-7084-4E2C-BFA2-48E2009CAE56}" srcId="{868ABF98-5BCE-4F47-B79D-D1CAFA8D4E7D}" destId="{32F13AD5-C9ED-4345-8071-3084F145D478}" srcOrd="1" destOrd="0" parTransId="{4588008E-AA67-4CE5-9E9C-03A94ABA8ACC}" sibTransId="{004471A0-D2CD-4748-943C-B3085CF0BA2B}"/>
    <dgm:cxn modelId="{69B1796A-13FD-4650-865F-6834EC91DC90}" srcId="{868ABF98-5BCE-4F47-B79D-D1CAFA8D4E7D}" destId="{DB257A13-D90B-4703-90F6-ECC1C06F7D2C}" srcOrd="4" destOrd="0" parTransId="{5FB3E8F9-6859-4EAB-82E0-A3F4524E66B1}" sibTransId="{770891E5-2183-40CD-B487-29DA2F2124C9}"/>
    <dgm:cxn modelId="{6AD31775-58A4-4A34-A1CF-0CA0BD3F06B2}" type="presOf" srcId="{9E8C2AAF-8BE2-4A21-BE51-EC431109E92E}" destId="{E962159A-68FD-44EF-A2F8-3C9487119087}" srcOrd="0" destOrd="0" presId="urn:microsoft.com/office/officeart/2005/8/layout/vList2"/>
    <dgm:cxn modelId="{D87D9B7A-068E-4B74-B218-6A3000E7BB6B}" type="presOf" srcId="{32F13AD5-C9ED-4345-8071-3084F145D478}" destId="{B485BEE7-60AD-4761-9BD2-B209C1E1756D}" srcOrd="0" destOrd="0" presId="urn:microsoft.com/office/officeart/2005/8/layout/vList2"/>
    <dgm:cxn modelId="{F625278A-F7F1-4304-B0F0-D14A5B561AFA}" srcId="{868ABF98-5BCE-4F47-B79D-D1CAFA8D4E7D}" destId="{027587D5-39C6-48BE-9609-2C5A34C84214}" srcOrd="5" destOrd="0" parTransId="{32A67CBB-950D-4179-911A-40E38E443350}" sibTransId="{7E07A4D2-1BC0-4D3E-A747-6CB191CC5FE1}"/>
    <dgm:cxn modelId="{0E1F81B8-F2E1-40F8-BA24-9DCD5139F76B}" type="presOf" srcId="{027587D5-39C6-48BE-9609-2C5A34C84214}" destId="{37316702-2806-45B9-80D4-818E0FB6DA42}" srcOrd="0" destOrd="0" presId="urn:microsoft.com/office/officeart/2005/8/layout/vList2"/>
    <dgm:cxn modelId="{7E6C92FC-DE48-413A-BE1C-A2DE22FC7B24}" srcId="{868ABF98-5BCE-4F47-B79D-D1CAFA8D4E7D}" destId="{94CE415E-918F-481F-8873-6B6BB7B22A33}" srcOrd="2" destOrd="0" parTransId="{6299B2FF-9368-410B-8C59-B4E1A45F3A84}" sibTransId="{B3B6BDE5-31D6-4345-BE37-AAAA1ECE91A2}"/>
    <dgm:cxn modelId="{30800665-2839-466F-BBE7-00378790031D}" type="presParOf" srcId="{FB2CA261-69D2-451F-BE9A-A6A7759B830B}" destId="{E962159A-68FD-44EF-A2F8-3C9487119087}" srcOrd="0" destOrd="0" presId="urn:microsoft.com/office/officeart/2005/8/layout/vList2"/>
    <dgm:cxn modelId="{BED25560-2A6D-4843-B4C5-26CD4B9419FD}" type="presParOf" srcId="{FB2CA261-69D2-451F-BE9A-A6A7759B830B}" destId="{9767EA97-28AA-45CC-BCFC-E9583D44737A}" srcOrd="1" destOrd="0" presId="urn:microsoft.com/office/officeart/2005/8/layout/vList2"/>
    <dgm:cxn modelId="{6392B5B7-451C-4587-A787-8803AFF60216}" type="presParOf" srcId="{FB2CA261-69D2-451F-BE9A-A6A7759B830B}" destId="{B485BEE7-60AD-4761-9BD2-B209C1E1756D}" srcOrd="2" destOrd="0" presId="urn:microsoft.com/office/officeart/2005/8/layout/vList2"/>
    <dgm:cxn modelId="{7CB78CFA-AD7F-40CC-BEE7-5DD0093B6142}" type="presParOf" srcId="{FB2CA261-69D2-451F-BE9A-A6A7759B830B}" destId="{1810C394-42D5-4625-881E-65B5BAD3236A}" srcOrd="3" destOrd="0" presId="urn:microsoft.com/office/officeart/2005/8/layout/vList2"/>
    <dgm:cxn modelId="{C3F8E10E-8609-4B5B-BB44-5D6F7EBF8EA0}" type="presParOf" srcId="{FB2CA261-69D2-451F-BE9A-A6A7759B830B}" destId="{EAEE634F-851C-458A-8B44-2B2C4F3B32F4}" srcOrd="4" destOrd="0" presId="urn:microsoft.com/office/officeart/2005/8/layout/vList2"/>
    <dgm:cxn modelId="{069AB6BA-F3B8-4733-88D3-448950D6F16C}" type="presParOf" srcId="{FB2CA261-69D2-451F-BE9A-A6A7759B830B}" destId="{8D015C4F-A5B8-406B-97AB-78576A3593C7}" srcOrd="5" destOrd="0" presId="urn:microsoft.com/office/officeart/2005/8/layout/vList2"/>
    <dgm:cxn modelId="{E6A3ECD5-0B01-48D9-9322-321F78C2D40F}" type="presParOf" srcId="{FB2CA261-69D2-451F-BE9A-A6A7759B830B}" destId="{5B019127-A9C8-4568-871A-A8A39E2D4862}" srcOrd="6" destOrd="0" presId="urn:microsoft.com/office/officeart/2005/8/layout/vList2"/>
    <dgm:cxn modelId="{0B2B7D38-75E2-477E-9F23-D0771E6DD42B}" type="presParOf" srcId="{FB2CA261-69D2-451F-BE9A-A6A7759B830B}" destId="{9DAF787C-899F-4BE6-A611-EA356A7FDF19}" srcOrd="7" destOrd="0" presId="urn:microsoft.com/office/officeart/2005/8/layout/vList2"/>
    <dgm:cxn modelId="{77F597C0-29F3-42F7-9D99-FF16BB5B0413}" type="presParOf" srcId="{FB2CA261-69D2-451F-BE9A-A6A7759B830B}" destId="{846E5F62-97A4-43C3-9AE8-31E1CC70AC57}" srcOrd="8" destOrd="0" presId="urn:microsoft.com/office/officeart/2005/8/layout/vList2"/>
    <dgm:cxn modelId="{13769ADC-6B34-403B-8D16-707A1D2A519A}" type="presParOf" srcId="{FB2CA261-69D2-451F-BE9A-A6A7759B830B}" destId="{30A2D2F4-DAC9-4B12-9D2A-11315B1D2F54}" srcOrd="9" destOrd="0" presId="urn:microsoft.com/office/officeart/2005/8/layout/vList2"/>
    <dgm:cxn modelId="{37D331DA-0870-4584-B3A5-BEF21EC02A8B}" type="presParOf" srcId="{FB2CA261-69D2-451F-BE9A-A6A7759B830B}" destId="{37316702-2806-45B9-80D4-818E0FB6DA4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A3C983-8B3A-4FDE-91E9-84B46DE8EBD1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A99FAB7D-1BA2-4928-8F18-4175D894A95C}">
      <dgm:prSet/>
      <dgm:spPr/>
      <dgm:t>
        <a:bodyPr/>
        <a:lstStyle/>
        <a:p>
          <a:pPr>
            <a:buNone/>
          </a:pPr>
          <a:r>
            <a:rPr lang="es-ES" b="1">
              <a:solidFill>
                <a:srgbClr val="000000"/>
              </a:solidFill>
              <a:latin typeface="Arial"/>
              <a:cs typeface="Arial"/>
            </a:rPr>
            <a:t>Funcionamiento</a:t>
          </a:r>
          <a:endParaRPr lang="en-US" sz="1800" b="1">
            <a:solidFill>
              <a:srgbClr val="000000"/>
            </a:solidFill>
            <a:latin typeface="Arial"/>
            <a:cs typeface="Arial"/>
          </a:endParaRPr>
        </a:p>
      </dgm:t>
    </dgm:pt>
    <dgm:pt modelId="{999CBD78-4F1C-4D03-B71D-205184D54FCC}" type="parTrans" cxnId="{10BC45C7-5D57-4741-89C7-59EF914F3D01}">
      <dgm:prSet/>
      <dgm:spPr/>
    </dgm:pt>
    <dgm:pt modelId="{794595EC-FC78-43FE-A7FB-3EC1D3C10C26}" type="sibTrans" cxnId="{10BC45C7-5D57-4741-89C7-59EF914F3D01}">
      <dgm:prSet/>
      <dgm:spPr/>
    </dgm:pt>
    <dgm:pt modelId="{E139A7A2-EAAF-4D3F-A916-71B42A3214E1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 sz="1800">
              <a:latin typeface="Arial"/>
              <a:cs typeface="Arial"/>
            </a:rPr>
            <a:t>Los correos son almacenados en el servidor y son sincronizados con los clientes como Outlook, Gmail, etc.</a:t>
          </a:r>
          <a:endParaRPr lang="es-ES" sz="1800">
            <a:cs typeface="Arial"/>
          </a:endParaRPr>
        </a:p>
      </dgm:t>
    </dgm:pt>
    <dgm:pt modelId="{422B0B93-8DEA-4AB1-8937-3A1690CE64F1}" type="parTrans" cxnId="{4C830724-EC54-47E3-9F16-3C7B689BC467}">
      <dgm:prSet/>
      <dgm:spPr/>
    </dgm:pt>
    <dgm:pt modelId="{04F2AB3D-2CD6-4769-8DCC-AA40AE900461}" type="sibTrans" cxnId="{4C830724-EC54-47E3-9F16-3C7B689BC467}">
      <dgm:prSet/>
      <dgm:spPr/>
    </dgm:pt>
    <dgm:pt modelId="{FABEBE7E-7B90-481A-830A-E20728FA0B5F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>
              <a:latin typeface="Arial"/>
              <a:cs typeface="Arial"/>
            </a:rPr>
            <a:t>Sincronización automática</a:t>
          </a:r>
          <a:endParaRPr lang="es-ES">
            <a:cs typeface="Arial"/>
          </a:endParaRPr>
        </a:p>
      </dgm:t>
    </dgm:pt>
    <dgm:pt modelId="{BB96191E-0498-4658-A90A-74602CF1F34C}" type="parTrans" cxnId="{835AD375-ECE6-4324-AD2C-D7A7202D9302}">
      <dgm:prSet/>
      <dgm:spPr/>
    </dgm:pt>
    <dgm:pt modelId="{ACE412C1-A94F-4CA2-89C8-2B918823B3ED}" type="sibTrans" cxnId="{835AD375-ECE6-4324-AD2C-D7A7202D9302}">
      <dgm:prSet/>
      <dgm:spPr/>
    </dgm:pt>
    <dgm:pt modelId="{B7F78107-C89B-48EF-A1DC-05C10E41C66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>
              <a:latin typeface="Arial"/>
              <a:cs typeface="Arial"/>
            </a:rPr>
            <a:t>Ventajas</a:t>
          </a:r>
          <a:endParaRPr lang="es-ES" b="1">
            <a:cs typeface="Arial"/>
          </a:endParaRPr>
        </a:p>
      </dgm:t>
    </dgm:pt>
    <dgm:pt modelId="{EAFF2558-A33B-4CD8-B829-2AFBD58E345B}" type="parTrans" cxnId="{1F5E6B42-88AF-46EE-BBD6-7D3ACBA71CB0}">
      <dgm:prSet/>
      <dgm:spPr/>
    </dgm:pt>
    <dgm:pt modelId="{FF8F883E-AEE1-4C44-AB5F-B75785759802}" type="sibTrans" cxnId="{1F5E6B42-88AF-46EE-BBD6-7D3ACBA71CB0}">
      <dgm:prSet/>
      <dgm:spPr/>
    </dgm:pt>
    <dgm:pt modelId="{8C8E8C46-F67B-487E-ACE5-920B09A970E3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 b="1">
              <a:latin typeface="Arial"/>
              <a:cs typeface="Arial"/>
            </a:rPr>
            <a:t> Usos más comunes</a:t>
          </a:r>
          <a:endParaRPr lang="es-ES" b="1">
            <a:cs typeface="Arial"/>
          </a:endParaRPr>
        </a:p>
      </dgm:t>
    </dgm:pt>
    <dgm:pt modelId="{495BB1CC-2E26-46C7-AAD6-7E7AF4794189}" type="parTrans" cxnId="{308F5537-881B-4C3E-8150-A4C824219848}">
      <dgm:prSet/>
      <dgm:spPr/>
    </dgm:pt>
    <dgm:pt modelId="{5B93511E-523A-4029-9666-144B65B53B29}" type="sibTrans" cxnId="{308F5537-881B-4C3E-8150-A4C824219848}">
      <dgm:prSet/>
      <dgm:spPr/>
    </dgm:pt>
    <dgm:pt modelId="{F0A3C4CB-F302-4446-8B74-7C006A0AB455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 sz="1800" b="0">
              <a:latin typeface="Arial"/>
              <a:cs typeface="Arial"/>
            </a:rPr>
            <a:t>Acceso a múltiples dispositivos</a:t>
          </a:r>
          <a:endParaRPr lang="es-ES" sz="1800" b="1">
            <a:latin typeface="Arial"/>
            <a:cs typeface="Arial"/>
          </a:endParaRPr>
        </a:p>
      </dgm:t>
    </dgm:pt>
    <dgm:pt modelId="{A3830E08-F8CE-48BC-A831-A838BD9F4F2D}" type="parTrans" cxnId="{75845FEC-3E03-47B5-87A4-198D0359AC68}">
      <dgm:prSet/>
      <dgm:spPr/>
    </dgm:pt>
    <dgm:pt modelId="{FC696DB1-E1EA-40A9-9C1E-4576A26AFE6D}" type="sibTrans" cxnId="{75845FEC-3E03-47B5-87A4-198D0359AC68}">
      <dgm:prSet/>
      <dgm:spPr/>
    </dgm:pt>
    <dgm:pt modelId="{3A2B1482-6368-482B-97CA-A238230990EF}">
      <dgm:prSet phldr="0"/>
      <dgm:spPr/>
      <dgm:t>
        <a:bodyPr/>
        <a:lstStyle/>
        <a:p>
          <a:pPr rtl="0"/>
          <a:r>
            <a:rPr lang="es-ES" b="0">
              <a:latin typeface="Arial"/>
              <a:cs typeface="Arial"/>
            </a:rPr>
            <a:t>Si se modifica de alguna manera algún mensaje, este cambio se sincroniza en el resto de los dispositivos con acceso.</a:t>
          </a:r>
        </a:p>
      </dgm:t>
    </dgm:pt>
    <dgm:pt modelId="{13E0D64E-7C1A-4B93-B37A-4214DE24E751}" type="parTrans" cxnId="{1C931601-657F-4002-88DF-3D92E1B0C5FA}">
      <dgm:prSet/>
      <dgm:spPr/>
    </dgm:pt>
    <dgm:pt modelId="{34D43773-DD26-46AE-AD9E-29DBA8A45745}" type="sibTrans" cxnId="{1C931601-657F-4002-88DF-3D92E1B0C5FA}">
      <dgm:prSet/>
      <dgm:spPr/>
    </dgm:pt>
    <dgm:pt modelId="{D3FD37EE-2E77-4976-BD22-AAF6CD98896B}">
      <dgm:prSet phldr="0"/>
      <dgm:spPr/>
      <dgm:t>
        <a:bodyPr/>
        <a:lstStyle/>
        <a:p>
          <a:pPr rtl="0"/>
          <a:r>
            <a:rPr lang="es-ES" b="0">
              <a:latin typeface="Arial"/>
              <a:cs typeface="Arial"/>
            </a:rPr>
            <a:t>Útil en entornos empresariales</a:t>
          </a:r>
        </a:p>
      </dgm:t>
    </dgm:pt>
    <dgm:pt modelId="{0305FAED-5E4E-47C7-9CEF-A64127BD9614}" type="parTrans" cxnId="{FAEEBBC1-7ED1-4F72-9C71-E8CB7D75DA15}">
      <dgm:prSet/>
      <dgm:spPr/>
    </dgm:pt>
    <dgm:pt modelId="{4F855DF3-F9CE-49DE-9AB3-26E3C175A1C8}" type="sibTrans" cxnId="{FAEEBBC1-7ED1-4F72-9C71-E8CB7D75DA15}">
      <dgm:prSet/>
      <dgm:spPr/>
    </dgm:pt>
    <dgm:pt modelId="{702E3245-BCDA-4CC0-A158-2D74AC3B1161}">
      <dgm:prSet phldr="0"/>
      <dgm:spPr/>
      <dgm:t>
        <a:bodyPr/>
        <a:lstStyle/>
        <a:p>
          <a:pPr rtl="0"/>
          <a:r>
            <a:rPr lang="es-ES" b="0">
              <a:latin typeface="Arial"/>
              <a:cs typeface="Arial"/>
            </a:rPr>
            <a:t>Organización superior</a:t>
          </a:r>
        </a:p>
      </dgm:t>
    </dgm:pt>
    <dgm:pt modelId="{10E177DD-6012-49BF-A2E3-423B0C6500DB}" type="parTrans" cxnId="{A8D4EDA5-9E8F-4EA1-81A3-44AB437EC51F}">
      <dgm:prSet/>
      <dgm:spPr/>
    </dgm:pt>
    <dgm:pt modelId="{485E68F0-14A1-4CAB-B207-D0BA10542CAD}" type="sibTrans" cxnId="{A8D4EDA5-9E8F-4EA1-81A3-44AB437EC51F}">
      <dgm:prSet/>
      <dgm:spPr/>
    </dgm:pt>
    <dgm:pt modelId="{62705D22-1F25-4868-8FE9-D6041AA8A045}">
      <dgm:prSet phldr="0"/>
      <dgm:spPr/>
      <dgm:t>
        <a:bodyPr/>
        <a:lstStyle/>
        <a:p>
          <a:pPr rtl="0"/>
          <a:r>
            <a:rPr lang="es-ES" b="0">
              <a:latin typeface="Arial"/>
              <a:cs typeface="Arial"/>
            </a:rPr>
            <a:t>Gestión y consultas rápidas directamente en el servidor</a:t>
          </a:r>
        </a:p>
      </dgm:t>
    </dgm:pt>
    <dgm:pt modelId="{4A4FE6FF-120D-4848-BBD9-9EED5142E99D}" type="parTrans" cxnId="{00920FCB-4DE1-4005-BA37-0B28C1A69048}">
      <dgm:prSet/>
      <dgm:spPr/>
    </dgm:pt>
    <dgm:pt modelId="{E20400FB-AC80-4FA7-8ADD-07A78E4E2FAD}" type="sibTrans" cxnId="{00920FCB-4DE1-4005-BA37-0B28C1A69048}">
      <dgm:prSet/>
      <dgm:spPr/>
    </dgm:pt>
    <dgm:pt modelId="{A6F6FBFF-8872-499D-88BC-1CBFBB9D3076}">
      <dgm:prSet phldr="0"/>
      <dgm:spPr/>
      <dgm:t>
        <a:bodyPr/>
        <a:lstStyle/>
        <a:p>
          <a:pPr rtl="0"/>
          <a:endParaRPr lang="es-ES" sz="1800" b="0">
            <a:latin typeface="Arial"/>
            <a:cs typeface="Arial"/>
          </a:endParaRPr>
        </a:p>
      </dgm:t>
    </dgm:pt>
    <dgm:pt modelId="{AAC827C2-2489-4F6F-8BE0-7AE75234BA69}" type="parTrans" cxnId="{196AC7D6-0ABE-4933-9F5C-45D8C3A04EBE}">
      <dgm:prSet/>
      <dgm:spPr/>
    </dgm:pt>
    <dgm:pt modelId="{E249C9AC-1A22-451F-B2DA-0960B1ABCC2A}" type="sibTrans" cxnId="{196AC7D6-0ABE-4933-9F5C-45D8C3A04EBE}">
      <dgm:prSet/>
      <dgm:spPr/>
    </dgm:pt>
    <dgm:pt modelId="{2BDB98D7-C5FC-47F0-B995-10CAA92C1AEC}">
      <dgm:prSet phldr="0"/>
      <dgm:spPr/>
      <dgm:t>
        <a:bodyPr/>
        <a:lstStyle/>
        <a:p>
          <a:pPr rtl="0"/>
          <a:endParaRPr lang="es-ES" sz="1800" b="0">
            <a:latin typeface="Arial"/>
            <a:cs typeface="Arial"/>
          </a:endParaRPr>
        </a:p>
      </dgm:t>
    </dgm:pt>
    <dgm:pt modelId="{5BF8CF82-D521-453E-AF6F-FE5BF47E86D5}" type="parTrans" cxnId="{F6A40A2D-D138-4500-8A89-E1AB7225C488}">
      <dgm:prSet/>
      <dgm:spPr/>
    </dgm:pt>
    <dgm:pt modelId="{9692750C-53D3-4F26-BE2F-D6495D7A0A3A}" type="sibTrans" cxnId="{F6A40A2D-D138-4500-8A89-E1AB7225C488}">
      <dgm:prSet/>
      <dgm:spPr/>
    </dgm:pt>
    <dgm:pt modelId="{084775A3-20C5-4922-854B-DD87372BF2DD}">
      <dgm:prSet phldr="0"/>
      <dgm:spPr/>
      <dgm:t>
        <a:bodyPr/>
        <a:lstStyle/>
        <a:p>
          <a:pPr rtl="0"/>
          <a:endParaRPr lang="es-ES" b="0">
            <a:latin typeface="Arial"/>
            <a:cs typeface="Arial"/>
          </a:endParaRPr>
        </a:p>
      </dgm:t>
    </dgm:pt>
    <dgm:pt modelId="{336CD0C4-A285-4960-A802-E5D9219C6325}" type="parTrans" cxnId="{FC62851C-8082-4B68-80AA-F7439509B09A}">
      <dgm:prSet/>
      <dgm:spPr/>
    </dgm:pt>
    <dgm:pt modelId="{AC7F0BB6-376A-4792-8404-DB0177857B85}" type="sibTrans" cxnId="{FC62851C-8082-4B68-80AA-F7439509B09A}">
      <dgm:prSet/>
      <dgm:spPr/>
    </dgm:pt>
    <dgm:pt modelId="{CF094D0F-71D4-49EF-B711-708BF562EC8D}">
      <dgm:prSet phldr="0"/>
      <dgm:spPr/>
      <dgm:t>
        <a:bodyPr/>
        <a:lstStyle/>
        <a:p>
          <a:pPr rtl="0"/>
          <a:endParaRPr lang="es-ES" b="0">
            <a:latin typeface="Arial"/>
            <a:cs typeface="Arial"/>
          </a:endParaRPr>
        </a:p>
      </dgm:t>
    </dgm:pt>
    <dgm:pt modelId="{0BF62451-7033-432B-9FC9-30FC2B1FF7FA}" type="parTrans" cxnId="{BACB3AE6-C257-48B5-9B5D-FA3BF1D4DC82}">
      <dgm:prSet/>
      <dgm:spPr/>
    </dgm:pt>
    <dgm:pt modelId="{F0B80159-4163-4203-9E8A-61096350B9DB}" type="sibTrans" cxnId="{BACB3AE6-C257-48B5-9B5D-FA3BF1D4DC82}">
      <dgm:prSet/>
      <dgm:spPr/>
    </dgm:pt>
    <dgm:pt modelId="{76498472-38FA-49BD-9F9F-15717DD52E48}">
      <dgm:prSet phldr="0"/>
      <dgm:spPr/>
      <dgm:t>
        <a:bodyPr/>
        <a:lstStyle/>
        <a:p>
          <a:endParaRPr lang="es-ES" b="1"/>
        </a:p>
      </dgm:t>
    </dgm:pt>
    <dgm:pt modelId="{8598DAC3-0A49-4987-99E1-996171286075}" type="parTrans" cxnId="{F7B590CF-A550-4349-BD9B-7B339AE355AE}">
      <dgm:prSet/>
      <dgm:spPr/>
    </dgm:pt>
    <dgm:pt modelId="{4874FDC8-08DF-4390-88C1-D0A9A5A4095C}" type="sibTrans" cxnId="{F7B590CF-A550-4349-BD9B-7B339AE355AE}">
      <dgm:prSet/>
      <dgm:spPr/>
    </dgm:pt>
    <dgm:pt modelId="{103FA2C9-7CC5-40F5-82F5-A8F3CAD3C07F}">
      <dgm:prSet phldr="0"/>
      <dgm:spPr/>
      <dgm:t>
        <a:bodyPr/>
        <a:lstStyle/>
        <a:p>
          <a:r>
            <a:rPr lang="es-ES" sz="2200" b="1">
              <a:latin typeface="Arial"/>
            </a:rPr>
            <a:t>Desventajas</a:t>
          </a:r>
        </a:p>
      </dgm:t>
    </dgm:pt>
    <dgm:pt modelId="{311F4226-FBA4-4075-B18F-DC453F3DB563}" type="parTrans" cxnId="{E71AF198-E29D-47EC-962D-6E9705319733}">
      <dgm:prSet/>
      <dgm:spPr/>
    </dgm:pt>
    <dgm:pt modelId="{B2190A1A-E8E1-4900-9B1C-FB4FFBFD8AF0}" type="sibTrans" cxnId="{E71AF198-E29D-47EC-962D-6E9705319733}">
      <dgm:prSet/>
      <dgm:spPr/>
    </dgm:pt>
    <dgm:pt modelId="{03C27D94-3942-49D0-9FE6-A76DA891EE9C}">
      <dgm:prSet phldr="0"/>
      <dgm:spPr/>
      <dgm:t>
        <a:bodyPr/>
        <a:lstStyle/>
        <a:p>
          <a:pPr rtl="0"/>
          <a:r>
            <a:rPr lang="es-ES" sz="1800" b="1">
              <a:latin typeface="Arial"/>
            </a:rPr>
            <a:t>Conexión a Internet</a:t>
          </a:r>
        </a:p>
      </dgm:t>
    </dgm:pt>
    <dgm:pt modelId="{3EA9707C-1D28-4E1F-8084-A266BADCEF27}" type="parTrans" cxnId="{86C681A1-74CB-48A4-917C-F21E59DB5355}">
      <dgm:prSet/>
      <dgm:spPr/>
    </dgm:pt>
    <dgm:pt modelId="{F1C30954-C63A-484C-87F9-D91C47D28878}" type="sibTrans" cxnId="{86C681A1-74CB-48A4-917C-F21E59DB5355}">
      <dgm:prSet/>
      <dgm:spPr/>
    </dgm:pt>
    <dgm:pt modelId="{090614C7-2D5E-417B-B83D-7AEFDB5A67AC}">
      <dgm:prSet phldr="0"/>
      <dgm:spPr/>
      <dgm:t>
        <a:bodyPr/>
        <a:lstStyle/>
        <a:p>
          <a:endParaRPr lang="es-ES" sz="1800" b="1">
            <a:latin typeface="Arial"/>
          </a:endParaRPr>
        </a:p>
      </dgm:t>
    </dgm:pt>
    <dgm:pt modelId="{D6EF47B2-99B5-49BB-9117-015CFF47EB0E}" type="parTrans" cxnId="{2ED78C1E-7797-4049-919E-09B10EA2D8FC}">
      <dgm:prSet/>
      <dgm:spPr/>
    </dgm:pt>
    <dgm:pt modelId="{8DEBA141-21CD-44E8-9B01-618C20211A13}" type="sibTrans" cxnId="{2ED78C1E-7797-4049-919E-09B10EA2D8FC}">
      <dgm:prSet/>
      <dgm:spPr/>
    </dgm:pt>
    <dgm:pt modelId="{DD641C42-A148-41D3-8474-448EA19DF4A1}">
      <dgm:prSet phldr="0"/>
      <dgm:spPr/>
      <dgm:t>
        <a:bodyPr/>
        <a:lstStyle/>
        <a:p>
          <a:pPr rtl="0"/>
          <a:r>
            <a:rPr lang="es-ES" b="1">
              <a:latin typeface="Arial"/>
            </a:rPr>
            <a:t>Consume más espacio del servidor.</a:t>
          </a:r>
          <a:endParaRPr lang="es-ES"/>
        </a:p>
      </dgm:t>
    </dgm:pt>
    <dgm:pt modelId="{408885E0-EF6D-4FA3-BD09-B9BD77E8E8EF}" type="parTrans" cxnId="{FE5A2D7D-3F71-4351-9D39-AC014F35ACFC}">
      <dgm:prSet/>
      <dgm:spPr/>
    </dgm:pt>
    <dgm:pt modelId="{29D55E73-43E8-40AE-B2AE-5836899256D6}" type="sibTrans" cxnId="{FE5A2D7D-3F71-4351-9D39-AC014F35ACFC}">
      <dgm:prSet/>
      <dgm:spPr/>
    </dgm:pt>
    <dgm:pt modelId="{FD1FB67C-0A1D-4B6A-864C-E47F2049CAFC}" type="pres">
      <dgm:prSet presAssocID="{D5A3C983-8B3A-4FDE-91E9-84B46DE8EBD1}" presName="diagram" presStyleCnt="0">
        <dgm:presLayoutVars>
          <dgm:dir/>
          <dgm:resizeHandles val="exact"/>
        </dgm:presLayoutVars>
      </dgm:prSet>
      <dgm:spPr/>
    </dgm:pt>
    <dgm:pt modelId="{F3DD1EC6-A5B3-41C0-BC57-BF706AD14B21}" type="pres">
      <dgm:prSet presAssocID="{A99FAB7D-1BA2-4928-8F18-4175D894A95C}" presName="node" presStyleLbl="node1" presStyleIdx="0" presStyleCnt="4">
        <dgm:presLayoutVars>
          <dgm:bulletEnabled val="1"/>
        </dgm:presLayoutVars>
      </dgm:prSet>
      <dgm:spPr/>
    </dgm:pt>
    <dgm:pt modelId="{CE696FD2-F492-4F7E-B1BB-63669B80D96A}" type="pres">
      <dgm:prSet presAssocID="{794595EC-FC78-43FE-A7FB-3EC1D3C10C26}" presName="sibTrans" presStyleCnt="0"/>
      <dgm:spPr/>
    </dgm:pt>
    <dgm:pt modelId="{7DCD6BDB-7010-4577-9AF4-D1D8510AF73F}" type="pres">
      <dgm:prSet presAssocID="{8C8E8C46-F67B-487E-ACE5-920B09A970E3}" presName="node" presStyleLbl="node1" presStyleIdx="1" presStyleCnt="4">
        <dgm:presLayoutVars>
          <dgm:bulletEnabled val="1"/>
        </dgm:presLayoutVars>
      </dgm:prSet>
      <dgm:spPr/>
    </dgm:pt>
    <dgm:pt modelId="{85862CAC-3761-405E-B79B-0B9732A59F79}" type="pres">
      <dgm:prSet presAssocID="{5B93511E-523A-4029-9666-144B65B53B29}" presName="sibTrans" presStyleCnt="0"/>
      <dgm:spPr/>
    </dgm:pt>
    <dgm:pt modelId="{A7964DB4-0EBA-4B3F-AFD5-1D989BDA6FA3}" type="pres">
      <dgm:prSet presAssocID="{B7F78107-C89B-48EF-A1DC-05C10E41C66D}" presName="node" presStyleLbl="node1" presStyleIdx="2" presStyleCnt="4">
        <dgm:presLayoutVars>
          <dgm:bulletEnabled val="1"/>
        </dgm:presLayoutVars>
      </dgm:prSet>
      <dgm:spPr/>
    </dgm:pt>
    <dgm:pt modelId="{3293AC65-4DBE-473D-BD4E-D75D87AC3CBD}" type="pres">
      <dgm:prSet presAssocID="{FF8F883E-AEE1-4C44-AB5F-B75785759802}" presName="sibTrans" presStyleCnt="0"/>
      <dgm:spPr/>
    </dgm:pt>
    <dgm:pt modelId="{F30AC887-8CEE-461B-BEEE-655E9BDD1AF6}" type="pres">
      <dgm:prSet presAssocID="{103FA2C9-7CC5-40F5-82F5-A8F3CAD3C07F}" presName="node" presStyleLbl="node1" presStyleIdx="3" presStyleCnt="4">
        <dgm:presLayoutVars>
          <dgm:bulletEnabled val="1"/>
        </dgm:presLayoutVars>
      </dgm:prSet>
      <dgm:spPr/>
    </dgm:pt>
  </dgm:ptLst>
  <dgm:cxnLst>
    <dgm:cxn modelId="{1C931601-657F-4002-88DF-3D92E1B0C5FA}" srcId="{A99FAB7D-1BA2-4928-8F18-4175D894A95C}" destId="{3A2B1482-6368-482B-97CA-A238230990EF}" srcOrd="2" destOrd="0" parTransId="{13E0D64E-7C1A-4B93-B37A-4214DE24E751}" sibTransId="{34D43773-DD26-46AE-AD9E-29DBA8A45745}"/>
    <dgm:cxn modelId="{B0A4ED10-EC60-4169-B42F-B7AAB77FFDE0}" type="presOf" srcId="{084775A3-20C5-4922-854B-DD87372BF2DD}" destId="{7DCD6BDB-7010-4577-9AF4-D1D8510AF73F}" srcOrd="0" destOrd="4" presId="urn:microsoft.com/office/officeart/2005/8/layout/default"/>
    <dgm:cxn modelId="{77F97B12-AD5C-43F8-BDD0-44FF2D8DE3F3}" type="presOf" srcId="{03C27D94-3942-49D0-9FE6-A76DA891EE9C}" destId="{F30AC887-8CEE-461B-BEEE-655E9BDD1AF6}" srcOrd="0" destOrd="1" presId="urn:microsoft.com/office/officeart/2005/8/layout/default"/>
    <dgm:cxn modelId="{FC62851C-8082-4B68-80AA-F7439509B09A}" srcId="{8C8E8C46-F67B-487E-ACE5-920B09A970E3}" destId="{084775A3-20C5-4922-854B-DD87372BF2DD}" srcOrd="3" destOrd="0" parTransId="{336CD0C4-A285-4960-A802-E5D9219C6325}" sibTransId="{AC7F0BB6-376A-4792-8404-DB0177857B85}"/>
    <dgm:cxn modelId="{2ED78C1E-7797-4049-919E-09B10EA2D8FC}" srcId="{103FA2C9-7CC5-40F5-82F5-A8F3CAD3C07F}" destId="{090614C7-2D5E-417B-B83D-7AEFDB5A67AC}" srcOrd="1" destOrd="0" parTransId="{D6EF47B2-99B5-49BB-9117-015CFF47EB0E}" sibTransId="{8DEBA141-21CD-44E8-9B01-618C20211A13}"/>
    <dgm:cxn modelId="{4C830724-EC54-47E3-9F16-3C7B689BC467}" srcId="{A99FAB7D-1BA2-4928-8F18-4175D894A95C}" destId="{E139A7A2-EAAF-4D3F-A916-71B42A3214E1}" srcOrd="0" destOrd="0" parTransId="{422B0B93-8DEA-4AB1-8937-3A1690CE64F1}" sibTransId="{04F2AB3D-2CD6-4769-8DCC-AA40AE900461}"/>
    <dgm:cxn modelId="{F6A40A2D-D138-4500-8A89-E1AB7225C488}" srcId="{8C8E8C46-F67B-487E-ACE5-920B09A970E3}" destId="{2BDB98D7-C5FC-47F0-B995-10CAA92C1AEC}" srcOrd="1" destOrd="0" parTransId="{5BF8CF82-D521-453E-AF6F-FE5BF47E86D5}" sibTransId="{9692750C-53D3-4F26-BE2F-D6495D7A0A3A}"/>
    <dgm:cxn modelId="{73DAA930-2D0F-4E37-B83C-69FB01D3D8A5}" type="presOf" srcId="{3A2B1482-6368-482B-97CA-A238230990EF}" destId="{F3DD1EC6-A5B3-41C0-BC57-BF706AD14B21}" srcOrd="0" destOrd="3" presId="urn:microsoft.com/office/officeart/2005/8/layout/default"/>
    <dgm:cxn modelId="{308F5537-881B-4C3E-8150-A4C824219848}" srcId="{D5A3C983-8B3A-4FDE-91E9-84B46DE8EBD1}" destId="{8C8E8C46-F67B-487E-ACE5-920B09A970E3}" srcOrd="1" destOrd="0" parTransId="{495BB1CC-2E26-46C7-AAD6-7E7AF4794189}" sibTransId="{5B93511E-523A-4029-9666-144B65B53B29}"/>
    <dgm:cxn modelId="{07EA5A37-9334-406B-8B4B-35D1B0D952D4}" type="presOf" srcId="{CF094D0F-71D4-49EF-B711-708BF562EC8D}" destId="{A7964DB4-0EBA-4B3F-AFD5-1D989BDA6FA3}" srcOrd="0" destOrd="2" presId="urn:microsoft.com/office/officeart/2005/8/layout/default"/>
    <dgm:cxn modelId="{E23B535B-A652-4B09-AE91-354F9B4DDEA6}" type="presOf" srcId="{D5A3C983-8B3A-4FDE-91E9-84B46DE8EBD1}" destId="{FD1FB67C-0A1D-4B6A-864C-E47F2049CAFC}" srcOrd="0" destOrd="0" presId="urn:microsoft.com/office/officeart/2005/8/layout/default"/>
    <dgm:cxn modelId="{1F5E6B42-88AF-46EE-BBD6-7D3ACBA71CB0}" srcId="{D5A3C983-8B3A-4FDE-91E9-84B46DE8EBD1}" destId="{B7F78107-C89B-48EF-A1DC-05C10E41C66D}" srcOrd="2" destOrd="0" parTransId="{EAFF2558-A33B-4CD8-B829-2AFBD58E345B}" sibTransId="{FF8F883E-AEE1-4C44-AB5F-B75785759802}"/>
    <dgm:cxn modelId="{DA25F843-9E29-41C2-BF3D-5F831C1C3B01}" type="presOf" srcId="{A99FAB7D-1BA2-4928-8F18-4175D894A95C}" destId="{F3DD1EC6-A5B3-41C0-BC57-BF706AD14B21}" srcOrd="0" destOrd="0" presId="urn:microsoft.com/office/officeart/2005/8/layout/default"/>
    <dgm:cxn modelId="{7686DA71-B493-47EE-82B6-2FB427E75A0D}" type="presOf" srcId="{090614C7-2D5E-417B-B83D-7AEFDB5A67AC}" destId="{F30AC887-8CEE-461B-BEEE-655E9BDD1AF6}" srcOrd="0" destOrd="2" presId="urn:microsoft.com/office/officeart/2005/8/layout/default"/>
    <dgm:cxn modelId="{835AD375-ECE6-4324-AD2C-D7A7202D9302}" srcId="{B7F78107-C89B-48EF-A1DC-05C10E41C66D}" destId="{FABEBE7E-7B90-481A-830A-E20728FA0B5F}" srcOrd="0" destOrd="0" parTransId="{BB96191E-0498-4658-A90A-74602CF1F34C}" sibTransId="{ACE412C1-A94F-4CA2-89C8-2B918823B3ED}"/>
    <dgm:cxn modelId="{C1B18956-38EF-449F-B087-251EC0BB493D}" type="presOf" srcId="{A6F6FBFF-8872-499D-88BC-1CBFBB9D3076}" destId="{F3DD1EC6-A5B3-41C0-BC57-BF706AD14B21}" srcOrd="0" destOrd="2" presId="urn:microsoft.com/office/officeart/2005/8/layout/default"/>
    <dgm:cxn modelId="{A1ECCA56-D047-4502-A285-6979C2385010}" type="presOf" srcId="{8C8E8C46-F67B-487E-ACE5-920B09A970E3}" destId="{7DCD6BDB-7010-4577-9AF4-D1D8510AF73F}" srcOrd="0" destOrd="0" presId="urn:microsoft.com/office/officeart/2005/8/layout/default"/>
    <dgm:cxn modelId="{D9CFEC77-2E0F-4008-8CA6-039C050B0716}" type="presOf" srcId="{DD641C42-A148-41D3-8474-448EA19DF4A1}" destId="{F30AC887-8CEE-461B-BEEE-655E9BDD1AF6}" srcOrd="0" destOrd="3" presId="urn:microsoft.com/office/officeart/2005/8/layout/default"/>
    <dgm:cxn modelId="{DBCCBD79-A4B0-43E8-9873-FB658EFC32F2}" type="presOf" srcId="{702E3245-BCDA-4CC0-A158-2D74AC3B1161}" destId="{7DCD6BDB-7010-4577-9AF4-D1D8510AF73F}" srcOrd="0" destOrd="5" presId="urn:microsoft.com/office/officeart/2005/8/layout/default"/>
    <dgm:cxn modelId="{E944E579-85F6-40A7-9D83-34A3F63E265E}" type="presOf" srcId="{F0A3C4CB-F302-4446-8B74-7C006A0AB455}" destId="{7DCD6BDB-7010-4577-9AF4-D1D8510AF73F}" srcOrd="0" destOrd="1" presId="urn:microsoft.com/office/officeart/2005/8/layout/default"/>
    <dgm:cxn modelId="{FE5A2D7D-3F71-4351-9D39-AC014F35ACFC}" srcId="{103FA2C9-7CC5-40F5-82F5-A8F3CAD3C07F}" destId="{DD641C42-A148-41D3-8474-448EA19DF4A1}" srcOrd="2" destOrd="0" parTransId="{408885E0-EF6D-4FA3-BD09-B9BD77E8E8EF}" sibTransId="{29D55E73-43E8-40AE-B2AE-5836899256D6}"/>
    <dgm:cxn modelId="{0CDE9289-783D-40AA-B21A-3CA309003872}" type="presOf" srcId="{B7F78107-C89B-48EF-A1DC-05C10E41C66D}" destId="{A7964DB4-0EBA-4B3F-AFD5-1D989BDA6FA3}" srcOrd="0" destOrd="0" presId="urn:microsoft.com/office/officeart/2005/8/layout/default"/>
    <dgm:cxn modelId="{AE5D588A-7346-46DE-A2F6-C47C1909D2A3}" type="presOf" srcId="{103FA2C9-7CC5-40F5-82F5-A8F3CAD3C07F}" destId="{F30AC887-8CEE-461B-BEEE-655E9BDD1AF6}" srcOrd="0" destOrd="0" presId="urn:microsoft.com/office/officeart/2005/8/layout/default"/>
    <dgm:cxn modelId="{E71AF198-E29D-47EC-962D-6E9705319733}" srcId="{D5A3C983-8B3A-4FDE-91E9-84B46DE8EBD1}" destId="{103FA2C9-7CC5-40F5-82F5-A8F3CAD3C07F}" srcOrd="3" destOrd="0" parTransId="{311F4226-FBA4-4075-B18F-DC453F3DB563}" sibTransId="{B2190A1A-E8E1-4900-9B1C-FB4FFBFD8AF0}"/>
    <dgm:cxn modelId="{E7B69E9A-4455-4755-AAB2-3EEBDD76A5C2}" type="presOf" srcId="{D3FD37EE-2E77-4976-BD22-AAF6CD98896B}" destId="{7DCD6BDB-7010-4577-9AF4-D1D8510AF73F}" srcOrd="0" destOrd="3" presId="urn:microsoft.com/office/officeart/2005/8/layout/default"/>
    <dgm:cxn modelId="{F3FF939D-31F3-40E5-8167-CA04E2FCCCBE}" type="presOf" srcId="{76498472-38FA-49BD-9F9F-15717DD52E48}" destId="{A7964DB4-0EBA-4B3F-AFD5-1D989BDA6FA3}" srcOrd="0" destOrd="4" presId="urn:microsoft.com/office/officeart/2005/8/layout/default"/>
    <dgm:cxn modelId="{86C681A1-74CB-48A4-917C-F21E59DB5355}" srcId="{103FA2C9-7CC5-40F5-82F5-A8F3CAD3C07F}" destId="{03C27D94-3942-49D0-9FE6-A76DA891EE9C}" srcOrd="0" destOrd="0" parTransId="{3EA9707C-1D28-4E1F-8084-A266BADCEF27}" sibTransId="{F1C30954-C63A-484C-87F9-D91C47D28878}"/>
    <dgm:cxn modelId="{A8D4EDA5-9E8F-4EA1-81A3-44AB437EC51F}" srcId="{8C8E8C46-F67B-487E-ACE5-920B09A970E3}" destId="{702E3245-BCDA-4CC0-A158-2D74AC3B1161}" srcOrd="4" destOrd="0" parTransId="{10E177DD-6012-49BF-A2E3-423B0C6500DB}" sibTransId="{485E68F0-14A1-4CAB-B207-D0BA10542CAD}"/>
    <dgm:cxn modelId="{FAEEBBC1-7ED1-4F72-9C71-E8CB7D75DA15}" srcId="{8C8E8C46-F67B-487E-ACE5-920B09A970E3}" destId="{D3FD37EE-2E77-4976-BD22-AAF6CD98896B}" srcOrd="2" destOrd="0" parTransId="{0305FAED-5E4E-47C7-9CEF-A64127BD9614}" sibTransId="{4F855DF3-F9CE-49DE-9AB3-26E3C175A1C8}"/>
    <dgm:cxn modelId="{10BC45C7-5D57-4741-89C7-59EF914F3D01}" srcId="{D5A3C983-8B3A-4FDE-91E9-84B46DE8EBD1}" destId="{A99FAB7D-1BA2-4928-8F18-4175D894A95C}" srcOrd="0" destOrd="0" parTransId="{999CBD78-4F1C-4D03-B71D-205184D54FCC}" sibTransId="{794595EC-FC78-43FE-A7FB-3EC1D3C10C26}"/>
    <dgm:cxn modelId="{00920FCB-4DE1-4005-BA37-0B28C1A69048}" srcId="{B7F78107-C89B-48EF-A1DC-05C10E41C66D}" destId="{62705D22-1F25-4868-8FE9-D6041AA8A045}" srcOrd="2" destOrd="0" parTransId="{4A4FE6FF-120D-4848-BBD9-9EED5142E99D}" sibTransId="{E20400FB-AC80-4FA7-8ADD-07A78E4E2FAD}"/>
    <dgm:cxn modelId="{F7B590CF-A550-4349-BD9B-7B339AE355AE}" srcId="{B7F78107-C89B-48EF-A1DC-05C10E41C66D}" destId="{76498472-38FA-49BD-9F9F-15717DD52E48}" srcOrd="3" destOrd="0" parTransId="{8598DAC3-0A49-4987-99E1-996171286075}" sibTransId="{4874FDC8-08DF-4390-88C1-D0A9A5A4095C}"/>
    <dgm:cxn modelId="{51DCAAD1-CF6A-4ADD-A0C2-7DB37F12898D}" type="presOf" srcId="{62705D22-1F25-4868-8FE9-D6041AA8A045}" destId="{A7964DB4-0EBA-4B3F-AFD5-1D989BDA6FA3}" srcOrd="0" destOrd="3" presId="urn:microsoft.com/office/officeart/2005/8/layout/default"/>
    <dgm:cxn modelId="{196AC7D6-0ABE-4933-9F5C-45D8C3A04EBE}" srcId="{A99FAB7D-1BA2-4928-8F18-4175D894A95C}" destId="{A6F6FBFF-8872-499D-88BC-1CBFBB9D3076}" srcOrd="1" destOrd="0" parTransId="{AAC827C2-2489-4F6F-8BE0-7AE75234BA69}" sibTransId="{E249C9AC-1A22-451F-B2DA-0960B1ABCC2A}"/>
    <dgm:cxn modelId="{BACB3AE6-C257-48B5-9B5D-FA3BF1D4DC82}" srcId="{B7F78107-C89B-48EF-A1DC-05C10E41C66D}" destId="{CF094D0F-71D4-49EF-B711-708BF562EC8D}" srcOrd="1" destOrd="0" parTransId="{0BF62451-7033-432B-9FC9-30FC2B1FF7FA}" sibTransId="{F0B80159-4163-4203-9E8A-61096350B9DB}"/>
    <dgm:cxn modelId="{FEC0C3E6-559F-4ECB-916C-36C8F3981DA8}" type="presOf" srcId="{FABEBE7E-7B90-481A-830A-E20728FA0B5F}" destId="{A7964DB4-0EBA-4B3F-AFD5-1D989BDA6FA3}" srcOrd="0" destOrd="1" presId="urn:microsoft.com/office/officeart/2005/8/layout/default"/>
    <dgm:cxn modelId="{20C9E2E9-E1AC-4475-8C89-7590A0DF016A}" type="presOf" srcId="{E139A7A2-EAAF-4D3F-A916-71B42A3214E1}" destId="{F3DD1EC6-A5B3-41C0-BC57-BF706AD14B21}" srcOrd="0" destOrd="1" presId="urn:microsoft.com/office/officeart/2005/8/layout/default"/>
    <dgm:cxn modelId="{75845FEC-3E03-47B5-87A4-198D0359AC68}" srcId="{8C8E8C46-F67B-487E-ACE5-920B09A970E3}" destId="{F0A3C4CB-F302-4446-8B74-7C006A0AB455}" srcOrd="0" destOrd="0" parTransId="{A3830E08-F8CE-48BC-A831-A838BD9F4F2D}" sibTransId="{FC696DB1-E1EA-40A9-9C1E-4576A26AFE6D}"/>
    <dgm:cxn modelId="{8EBB2FEF-3046-4D12-8579-FFE13A98E925}" type="presOf" srcId="{2BDB98D7-C5FC-47F0-B995-10CAA92C1AEC}" destId="{7DCD6BDB-7010-4577-9AF4-D1D8510AF73F}" srcOrd="0" destOrd="2" presId="urn:microsoft.com/office/officeart/2005/8/layout/default"/>
    <dgm:cxn modelId="{A59CECEB-CEB9-49B5-93D6-846E40E074AF}" type="presParOf" srcId="{FD1FB67C-0A1D-4B6A-864C-E47F2049CAFC}" destId="{F3DD1EC6-A5B3-41C0-BC57-BF706AD14B21}" srcOrd="0" destOrd="0" presId="urn:microsoft.com/office/officeart/2005/8/layout/default"/>
    <dgm:cxn modelId="{F4782A1E-FF37-490C-B5F1-BC48DD10AA41}" type="presParOf" srcId="{FD1FB67C-0A1D-4B6A-864C-E47F2049CAFC}" destId="{CE696FD2-F492-4F7E-B1BB-63669B80D96A}" srcOrd="1" destOrd="0" presId="urn:microsoft.com/office/officeart/2005/8/layout/default"/>
    <dgm:cxn modelId="{2A03EE0B-10B3-4718-A40B-4842FBCF7C0F}" type="presParOf" srcId="{FD1FB67C-0A1D-4B6A-864C-E47F2049CAFC}" destId="{7DCD6BDB-7010-4577-9AF4-D1D8510AF73F}" srcOrd="2" destOrd="0" presId="urn:microsoft.com/office/officeart/2005/8/layout/default"/>
    <dgm:cxn modelId="{57ECBAD3-232C-4D6A-BB7F-40B9F0066342}" type="presParOf" srcId="{FD1FB67C-0A1D-4B6A-864C-E47F2049CAFC}" destId="{85862CAC-3761-405E-B79B-0B9732A59F79}" srcOrd="3" destOrd="0" presId="urn:microsoft.com/office/officeart/2005/8/layout/default"/>
    <dgm:cxn modelId="{3F36CB5C-A1BC-4101-976B-28ED76724CFC}" type="presParOf" srcId="{FD1FB67C-0A1D-4B6A-864C-E47F2049CAFC}" destId="{A7964DB4-0EBA-4B3F-AFD5-1D989BDA6FA3}" srcOrd="4" destOrd="0" presId="urn:microsoft.com/office/officeart/2005/8/layout/default"/>
    <dgm:cxn modelId="{4809ABCE-1562-4E3D-8258-EF59DBB171B6}" type="presParOf" srcId="{FD1FB67C-0A1D-4B6A-864C-E47F2049CAFC}" destId="{3293AC65-4DBE-473D-BD4E-D75D87AC3CBD}" srcOrd="5" destOrd="0" presId="urn:microsoft.com/office/officeart/2005/8/layout/default"/>
    <dgm:cxn modelId="{D1F69ACB-E00E-4726-AC35-37AF5DEA212B}" type="presParOf" srcId="{FD1FB67C-0A1D-4B6A-864C-E47F2049CAFC}" destId="{F30AC887-8CEE-461B-BEEE-655E9BDD1AF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D374130D-2237-427D-AA4A-389DDE541B39}">
      <dgm:prSet phldrT="[Texto]"/>
      <dgm:spPr/>
      <dgm:t>
        <a:bodyPr/>
        <a:lstStyle/>
        <a:p>
          <a:pPr rtl="0"/>
          <a:r>
            <a:rPr lang="es-ES">
              <a:latin typeface="Arial"/>
            </a:rPr>
            <a:t>Post Office Protocol</a:t>
          </a:r>
          <a:endParaRPr lang="es-ES"/>
        </a:p>
      </dgm:t>
    </dgm:pt>
    <dgm:pt modelId="{D329AE92-E804-4BCB-91E0-C1DB52558738}" type="parTrans" cxnId="{1FB56344-ADB9-49B2-B535-BAD1FE915926}">
      <dgm:prSet/>
      <dgm:spPr/>
      <dgm:t>
        <a:bodyPr/>
        <a:lstStyle/>
        <a:p>
          <a:endParaRPr lang="es-EC"/>
        </a:p>
      </dgm:t>
    </dgm:pt>
    <dgm:pt modelId="{6C1C40AE-44FC-42A7-A288-A8BBB677EA96}" type="sibTrans" cxnId="{1FB56344-ADB9-49B2-B535-BAD1FE915926}">
      <dgm:prSet/>
      <dgm:spPr/>
      <dgm:t>
        <a:bodyPr/>
        <a:lstStyle/>
        <a:p>
          <a:endParaRPr lang="es-EC"/>
        </a:p>
      </dgm:t>
    </dgm:pt>
    <dgm:pt modelId="{7A7E7065-EE72-420F-A38B-B799F479DAFE}">
      <dgm:prSet phldrT="[Texto]" phldr="0"/>
      <dgm:spPr/>
      <dgm:t>
        <a:bodyPr/>
        <a:lstStyle/>
        <a:p>
          <a:pPr rtl="0"/>
          <a:r>
            <a:rPr lang="es-MX" b="0">
              <a:latin typeface="Arial"/>
            </a:rPr>
            <a:t>Ideal para dispositivos únicos y configuraciones antiguas.</a:t>
          </a:r>
          <a:endParaRPr lang="es-MX" b="0"/>
        </a:p>
      </dgm:t>
    </dgm:pt>
    <dgm:pt modelId="{D4215AFE-EFF3-4B8B-A1B3-5885646E2B38}" type="parTrans" cxnId="{85A2E8E0-84E8-4C86-B9C4-BEC8503C5E28}">
      <dgm:prSet/>
      <dgm:spPr/>
      <dgm:t>
        <a:bodyPr/>
        <a:lstStyle/>
        <a:p>
          <a:endParaRPr lang="es-EC"/>
        </a:p>
      </dgm:t>
    </dgm:pt>
    <dgm:pt modelId="{338B8F17-EE27-45F2-B8EA-443F9A4160B9}" type="sibTrans" cxnId="{85A2E8E0-84E8-4C86-B9C4-BEC8503C5E28}">
      <dgm:prSet/>
      <dgm:spPr/>
      <dgm:t>
        <a:bodyPr/>
        <a:lstStyle/>
        <a:p>
          <a:endParaRPr lang="es-EC"/>
        </a:p>
      </dgm:t>
    </dgm:pt>
    <dgm:pt modelId="{EDA04C9F-DD11-4093-B3B8-76C939A8C106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Permite el acceso sin internet, sin embargo, no sincroniza los cambios en el resto de idspositivos.</a:t>
          </a:r>
          <a:endParaRPr lang="es-ES"/>
        </a:p>
      </dgm:t>
    </dgm:pt>
    <dgm:pt modelId="{B7058CBA-478A-40EC-849D-4C037D427B6D}" type="parTrans" cxnId="{EFE7074F-FC59-48DE-A89F-0B49C7D6E5C9}">
      <dgm:prSet/>
      <dgm:spPr/>
      <dgm:t>
        <a:bodyPr/>
        <a:lstStyle/>
        <a:p>
          <a:endParaRPr lang="es-EC"/>
        </a:p>
      </dgm:t>
    </dgm:pt>
    <dgm:pt modelId="{4A851A88-B0A5-4FEE-809B-02DB3C383049}" type="sibTrans" cxnId="{EFE7074F-FC59-48DE-A89F-0B49C7D6E5C9}">
      <dgm:prSet/>
      <dgm:spPr/>
      <dgm:t>
        <a:bodyPr/>
        <a:lstStyle/>
        <a:p>
          <a:endParaRPr lang="es-EC"/>
        </a:p>
      </dgm:t>
    </dgm:pt>
    <dgm:pt modelId="{A275062C-8D68-4188-B351-EC611E218761}" type="pres">
      <dgm:prSet presAssocID="{F2C29202-7EC6-4DE0-9F77-6549215033CF}" presName="Name0" presStyleCnt="0">
        <dgm:presLayoutVars>
          <dgm:chMax val="7"/>
          <dgm:chPref val="7"/>
          <dgm:dir/>
        </dgm:presLayoutVars>
      </dgm:prSet>
      <dgm:spPr/>
    </dgm:pt>
    <dgm:pt modelId="{9297A15F-86B3-4AD9-90F6-9F5F359F5B5D}" type="pres">
      <dgm:prSet presAssocID="{F2C29202-7EC6-4DE0-9F77-6549215033CF}" presName="Name1" presStyleCnt="0"/>
      <dgm:spPr/>
    </dgm:pt>
    <dgm:pt modelId="{EA63603D-283F-4E34-B759-DCAF43EA0AE9}" type="pres">
      <dgm:prSet presAssocID="{F2C29202-7EC6-4DE0-9F77-6549215033CF}" presName="cycle" presStyleCnt="0"/>
      <dgm:spPr/>
    </dgm:pt>
    <dgm:pt modelId="{61E41F13-8FC8-40AE-BF4B-374557A628DD}" type="pres">
      <dgm:prSet presAssocID="{F2C29202-7EC6-4DE0-9F77-6549215033CF}" presName="srcNode" presStyleLbl="node1" presStyleIdx="0" presStyleCnt="3"/>
      <dgm:spPr/>
    </dgm:pt>
    <dgm:pt modelId="{36858D2A-41C2-496D-ACAC-021D08E4DC6C}" type="pres">
      <dgm:prSet presAssocID="{F2C29202-7EC6-4DE0-9F77-6549215033CF}" presName="conn" presStyleLbl="parChTrans1D2" presStyleIdx="0" presStyleCnt="1"/>
      <dgm:spPr/>
    </dgm:pt>
    <dgm:pt modelId="{352D7C05-B81F-484B-8E65-45955623500F}" type="pres">
      <dgm:prSet presAssocID="{F2C29202-7EC6-4DE0-9F77-6549215033CF}" presName="extraNode" presStyleLbl="node1" presStyleIdx="0" presStyleCnt="3"/>
      <dgm:spPr/>
    </dgm:pt>
    <dgm:pt modelId="{0A39E398-A6F8-4E0D-86D3-0D1DC09E0BFB}" type="pres">
      <dgm:prSet presAssocID="{F2C29202-7EC6-4DE0-9F77-6549215033CF}" presName="dstNode" presStyleLbl="node1" presStyleIdx="0" presStyleCnt="3"/>
      <dgm:spPr/>
    </dgm:pt>
    <dgm:pt modelId="{C54500AD-F455-4DB6-9538-5615BEC1168F}" type="pres">
      <dgm:prSet presAssocID="{D374130D-2237-427D-AA4A-389DDE541B39}" presName="text_1" presStyleLbl="node1" presStyleIdx="0" presStyleCnt="3">
        <dgm:presLayoutVars>
          <dgm:bulletEnabled val="1"/>
        </dgm:presLayoutVars>
      </dgm:prSet>
      <dgm:spPr/>
    </dgm:pt>
    <dgm:pt modelId="{93812659-2C94-4729-9D3D-3326FE8FAB49}" type="pres">
      <dgm:prSet presAssocID="{D374130D-2237-427D-AA4A-389DDE541B39}" presName="accent_1" presStyleCnt="0"/>
      <dgm:spPr/>
    </dgm:pt>
    <dgm:pt modelId="{9753F69D-82D5-4AF4-9F82-F092FE20EF64}" type="pres">
      <dgm:prSet presAssocID="{D374130D-2237-427D-AA4A-389DDE541B39}" presName="accentRepeatNode" presStyleLbl="solidFgAcc1" presStyleIdx="0" presStyleCnt="3"/>
      <dgm:spPr/>
    </dgm:pt>
    <dgm:pt modelId="{3C65E507-FC15-46ED-962A-01D45E9940B5}" type="pres">
      <dgm:prSet presAssocID="{7A7E7065-EE72-420F-A38B-B799F479DAFE}" presName="text_2" presStyleLbl="node1" presStyleIdx="1" presStyleCnt="3">
        <dgm:presLayoutVars>
          <dgm:bulletEnabled val="1"/>
        </dgm:presLayoutVars>
      </dgm:prSet>
      <dgm:spPr/>
    </dgm:pt>
    <dgm:pt modelId="{E9F5072B-7504-421D-A689-785D85BB9A02}" type="pres">
      <dgm:prSet presAssocID="{7A7E7065-EE72-420F-A38B-B799F479DAFE}" presName="accent_2" presStyleCnt="0"/>
      <dgm:spPr/>
    </dgm:pt>
    <dgm:pt modelId="{AE3EBC51-3BD1-471E-B3E2-93635B2C0E6A}" type="pres">
      <dgm:prSet presAssocID="{7A7E7065-EE72-420F-A38B-B799F479DAFE}" presName="accentRepeatNode" presStyleLbl="solidFgAcc1" presStyleIdx="1" presStyleCnt="3"/>
      <dgm:spPr/>
    </dgm:pt>
    <dgm:pt modelId="{CB242F06-DEA5-43AC-B5EF-183004A6CCA6}" type="pres">
      <dgm:prSet presAssocID="{EDA04C9F-DD11-4093-B3B8-76C939A8C106}" presName="text_3" presStyleLbl="node1" presStyleIdx="2" presStyleCnt="3">
        <dgm:presLayoutVars>
          <dgm:bulletEnabled val="1"/>
        </dgm:presLayoutVars>
      </dgm:prSet>
      <dgm:spPr/>
    </dgm:pt>
    <dgm:pt modelId="{09105151-F21A-47AC-BFC6-20A0A7E87B87}" type="pres">
      <dgm:prSet presAssocID="{EDA04C9F-DD11-4093-B3B8-76C939A8C106}" presName="accent_3" presStyleCnt="0"/>
      <dgm:spPr/>
    </dgm:pt>
    <dgm:pt modelId="{5C0148BF-4680-4AC4-A4BF-CF1F54302492}" type="pres">
      <dgm:prSet presAssocID="{EDA04C9F-DD11-4093-B3B8-76C939A8C106}" presName="accentRepeatNode" presStyleLbl="solidFgAcc1" presStyleIdx="2" presStyleCnt="3"/>
      <dgm:spPr/>
    </dgm:pt>
  </dgm:ptLst>
  <dgm:cxnLst>
    <dgm:cxn modelId="{E5D84F15-B8A6-4E0E-96DD-F531FA2CEB59}" type="presOf" srcId="{D374130D-2237-427D-AA4A-389DDE541B39}" destId="{C54500AD-F455-4DB6-9538-5615BEC1168F}" srcOrd="0" destOrd="0" presId="urn:microsoft.com/office/officeart/2008/layout/VerticalCurvedList"/>
    <dgm:cxn modelId="{10B89716-3C63-441E-A0D7-8422CCF19735}" type="presOf" srcId="{6C1C40AE-44FC-42A7-A288-A8BBB677EA96}" destId="{36858D2A-41C2-496D-ACAC-021D08E4DC6C}" srcOrd="0" destOrd="0" presId="urn:microsoft.com/office/officeart/2008/layout/VerticalCurvedList"/>
    <dgm:cxn modelId="{1FB56344-ADB9-49B2-B535-BAD1FE915926}" srcId="{F2C29202-7EC6-4DE0-9F77-6549215033CF}" destId="{D374130D-2237-427D-AA4A-389DDE541B39}" srcOrd="0" destOrd="0" parTransId="{D329AE92-E804-4BCB-91E0-C1DB52558738}" sibTransId="{6C1C40AE-44FC-42A7-A288-A8BBB677EA96}"/>
    <dgm:cxn modelId="{25CADE65-0AFD-4250-9B76-9C657C684854}" type="presOf" srcId="{7A7E7065-EE72-420F-A38B-B799F479DAFE}" destId="{3C65E507-FC15-46ED-962A-01D45E9940B5}" srcOrd="0" destOrd="0" presId="urn:microsoft.com/office/officeart/2008/layout/VerticalCurvedList"/>
    <dgm:cxn modelId="{EFE7074F-FC59-48DE-A89F-0B49C7D6E5C9}" srcId="{F2C29202-7EC6-4DE0-9F77-6549215033CF}" destId="{EDA04C9F-DD11-4093-B3B8-76C939A8C106}" srcOrd="2" destOrd="0" parTransId="{B7058CBA-478A-40EC-849D-4C037D427B6D}" sibTransId="{4A851A88-B0A5-4FEE-809B-02DB3C383049}"/>
    <dgm:cxn modelId="{EEB6868D-ABE7-435A-93E1-647289B2C635}" type="presOf" srcId="{EDA04C9F-DD11-4093-B3B8-76C939A8C106}" destId="{CB242F06-DEA5-43AC-B5EF-183004A6CCA6}" srcOrd="0" destOrd="0" presId="urn:microsoft.com/office/officeart/2008/layout/VerticalCurvedList"/>
    <dgm:cxn modelId="{85A2E8E0-84E8-4C86-B9C4-BEC8503C5E28}" srcId="{F2C29202-7EC6-4DE0-9F77-6549215033CF}" destId="{7A7E7065-EE72-420F-A38B-B799F479DAFE}" srcOrd="1" destOrd="0" parTransId="{D4215AFE-EFF3-4B8B-A1B3-5885646E2B38}" sibTransId="{338B8F17-EE27-45F2-B8EA-443F9A4160B9}"/>
    <dgm:cxn modelId="{1ABA71EA-BE0D-43DE-BABB-7A9A8FFD442D}" type="presOf" srcId="{F2C29202-7EC6-4DE0-9F77-6549215033CF}" destId="{A275062C-8D68-4188-B351-EC611E218761}" srcOrd="0" destOrd="0" presId="urn:microsoft.com/office/officeart/2008/layout/VerticalCurvedList"/>
    <dgm:cxn modelId="{283BF186-2467-4B02-9133-A558B6EC5744}" type="presParOf" srcId="{A275062C-8D68-4188-B351-EC611E218761}" destId="{9297A15F-86B3-4AD9-90F6-9F5F359F5B5D}" srcOrd="0" destOrd="0" presId="urn:microsoft.com/office/officeart/2008/layout/VerticalCurvedList"/>
    <dgm:cxn modelId="{1EF04429-1359-4D34-95C3-FD4A93A622F1}" type="presParOf" srcId="{9297A15F-86B3-4AD9-90F6-9F5F359F5B5D}" destId="{EA63603D-283F-4E34-B759-DCAF43EA0AE9}" srcOrd="0" destOrd="0" presId="urn:microsoft.com/office/officeart/2008/layout/VerticalCurvedList"/>
    <dgm:cxn modelId="{978AA3CB-EA15-4D60-A264-736336D3E465}" type="presParOf" srcId="{EA63603D-283F-4E34-B759-DCAF43EA0AE9}" destId="{61E41F13-8FC8-40AE-BF4B-374557A628DD}" srcOrd="0" destOrd="0" presId="urn:microsoft.com/office/officeart/2008/layout/VerticalCurvedList"/>
    <dgm:cxn modelId="{6949C2F0-6F7F-42D6-A9B2-D19C9493BD55}" type="presParOf" srcId="{EA63603D-283F-4E34-B759-DCAF43EA0AE9}" destId="{36858D2A-41C2-496D-ACAC-021D08E4DC6C}" srcOrd="1" destOrd="0" presId="urn:microsoft.com/office/officeart/2008/layout/VerticalCurvedList"/>
    <dgm:cxn modelId="{3333005E-30B2-43E0-9D99-4A95D48013E6}" type="presParOf" srcId="{EA63603D-283F-4E34-B759-DCAF43EA0AE9}" destId="{352D7C05-B81F-484B-8E65-45955623500F}" srcOrd="2" destOrd="0" presId="urn:microsoft.com/office/officeart/2008/layout/VerticalCurvedList"/>
    <dgm:cxn modelId="{32ECA94F-B031-4B1E-BDE5-201F2B80DFBB}" type="presParOf" srcId="{EA63603D-283F-4E34-B759-DCAF43EA0AE9}" destId="{0A39E398-A6F8-4E0D-86D3-0D1DC09E0BFB}" srcOrd="3" destOrd="0" presId="urn:microsoft.com/office/officeart/2008/layout/VerticalCurvedList"/>
    <dgm:cxn modelId="{1A17C535-966B-497F-883B-E600A24531C0}" type="presParOf" srcId="{9297A15F-86B3-4AD9-90F6-9F5F359F5B5D}" destId="{C54500AD-F455-4DB6-9538-5615BEC1168F}" srcOrd="1" destOrd="0" presId="urn:microsoft.com/office/officeart/2008/layout/VerticalCurvedList"/>
    <dgm:cxn modelId="{D78E906F-C80B-437E-A58E-901E5742E303}" type="presParOf" srcId="{9297A15F-86B3-4AD9-90F6-9F5F359F5B5D}" destId="{93812659-2C94-4729-9D3D-3326FE8FAB49}" srcOrd="2" destOrd="0" presId="urn:microsoft.com/office/officeart/2008/layout/VerticalCurvedList"/>
    <dgm:cxn modelId="{371E93E6-B434-4520-93BC-33D84202C90A}" type="presParOf" srcId="{93812659-2C94-4729-9D3D-3326FE8FAB49}" destId="{9753F69D-82D5-4AF4-9F82-F092FE20EF64}" srcOrd="0" destOrd="0" presId="urn:microsoft.com/office/officeart/2008/layout/VerticalCurvedList"/>
    <dgm:cxn modelId="{1CCD0D83-844B-4D54-9615-5B01705E67F7}" type="presParOf" srcId="{9297A15F-86B3-4AD9-90F6-9F5F359F5B5D}" destId="{3C65E507-FC15-46ED-962A-01D45E9940B5}" srcOrd="3" destOrd="0" presId="urn:microsoft.com/office/officeart/2008/layout/VerticalCurvedList"/>
    <dgm:cxn modelId="{3FC49D9F-A3F7-467B-ACDD-45215426E9E7}" type="presParOf" srcId="{9297A15F-86B3-4AD9-90F6-9F5F359F5B5D}" destId="{E9F5072B-7504-421D-A689-785D85BB9A02}" srcOrd="4" destOrd="0" presId="urn:microsoft.com/office/officeart/2008/layout/VerticalCurvedList"/>
    <dgm:cxn modelId="{EFAF8A24-189E-42F0-8A26-07E0B70B16BC}" type="presParOf" srcId="{E9F5072B-7504-421D-A689-785D85BB9A02}" destId="{AE3EBC51-3BD1-471E-B3E2-93635B2C0E6A}" srcOrd="0" destOrd="0" presId="urn:microsoft.com/office/officeart/2008/layout/VerticalCurvedList"/>
    <dgm:cxn modelId="{C8DB5969-00E8-4A99-8B0A-FDBF36ACB091}" type="presParOf" srcId="{9297A15F-86B3-4AD9-90F6-9F5F359F5B5D}" destId="{CB242F06-DEA5-43AC-B5EF-183004A6CCA6}" srcOrd="5" destOrd="0" presId="urn:microsoft.com/office/officeart/2008/layout/VerticalCurvedList"/>
    <dgm:cxn modelId="{F3EEE902-2932-407D-B8E8-876FDCBCED70}" type="presParOf" srcId="{9297A15F-86B3-4AD9-90F6-9F5F359F5B5D}" destId="{09105151-F21A-47AC-BFC6-20A0A7E87B87}" srcOrd="6" destOrd="0" presId="urn:microsoft.com/office/officeart/2008/layout/VerticalCurvedList"/>
    <dgm:cxn modelId="{AB972764-CC78-43CF-9048-DDF07C15220B}" type="presParOf" srcId="{09105151-F21A-47AC-BFC6-20A0A7E87B87}" destId="{5C0148BF-4680-4AC4-A4BF-CF1F5430249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A3C983-8B3A-4FDE-91E9-84B46DE8EBD1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16B9B5D5-52A1-4E92-9ABC-20D8670DADD1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 b="0">
              <a:latin typeface="Arial"/>
            </a:rPr>
            <a:t>(Simple Mail Transfer Protocol) Protocolo usado para enviar correos desde un cliente a un servidor o entre servidores.</a:t>
          </a:r>
          <a:endParaRPr lang="es-ES" b="0"/>
        </a:p>
      </dgm:t>
    </dgm:pt>
    <dgm:pt modelId="{45245A7C-6B37-4E6F-B9BF-6B8D1F4C2ED4}" type="parTrans" cxnId="{DBAEE970-C0FA-4CFC-9D9D-84613A2218CA}">
      <dgm:prSet/>
      <dgm:spPr/>
      <dgm:t>
        <a:bodyPr/>
        <a:lstStyle/>
        <a:p>
          <a:endParaRPr lang="es-EC"/>
        </a:p>
      </dgm:t>
    </dgm:pt>
    <dgm:pt modelId="{64588404-D42B-4008-93A5-C7CD899F3CDB}" type="sibTrans" cxnId="{DBAEE970-C0FA-4CFC-9D9D-84613A2218CA}">
      <dgm:prSet/>
      <dgm:spPr/>
      <dgm:t>
        <a:bodyPr/>
        <a:lstStyle/>
        <a:p>
          <a:endParaRPr lang="es-EC"/>
        </a:p>
      </dgm:t>
    </dgm:pt>
    <dgm:pt modelId="{8D6C5C57-234B-4E8D-9AAA-A3AA7A3671E6}">
      <dgm:prSet phldr="0"/>
      <dgm:spPr/>
      <dgm:t>
        <a:bodyPr/>
        <a:lstStyle/>
        <a:p>
          <a:pPr rtl="0"/>
          <a:r>
            <a:rPr lang="es-ES" b="0">
              <a:latin typeface="Arial"/>
            </a:rPr>
            <a:t>Utilizado por clientes personales y servidores de correo.</a:t>
          </a:r>
        </a:p>
      </dgm:t>
    </dgm:pt>
    <dgm:pt modelId="{CD620B1F-D298-4D91-9D67-16B28F2798CC}" type="parTrans" cxnId="{E79B4CA3-A2BD-4F00-A628-219C640B479E}">
      <dgm:prSet/>
      <dgm:spPr/>
    </dgm:pt>
    <dgm:pt modelId="{1CAA62B5-04D1-451E-B11C-76B32E39FA43}" type="sibTrans" cxnId="{E79B4CA3-A2BD-4F00-A628-219C640B479E}">
      <dgm:prSet/>
      <dgm:spPr/>
    </dgm:pt>
    <dgm:pt modelId="{565170E4-7CCD-4316-B2E3-885A1A212167}">
      <dgm:prSet phldr="0"/>
      <dgm:spPr/>
      <dgm:t>
        <a:bodyPr/>
        <a:lstStyle/>
        <a:p>
          <a:pPr rtl="0"/>
          <a:r>
            <a:rPr lang="es-ES" b="0">
              <a:latin typeface="Arial"/>
            </a:rPr>
            <a:t>Es el estándar universal para el transporte del correo electrónico y posee cualidades de autenticación y cifrado.</a:t>
          </a:r>
        </a:p>
      </dgm:t>
    </dgm:pt>
    <dgm:pt modelId="{FE83537E-4FD2-4C69-90ED-7B138071845F}" type="parTrans" cxnId="{191FAE87-D9BB-4B7B-BF6D-073B632040E1}">
      <dgm:prSet/>
      <dgm:spPr/>
    </dgm:pt>
    <dgm:pt modelId="{506DAEC0-774D-4AD2-A9E8-0AC6E4F714FD}" type="sibTrans" cxnId="{191FAE87-D9BB-4B7B-BF6D-073B632040E1}">
      <dgm:prSet/>
      <dgm:spPr/>
    </dgm:pt>
    <dgm:pt modelId="{8B096825-14A4-4380-B7B5-86FB88BD39BC}">
      <dgm:prSet phldr="0"/>
      <dgm:spPr/>
      <dgm:t>
        <a:bodyPr/>
        <a:lstStyle/>
        <a:p>
          <a:pPr rtl="0"/>
          <a:r>
            <a:rPr lang="es-ES" b="0">
              <a:latin typeface="Arial"/>
            </a:rPr>
            <a:t>Es posible que se use para enviar spam de manera masiva.</a:t>
          </a:r>
        </a:p>
      </dgm:t>
    </dgm:pt>
    <dgm:pt modelId="{AB3D2A3C-67DE-4CC0-B429-45490355746C}" type="parTrans" cxnId="{61B80B10-E2F5-4BC5-940C-B0A8E1815DD2}">
      <dgm:prSet/>
      <dgm:spPr/>
    </dgm:pt>
    <dgm:pt modelId="{64B9628F-3D18-4B08-9324-0675B2E97EE9}" type="sibTrans" cxnId="{61B80B10-E2F5-4BC5-940C-B0A8E1815DD2}">
      <dgm:prSet/>
      <dgm:spPr/>
    </dgm:pt>
    <dgm:pt modelId="{FD1FB67C-0A1D-4B6A-864C-E47F2049CAFC}" type="pres">
      <dgm:prSet presAssocID="{D5A3C983-8B3A-4FDE-91E9-84B46DE8EBD1}" presName="diagram" presStyleCnt="0">
        <dgm:presLayoutVars>
          <dgm:dir/>
          <dgm:resizeHandles val="exact"/>
        </dgm:presLayoutVars>
      </dgm:prSet>
      <dgm:spPr/>
    </dgm:pt>
    <dgm:pt modelId="{097E071C-730B-4635-A625-BE9402D82201}" type="pres">
      <dgm:prSet presAssocID="{16B9B5D5-52A1-4E92-9ABC-20D8670DADD1}" presName="node" presStyleLbl="node1" presStyleIdx="0" presStyleCnt="4">
        <dgm:presLayoutVars>
          <dgm:bulletEnabled val="1"/>
        </dgm:presLayoutVars>
      </dgm:prSet>
      <dgm:spPr/>
    </dgm:pt>
    <dgm:pt modelId="{582A52D9-78DE-456F-9A80-D818867AA9CE}" type="pres">
      <dgm:prSet presAssocID="{64588404-D42B-4008-93A5-C7CD899F3CDB}" presName="sibTrans" presStyleCnt="0"/>
      <dgm:spPr/>
    </dgm:pt>
    <dgm:pt modelId="{0944151A-51EB-4466-8F79-FE05A5E7FD22}" type="pres">
      <dgm:prSet presAssocID="{8D6C5C57-234B-4E8D-9AAA-A3AA7A3671E6}" presName="node" presStyleLbl="node1" presStyleIdx="1" presStyleCnt="4">
        <dgm:presLayoutVars>
          <dgm:bulletEnabled val="1"/>
        </dgm:presLayoutVars>
      </dgm:prSet>
      <dgm:spPr/>
    </dgm:pt>
    <dgm:pt modelId="{7A658C44-9803-4B2C-B187-4AFB209D9565}" type="pres">
      <dgm:prSet presAssocID="{1CAA62B5-04D1-451E-B11C-76B32E39FA43}" presName="sibTrans" presStyleCnt="0"/>
      <dgm:spPr/>
    </dgm:pt>
    <dgm:pt modelId="{5AAEC9C4-F023-49DD-B811-8667BB5919EF}" type="pres">
      <dgm:prSet presAssocID="{565170E4-7CCD-4316-B2E3-885A1A212167}" presName="node" presStyleLbl="node1" presStyleIdx="2" presStyleCnt="4">
        <dgm:presLayoutVars>
          <dgm:bulletEnabled val="1"/>
        </dgm:presLayoutVars>
      </dgm:prSet>
      <dgm:spPr/>
    </dgm:pt>
    <dgm:pt modelId="{BF167C60-3BFA-4491-9D22-CE8E591D51B5}" type="pres">
      <dgm:prSet presAssocID="{506DAEC0-774D-4AD2-A9E8-0AC6E4F714FD}" presName="sibTrans" presStyleCnt="0"/>
      <dgm:spPr/>
    </dgm:pt>
    <dgm:pt modelId="{82A9BAAA-5D9F-495B-94DE-56E7184991B0}" type="pres">
      <dgm:prSet presAssocID="{8B096825-14A4-4380-B7B5-86FB88BD39BC}" presName="node" presStyleLbl="node1" presStyleIdx="3" presStyleCnt="4">
        <dgm:presLayoutVars>
          <dgm:bulletEnabled val="1"/>
        </dgm:presLayoutVars>
      </dgm:prSet>
      <dgm:spPr/>
    </dgm:pt>
  </dgm:ptLst>
  <dgm:cxnLst>
    <dgm:cxn modelId="{EA1F5D0C-3711-4DF2-9D42-DFCE0FE0F820}" type="presOf" srcId="{8B096825-14A4-4380-B7B5-86FB88BD39BC}" destId="{82A9BAAA-5D9F-495B-94DE-56E7184991B0}" srcOrd="0" destOrd="0" presId="urn:microsoft.com/office/officeart/2005/8/layout/default"/>
    <dgm:cxn modelId="{05E14A0C-FBA9-4B6A-9C9D-5F6D00FEF875}" type="presOf" srcId="{16B9B5D5-52A1-4E92-9ABC-20D8670DADD1}" destId="{097E071C-730B-4635-A625-BE9402D82201}" srcOrd="0" destOrd="0" presId="urn:microsoft.com/office/officeart/2005/8/layout/default"/>
    <dgm:cxn modelId="{61B80B10-E2F5-4BC5-940C-B0A8E1815DD2}" srcId="{D5A3C983-8B3A-4FDE-91E9-84B46DE8EBD1}" destId="{8B096825-14A4-4380-B7B5-86FB88BD39BC}" srcOrd="3" destOrd="0" parTransId="{AB3D2A3C-67DE-4CC0-B429-45490355746C}" sibTransId="{64B9628F-3D18-4B08-9324-0675B2E97EE9}"/>
    <dgm:cxn modelId="{E23B535B-A652-4B09-AE91-354F9B4DDEA6}" type="presOf" srcId="{D5A3C983-8B3A-4FDE-91E9-84B46DE8EBD1}" destId="{FD1FB67C-0A1D-4B6A-864C-E47F2049CAFC}" srcOrd="0" destOrd="0" presId="urn:microsoft.com/office/officeart/2005/8/layout/default"/>
    <dgm:cxn modelId="{DBAEE970-C0FA-4CFC-9D9D-84613A2218CA}" srcId="{D5A3C983-8B3A-4FDE-91E9-84B46DE8EBD1}" destId="{16B9B5D5-52A1-4E92-9ABC-20D8670DADD1}" srcOrd="0" destOrd="0" parTransId="{45245A7C-6B37-4E6F-B9BF-6B8D1F4C2ED4}" sibTransId="{64588404-D42B-4008-93A5-C7CD899F3CDB}"/>
    <dgm:cxn modelId="{19F09052-7C84-4562-A34B-45FD9A7C59B0}" type="presOf" srcId="{565170E4-7CCD-4316-B2E3-885A1A212167}" destId="{5AAEC9C4-F023-49DD-B811-8667BB5919EF}" srcOrd="0" destOrd="0" presId="urn:microsoft.com/office/officeart/2005/8/layout/default"/>
    <dgm:cxn modelId="{191FAE87-D9BB-4B7B-BF6D-073B632040E1}" srcId="{D5A3C983-8B3A-4FDE-91E9-84B46DE8EBD1}" destId="{565170E4-7CCD-4316-B2E3-885A1A212167}" srcOrd="2" destOrd="0" parTransId="{FE83537E-4FD2-4C69-90ED-7B138071845F}" sibTransId="{506DAEC0-774D-4AD2-A9E8-0AC6E4F714FD}"/>
    <dgm:cxn modelId="{2A11059D-C7BB-4DB4-B07D-DD48CA638341}" type="presOf" srcId="{8D6C5C57-234B-4E8D-9AAA-A3AA7A3671E6}" destId="{0944151A-51EB-4466-8F79-FE05A5E7FD22}" srcOrd="0" destOrd="0" presId="urn:microsoft.com/office/officeart/2005/8/layout/default"/>
    <dgm:cxn modelId="{E79B4CA3-A2BD-4F00-A628-219C640B479E}" srcId="{D5A3C983-8B3A-4FDE-91E9-84B46DE8EBD1}" destId="{8D6C5C57-234B-4E8D-9AAA-A3AA7A3671E6}" srcOrd="1" destOrd="0" parTransId="{CD620B1F-D298-4D91-9D67-16B28F2798CC}" sibTransId="{1CAA62B5-04D1-451E-B11C-76B32E39FA43}"/>
    <dgm:cxn modelId="{DE4F5EF3-5254-48C4-A06F-DB1F5382F495}" type="presParOf" srcId="{FD1FB67C-0A1D-4B6A-864C-E47F2049CAFC}" destId="{097E071C-730B-4635-A625-BE9402D82201}" srcOrd="0" destOrd="0" presId="urn:microsoft.com/office/officeart/2005/8/layout/default"/>
    <dgm:cxn modelId="{56D3F792-1EFA-44EC-821C-B5B9619CB533}" type="presParOf" srcId="{FD1FB67C-0A1D-4B6A-864C-E47F2049CAFC}" destId="{582A52D9-78DE-456F-9A80-D818867AA9CE}" srcOrd="1" destOrd="0" presId="urn:microsoft.com/office/officeart/2005/8/layout/default"/>
    <dgm:cxn modelId="{19120FAD-A62B-4E60-98E8-3688D72D736E}" type="presParOf" srcId="{FD1FB67C-0A1D-4B6A-864C-E47F2049CAFC}" destId="{0944151A-51EB-4466-8F79-FE05A5E7FD22}" srcOrd="2" destOrd="0" presId="urn:microsoft.com/office/officeart/2005/8/layout/default"/>
    <dgm:cxn modelId="{D9CC4074-1EED-4BB6-BE7A-EFB0B2AB2433}" type="presParOf" srcId="{FD1FB67C-0A1D-4B6A-864C-E47F2049CAFC}" destId="{7A658C44-9803-4B2C-B187-4AFB209D9565}" srcOrd="3" destOrd="0" presId="urn:microsoft.com/office/officeart/2005/8/layout/default"/>
    <dgm:cxn modelId="{3D99AFF2-3A34-44DA-BE2A-9ABAD34DD241}" type="presParOf" srcId="{FD1FB67C-0A1D-4B6A-864C-E47F2049CAFC}" destId="{5AAEC9C4-F023-49DD-B811-8667BB5919EF}" srcOrd="4" destOrd="0" presId="urn:microsoft.com/office/officeart/2005/8/layout/default"/>
    <dgm:cxn modelId="{50B9478F-B6D3-41C1-B9A9-A2C2D3D3F76B}" type="presParOf" srcId="{FD1FB67C-0A1D-4B6A-864C-E47F2049CAFC}" destId="{BF167C60-3BFA-4491-9D22-CE8E591D51B5}" srcOrd="5" destOrd="0" presId="urn:microsoft.com/office/officeart/2005/8/layout/default"/>
    <dgm:cxn modelId="{74304D11-19B4-4CF5-B8EC-5D52FAA309B3}" type="presParOf" srcId="{FD1FB67C-0A1D-4B6A-864C-E47F2049CAFC}" destId="{82A9BAAA-5D9F-495B-94DE-56E7184991B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D374130D-2237-427D-AA4A-389DDE541B39}">
      <dgm:prSet phldrT="[Texto]"/>
      <dgm:spPr/>
      <dgm:t>
        <a:bodyPr/>
        <a:lstStyle/>
        <a:p>
          <a:r>
            <a:rPr lang="es-ES" err="1"/>
            <a:t>Redundant</a:t>
          </a:r>
          <a:r>
            <a:rPr lang="es-ES"/>
            <a:t> Array </a:t>
          </a:r>
          <a:r>
            <a:rPr lang="es-ES" err="1"/>
            <a:t>of</a:t>
          </a:r>
          <a:r>
            <a:rPr lang="es-ES"/>
            <a:t> </a:t>
          </a:r>
          <a:r>
            <a:rPr lang="es-ES" err="1"/>
            <a:t>Independent</a:t>
          </a:r>
          <a:r>
            <a:rPr lang="es-ES"/>
            <a:t> Disks</a:t>
          </a:r>
          <a:endParaRPr lang="es-MX"/>
        </a:p>
      </dgm:t>
    </dgm:pt>
    <dgm:pt modelId="{D329AE92-E804-4BCB-91E0-C1DB52558738}" type="parTrans" cxnId="{1FB56344-ADB9-49B2-B535-BAD1FE915926}">
      <dgm:prSet/>
      <dgm:spPr/>
      <dgm:t>
        <a:bodyPr/>
        <a:lstStyle/>
        <a:p>
          <a:endParaRPr lang="es-EC"/>
        </a:p>
      </dgm:t>
    </dgm:pt>
    <dgm:pt modelId="{6C1C40AE-44FC-42A7-A288-A8BBB677EA96}" type="sibTrans" cxnId="{1FB56344-ADB9-49B2-B535-BAD1FE915926}">
      <dgm:prSet/>
      <dgm:spPr/>
      <dgm:t>
        <a:bodyPr/>
        <a:lstStyle/>
        <a:p>
          <a:endParaRPr lang="es-EC"/>
        </a:p>
      </dgm:t>
    </dgm:pt>
    <dgm:pt modelId="{7A7E7065-EE72-420F-A38B-B799F479DAFE}">
      <dgm:prSet phldrT="[Texto]" phldr="0"/>
      <dgm:spPr/>
      <dgm:t>
        <a:bodyPr/>
        <a:lstStyle/>
        <a:p>
          <a:pPr rtl="0"/>
          <a:r>
            <a:rPr lang="es-MX">
              <a:latin typeface="Arial"/>
            </a:rPr>
            <a:t>Tecnología</a:t>
          </a:r>
          <a:r>
            <a:rPr lang="es-MX"/>
            <a:t> que </a:t>
          </a:r>
          <a:r>
            <a:rPr lang="es-MX">
              <a:latin typeface="Arial"/>
            </a:rPr>
            <a:t>combina discos</a:t>
          </a:r>
          <a:r>
            <a:rPr lang="es-MX"/>
            <a:t> duros físicos en una unidad lógica para mejorar el </a:t>
          </a:r>
          <a:r>
            <a:rPr lang="es-MX" b="0"/>
            <a:t>rendimiento</a:t>
          </a:r>
          <a:r>
            <a:rPr lang="es-MX" b="0">
              <a:latin typeface="Arial"/>
            </a:rPr>
            <a:t> y</a:t>
          </a:r>
          <a:r>
            <a:rPr lang="es-MX" b="0"/>
            <a:t> </a:t>
          </a:r>
          <a:r>
            <a:rPr lang="es-MX"/>
            <a:t>la </a:t>
          </a:r>
          <a:r>
            <a:rPr lang="es-MX" b="0"/>
            <a:t>capacidad</a:t>
          </a:r>
          <a:r>
            <a:rPr lang="es-MX" b="1">
              <a:latin typeface="Arial"/>
            </a:rPr>
            <a:t>.</a:t>
          </a:r>
          <a:endParaRPr lang="es-MX" b="0"/>
        </a:p>
      </dgm:t>
    </dgm:pt>
    <dgm:pt modelId="{D4215AFE-EFF3-4B8B-A1B3-5885646E2B38}" type="parTrans" cxnId="{85A2E8E0-84E8-4C86-B9C4-BEC8503C5E28}">
      <dgm:prSet/>
      <dgm:spPr/>
      <dgm:t>
        <a:bodyPr/>
        <a:lstStyle/>
        <a:p>
          <a:endParaRPr lang="es-EC"/>
        </a:p>
      </dgm:t>
    </dgm:pt>
    <dgm:pt modelId="{338B8F17-EE27-45F2-B8EA-443F9A4160B9}" type="sibTrans" cxnId="{85A2E8E0-84E8-4C86-B9C4-BEC8503C5E28}">
      <dgm:prSet/>
      <dgm:spPr/>
      <dgm:t>
        <a:bodyPr/>
        <a:lstStyle/>
        <a:p>
          <a:endParaRPr lang="es-EC"/>
        </a:p>
      </dgm:t>
    </dgm:pt>
    <dgm:pt modelId="{EDA04C9F-DD11-4093-B3B8-76C939A8C106}">
      <dgm:prSet phldrT="[Texto]" phldr="0"/>
      <dgm:spPr/>
      <dgm:t>
        <a:bodyPr/>
        <a:lstStyle/>
        <a:p>
          <a:r>
            <a:rPr lang="es-ES">
              <a:latin typeface="Arial"/>
            </a:rPr>
            <a:t>Garantiza</a:t>
          </a:r>
          <a:r>
            <a:rPr lang="es-ES"/>
            <a:t> la disponibilidad de los datos y la eficiencia del almacenamiento.</a:t>
          </a:r>
          <a:endParaRPr lang="es-MX"/>
        </a:p>
      </dgm:t>
    </dgm:pt>
    <dgm:pt modelId="{B7058CBA-478A-40EC-849D-4C037D427B6D}" type="parTrans" cxnId="{EFE7074F-FC59-48DE-A89F-0B49C7D6E5C9}">
      <dgm:prSet/>
      <dgm:spPr/>
      <dgm:t>
        <a:bodyPr/>
        <a:lstStyle/>
        <a:p>
          <a:endParaRPr lang="es-EC"/>
        </a:p>
      </dgm:t>
    </dgm:pt>
    <dgm:pt modelId="{4A851A88-B0A5-4FEE-809B-02DB3C383049}" type="sibTrans" cxnId="{EFE7074F-FC59-48DE-A89F-0B49C7D6E5C9}">
      <dgm:prSet/>
      <dgm:spPr/>
      <dgm:t>
        <a:bodyPr/>
        <a:lstStyle/>
        <a:p>
          <a:endParaRPr lang="es-EC"/>
        </a:p>
      </dgm:t>
    </dgm:pt>
    <dgm:pt modelId="{A275062C-8D68-4188-B351-EC611E218761}" type="pres">
      <dgm:prSet presAssocID="{F2C29202-7EC6-4DE0-9F77-6549215033CF}" presName="Name0" presStyleCnt="0">
        <dgm:presLayoutVars>
          <dgm:chMax val="7"/>
          <dgm:chPref val="7"/>
          <dgm:dir/>
        </dgm:presLayoutVars>
      </dgm:prSet>
      <dgm:spPr/>
    </dgm:pt>
    <dgm:pt modelId="{9297A15F-86B3-4AD9-90F6-9F5F359F5B5D}" type="pres">
      <dgm:prSet presAssocID="{F2C29202-7EC6-4DE0-9F77-6549215033CF}" presName="Name1" presStyleCnt="0"/>
      <dgm:spPr/>
    </dgm:pt>
    <dgm:pt modelId="{EA63603D-283F-4E34-B759-DCAF43EA0AE9}" type="pres">
      <dgm:prSet presAssocID="{F2C29202-7EC6-4DE0-9F77-6549215033CF}" presName="cycle" presStyleCnt="0"/>
      <dgm:spPr/>
    </dgm:pt>
    <dgm:pt modelId="{61E41F13-8FC8-40AE-BF4B-374557A628DD}" type="pres">
      <dgm:prSet presAssocID="{F2C29202-7EC6-4DE0-9F77-6549215033CF}" presName="srcNode" presStyleLbl="node1" presStyleIdx="0" presStyleCnt="3"/>
      <dgm:spPr/>
    </dgm:pt>
    <dgm:pt modelId="{36858D2A-41C2-496D-ACAC-021D08E4DC6C}" type="pres">
      <dgm:prSet presAssocID="{F2C29202-7EC6-4DE0-9F77-6549215033CF}" presName="conn" presStyleLbl="parChTrans1D2" presStyleIdx="0" presStyleCnt="1"/>
      <dgm:spPr/>
    </dgm:pt>
    <dgm:pt modelId="{352D7C05-B81F-484B-8E65-45955623500F}" type="pres">
      <dgm:prSet presAssocID="{F2C29202-7EC6-4DE0-9F77-6549215033CF}" presName="extraNode" presStyleLbl="node1" presStyleIdx="0" presStyleCnt="3"/>
      <dgm:spPr/>
    </dgm:pt>
    <dgm:pt modelId="{0A39E398-A6F8-4E0D-86D3-0D1DC09E0BFB}" type="pres">
      <dgm:prSet presAssocID="{F2C29202-7EC6-4DE0-9F77-6549215033CF}" presName="dstNode" presStyleLbl="node1" presStyleIdx="0" presStyleCnt="3"/>
      <dgm:spPr/>
    </dgm:pt>
    <dgm:pt modelId="{C54500AD-F455-4DB6-9538-5615BEC1168F}" type="pres">
      <dgm:prSet presAssocID="{D374130D-2237-427D-AA4A-389DDE541B39}" presName="text_1" presStyleLbl="node1" presStyleIdx="0" presStyleCnt="3">
        <dgm:presLayoutVars>
          <dgm:bulletEnabled val="1"/>
        </dgm:presLayoutVars>
      </dgm:prSet>
      <dgm:spPr/>
    </dgm:pt>
    <dgm:pt modelId="{93812659-2C94-4729-9D3D-3326FE8FAB49}" type="pres">
      <dgm:prSet presAssocID="{D374130D-2237-427D-AA4A-389DDE541B39}" presName="accent_1" presStyleCnt="0"/>
      <dgm:spPr/>
    </dgm:pt>
    <dgm:pt modelId="{9753F69D-82D5-4AF4-9F82-F092FE20EF64}" type="pres">
      <dgm:prSet presAssocID="{D374130D-2237-427D-AA4A-389DDE541B39}" presName="accentRepeatNode" presStyleLbl="solidFgAcc1" presStyleIdx="0" presStyleCnt="3"/>
      <dgm:spPr/>
    </dgm:pt>
    <dgm:pt modelId="{3C65E507-FC15-46ED-962A-01D45E9940B5}" type="pres">
      <dgm:prSet presAssocID="{7A7E7065-EE72-420F-A38B-B799F479DAFE}" presName="text_2" presStyleLbl="node1" presStyleIdx="1" presStyleCnt="3">
        <dgm:presLayoutVars>
          <dgm:bulletEnabled val="1"/>
        </dgm:presLayoutVars>
      </dgm:prSet>
      <dgm:spPr/>
    </dgm:pt>
    <dgm:pt modelId="{E9F5072B-7504-421D-A689-785D85BB9A02}" type="pres">
      <dgm:prSet presAssocID="{7A7E7065-EE72-420F-A38B-B799F479DAFE}" presName="accent_2" presStyleCnt="0"/>
      <dgm:spPr/>
    </dgm:pt>
    <dgm:pt modelId="{AE3EBC51-3BD1-471E-B3E2-93635B2C0E6A}" type="pres">
      <dgm:prSet presAssocID="{7A7E7065-EE72-420F-A38B-B799F479DAFE}" presName="accentRepeatNode" presStyleLbl="solidFgAcc1" presStyleIdx="1" presStyleCnt="3"/>
      <dgm:spPr/>
    </dgm:pt>
    <dgm:pt modelId="{CB242F06-DEA5-43AC-B5EF-183004A6CCA6}" type="pres">
      <dgm:prSet presAssocID="{EDA04C9F-DD11-4093-B3B8-76C939A8C106}" presName="text_3" presStyleLbl="node1" presStyleIdx="2" presStyleCnt="3">
        <dgm:presLayoutVars>
          <dgm:bulletEnabled val="1"/>
        </dgm:presLayoutVars>
      </dgm:prSet>
      <dgm:spPr/>
    </dgm:pt>
    <dgm:pt modelId="{09105151-F21A-47AC-BFC6-20A0A7E87B87}" type="pres">
      <dgm:prSet presAssocID="{EDA04C9F-DD11-4093-B3B8-76C939A8C106}" presName="accent_3" presStyleCnt="0"/>
      <dgm:spPr/>
    </dgm:pt>
    <dgm:pt modelId="{5C0148BF-4680-4AC4-A4BF-CF1F54302492}" type="pres">
      <dgm:prSet presAssocID="{EDA04C9F-DD11-4093-B3B8-76C939A8C106}" presName="accentRepeatNode" presStyleLbl="solidFgAcc1" presStyleIdx="2" presStyleCnt="3"/>
      <dgm:spPr/>
    </dgm:pt>
  </dgm:ptLst>
  <dgm:cxnLst>
    <dgm:cxn modelId="{E5D84F15-B8A6-4E0E-96DD-F531FA2CEB59}" type="presOf" srcId="{D374130D-2237-427D-AA4A-389DDE541B39}" destId="{C54500AD-F455-4DB6-9538-5615BEC1168F}" srcOrd="0" destOrd="0" presId="urn:microsoft.com/office/officeart/2008/layout/VerticalCurvedList"/>
    <dgm:cxn modelId="{10B89716-3C63-441E-A0D7-8422CCF19735}" type="presOf" srcId="{6C1C40AE-44FC-42A7-A288-A8BBB677EA96}" destId="{36858D2A-41C2-496D-ACAC-021D08E4DC6C}" srcOrd="0" destOrd="0" presId="urn:microsoft.com/office/officeart/2008/layout/VerticalCurvedList"/>
    <dgm:cxn modelId="{1FB56344-ADB9-49B2-B535-BAD1FE915926}" srcId="{F2C29202-7EC6-4DE0-9F77-6549215033CF}" destId="{D374130D-2237-427D-AA4A-389DDE541B39}" srcOrd="0" destOrd="0" parTransId="{D329AE92-E804-4BCB-91E0-C1DB52558738}" sibTransId="{6C1C40AE-44FC-42A7-A288-A8BBB677EA96}"/>
    <dgm:cxn modelId="{25CADE65-0AFD-4250-9B76-9C657C684854}" type="presOf" srcId="{7A7E7065-EE72-420F-A38B-B799F479DAFE}" destId="{3C65E507-FC15-46ED-962A-01D45E9940B5}" srcOrd="0" destOrd="0" presId="urn:microsoft.com/office/officeart/2008/layout/VerticalCurvedList"/>
    <dgm:cxn modelId="{EFE7074F-FC59-48DE-A89F-0B49C7D6E5C9}" srcId="{F2C29202-7EC6-4DE0-9F77-6549215033CF}" destId="{EDA04C9F-DD11-4093-B3B8-76C939A8C106}" srcOrd="2" destOrd="0" parTransId="{B7058CBA-478A-40EC-849D-4C037D427B6D}" sibTransId="{4A851A88-B0A5-4FEE-809B-02DB3C383049}"/>
    <dgm:cxn modelId="{EEB6868D-ABE7-435A-93E1-647289B2C635}" type="presOf" srcId="{EDA04C9F-DD11-4093-B3B8-76C939A8C106}" destId="{CB242F06-DEA5-43AC-B5EF-183004A6CCA6}" srcOrd="0" destOrd="0" presId="urn:microsoft.com/office/officeart/2008/layout/VerticalCurvedList"/>
    <dgm:cxn modelId="{85A2E8E0-84E8-4C86-B9C4-BEC8503C5E28}" srcId="{F2C29202-7EC6-4DE0-9F77-6549215033CF}" destId="{7A7E7065-EE72-420F-A38B-B799F479DAFE}" srcOrd="1" destOrd="0" parTransId="{D4215AFE-EFF3-4B8B-A1B3-5885646E2B38}" sibTransId="{338B8F17-EE27-45F2-B8EA-443F9A4160B9}"/>
    <dgm:cxn modelId="{1ABA71EA-BE0D-43DE-BABB-7A9A8FFD442D}" type="presOf" srcId="{F2C29202-7EC6-4DE0-9F77-6549215033CF}" destId="{A275062C-8D68-4188-B351-EC611E218761}" srcOrd="0" destOrd="0" presId="urn:microsoft.com/office/officeart/2008/layout/VerticalCurvedList"/>
    <dgm:cxn modelId="{283BF186-2467-4B02-9133-A558B6EC5744}" type="presParOf" srcId="{A275062C-8D68-4188-B351-EC611E218761}" destId="{9297A15F-86B3-4AD9-90F6-9F5F359F5B5D}" srcOrd="0" destOrd="0" presId="urn:microsoft.com/office/officeart/2008/layout/VerticalCurvedList"/>
    <dgm:cxn modelId="{1EF04429-1359-4D34-95C3-FD4A93A622F1}" type="presParOf" srcId="{9297A15F-86B3-4AD9-90F6-9F5F359F5B5D}" destId="{EA63603D-283F-4E34-B759-DCAF43EA0AE9}" srcOrd="0" destOrd="0" presId="urn:microsoft.com/office/officeart/2008/layout/VerticalCurvedList"/>
    <dgm:cxn modelId="{978AA3CB-EA15-4D60-A264-736336D3E465}" type="presParOf" srcId="{EA63603D-283F-4E34-B759-DCAF43EA0AE9}" destId="{61E41F13-8FC8-40AE-BF4B-374557A628DD}" srcOrd="0" destOrd="0" presId="urn:microsoft.com/office/officeart/2008/layout/VerticalCurvedList"/>
    <dgm:cxn modelId="{6949C2F0-6F7F-42D6-A9B2-D19C9493BD55}" type="presParOf" srcId="{EA63603D-283F-4E34-B759-DCAF43EA0AE9}" destId="{36858D2A-41C2-496D-ACAC-021D08E4DC6C}" srcOrd="1" destOrd="0" presId="urn:microsoft.com/office/officeart/2008/layout/VerticalCurvedList"/>
    <dgm:cxn modelId="{3333005E-30B2-43E0-9D99-4A95D48013E6}" type="presParOf" srcId="{EA63603D-283F-4E34-B759-DCAF43EA0AE9}" destId="{352D7C05-B81F-484B-8E65-45955623500F}" srcOrd="2" destOrd="0" presId="urn:microsoft.com/office/officeart/2008/layout/VerticalCurvedList"/>
    <dgm:cxn modelId="{32ECA94F-B031-4B1E-BDE5-201F2B80DFBB}" type="presParOf" srcId="{EA63603D-283F-4E34-B759-DCAF43EA0AE9}" destId="{0A39E398-A6F8-4E0D-86D3-0D1DC09E0BFB}" srcOrd="3" destOrd="0" presId="urn:microsoft.com/office/officeart/2008/layout/VerticalCurvedList"/>
    <dgm:cxn modelId="{1A17C535-966B-497F-883B-E600A24531C0}" type="presParOf" srcId="{9297A15F-86B3-4AD9-90F6-9F5F359F5B5D}" destId="{C54500AD-F455-4DB6-9538-5615BEC1168F}" srcOrd="1" destOrd="0" presId="urn:microsoft.com/office/officeart/2008/layout/VerticalCurvedList"/>
    <dgm:cxn modelId="{D78E906F-C80B-437E-A58E-901E5742E303}" type="presParOf" srcId="{9297A15F-86B3-4AD9-90F6-9F5F359F5B5D}" destId="{93812659-2C94-4729-9D3D-3326FE8FAB49}" srcOrd="2" destOrd="0" presId="urn:microsoft.com/office/officeart/2008/layout/VerticalCurvedList"/>
    <dgm:cxn modelId="{371E93E6-B434-4520-93BC-33D84202C90A}" type="presParOf" srcId="{93812659-2C94-4729-9D3D-3326FE8FAB49}" destId="{9753F69D-82D5-4AF4-9F82-F092FE20EF64}" srcOrd="0" destOrd="0" presId="urn:microsoft.com/office/officeart/2008/layout/VerticalCurvedList"/>
    <dgm:cxn modelId="{1CCD0D83-844B-4D54-9615-5B01705E67F7}" type="presParOf" srcId="{9297A15F-86B3-4AD9-90F6-9F5F359F5B5D}" destId="{3C65E507-FC15-46ED-962A-01D45E9940B5}" srcOrd="3" destOrd="0" presId="urn:microsoft.com/office/officeart/2008/layout/VerticalCurvedList"/>
    <dgm:cxn modelId="{3FC49D9F-A3F7-467B-ACDD-45215426E9E7}" type="presParOf" srcId="{9297A15F-86B3-4AD9-90F6-9F5F359F5B5D}" destId="{E9F5072B-7504-421D-A689-785D85BB9A02}" srcOrd="4" destOrd="0" presId="urn:microsoft.com/office/officeart/2008/layout/VerticalCurvedList"/>
    <dgm:cxn modelId="{EFAF8A24-189E-42F0-8A26-07E0B70B16BC}" type="presParOf" srcId="{E9F5072B-7504-421D-A689-785D85BB9A02}" destId="{AE3EBC51-3BD1-471E-B3E2-93635B2C0E6A}" srcOrd="0" destOrd="0" presId="urn:microsoft.com/office/officeart/2008/layout/VerticalCurvedList"/>
    <dgm:cxn modelId="{C8DB5969-00E8-4A99-8B0A-FDBF36ACB091}" type="presParOf" srcId="{9297A15F-86B3-4AD9-90F6-9F5F359F5B5D}" destId="{CB242F06-DEA5-43AC-B5EF-183004A6CCA6}" srcOrd="5" destOrd="0" presId="urn:microsoft.com/office/officeart/2008/layout/VerticalCurvedList"/>
    <dgm:cxn modelId="{F3EEE902-2932-407D-B8E8-876FDCBCED70}" type="presParOf" srcId="{9297A15F-86B3-4AD9-90F6-9F5F359F5B5D}" destId="{09105151-F21A-47AC-BFC6-20A0A7E87B87}" srcOrd="6" destOrd="0" presId="urn:microsoft.com/office/officeart/2008/layout/VerticalCurvedList"/>
    <dgm:cxn modelId="{AB972764-CC78-43CF-9048-DDF07C15220B}" type="presParOf" srcId="{09105151-F21A-47AC-BFC6-20A0A7E87B87}" destId="{5C0148BF-4680-4AC4-A4BF-CF1F5430249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44AD68-804A-45ED-8DD2-2FC260495A96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3ACE3B3B-2853-44C7-8049-E508A96014E4}">
      <dgm:prSet phldrT="[Texto]" phldr="0"/>
      <dgm:spPr/>
      <dgm:t>
        <a:bodyPr/>
        <a:lstStyle/>
        <a:p>
          <a:r>
            <a:rPr lang="es-ES">
              <a:latin typeface="Arial"/>
            </a:rPr>
            <a:t>Características</a:t>
          </a:r>
          <a:endParaRPr lang="es-ES"/>
        </a:p>
      </dgm:t>
    </dgm:pt>
    <dgm:pt modelId="{4789D2E1-0B18-4924-9D82-129C73801587}" type="parTrans" cxnId="{9EAE6AE3-8B77-436D-964E-0259DAA845B2}">
      <dgm:prSet/>
      <dgm:spPr/>
      <dgm:t>
        <a:bodyPr/>
        <a:lstStyle/>
        <a:p>
          <a:endParaRPr lang="es-ES"/>
        </a:p>
      </dgm:t>
    </dgm:pt>
    <dgm:pt modelId="{70D3E036-BDEE-4415-AEB0-6831B9B32F90}" type="sibTrans" cxnId="{9EAE6AE3-8B77-436D-964E-0259DAA845B2}">
      <dgm:prSet/>
      <dgm:spPr/>
      <dgm:t>
        <a:bodyPr/>
        <a:lstStyle/>
        <a:p>
          <a:endParaRPr lang="es-ES"/>
        </a:p>
      </dgm:t>
    </dgm:pt>
    <dgm:pt modelId="{392125C0-D270-4F3F-81B6-EA226D8AF48A}">
      <dgm:prSet phldrT="[Texto]" phldr="0"/>
      <dgm:spPr/>
      <dgm:t>
        <a:bodyPr/>
        <a:lstStyle/>
        <a:p>
          <a:pPr rtl="0"/>
          <a:r>
            <a:rPr lang="es-ES"/>
            <a:t>Divide </a:t>
          </a:r>
          <a:r>
            <a:rPr lang="es-ES">
              <a:latin typeface="Arial"/>
            </a:rPr>
            <a:t>datos</a:t>
          </a:r>
          <a:r>
            <a:rPr lang="es-ES"/>
            <a:t> en bloques y distribuye entre </a:t>
          </a:r>
          <a:r>
            <a:rPr lang="es-ES">
              <a:latin typeface="Arial"/>
            </a:rPr>
            <a:t>2 o</a:t>
          </a:r>
          <a:r>
            <a:rPr lang="es-ES" sz="1800">
              <a:latin typeface="Arial"/>
            </a:rPr>
            <a:t> </a:t>
          </a:r>
          <a:r>
            <a:rPr lang="es-ES"/>
            <a:t>más discos</a:t>
          </a:r>
          <a:r>
            <a:rPr lang="es-ES" sz="1800"/>
            <a:t>.</a:t>
          </a:r>
          <a:endParaRPr lang="es-ES"/>
        </a:p>
      </dgm:t>
    </dgm:pt>
    <dgm:pt modelId="{8E65D104-36BD-4E21-A774-F0BBA8042D9D}" type="parTrans" cxnId="{109F08C9-E51F-4F46-AEE4-D1ED0E04B287}">
      <dgm:prSet/>
      <dgm:spPr/>
      <dgm:t>
        <a:bodyPr/>
        <a:lstStyle/>
        <a:p>
          <a:endParaRPr lang="es-ES"/>
        </a:p>
      </dgm:t>
    </dgm:pt>
    <dgm:pt modelId="{D5DEDC77-4802-4737-80EA-19AD2324D5E2}" type="sibTrans" cxnId="{109F08C9-E51F-4F46-AEE4-D1ED0E04B287}">
      <dgm:prSet/>
      <dgm:spPr/>
      <dgm:t>
        <a:bodyPr/>
        <a:lstStyle/>
        <a:p>
          <a:endParaRPr lang="es-ES"/>
        </a:p>
      </dgm:t>
    </dgm:pt>
    <dgm:pt modelId="{387E93C8-615A-468F-B462-A40C71740EB8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No hay redundancia de datos.</a:t>
          </a:r>
          <a:endParaRPr lang="es-ES"/>
        </a:p>
      </dgm:t>
    </dgm:pt>
    <dgm:pt modelId="{D5E8AB61-3FA9-42CC-B5E8-431E299406EA}" type="parTrans" cxnId="{8F454A9D-5526-4C23-AFE1-6FF6E4F6115C}">
      <dgm:prSet/>
      <dgm:spPr/>
      <dgm:t>
        <a:bodyPr/>
        <a:lstStyle/>
        <a:p>
          <a:endParaRPr lang="es-ES"/>
        </a:p>
      </dgm:t>
    </dgm:pt>
    <dgm:pt modelId="{425FFF91-357A-4256-81B2-E79486E20542}" type="sibTrans" cxnId="{8F454A9D-5526-4C23-AFE1-6FF6E4F6115C}">
      <dgm:prSet/>
      <dgm:spPr/>
      <dgm:t>
        <a:bodyPr/>
        <a:lstStyle/>
        <a:p>
          <a:endParaRPr lang="es-ES"/>
        </a:p>
      </dgm:t>
    </dgm:pt>
    <dgm:pt modelId="{D9FF3E6B-5AE1-4B69-86AB-C48BB8211012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Ventajas - Desventajas</a:t>
          </a:r>
          <a:endParaRPr lang="es-ES"/>
        </a:p>
      </dgm:t>
    </dgm:pt>
    <dgm:pt modelId="{69CF6466-302D-4351-9CF3-1206ED37773E}" type="parTrans" cxnId="{0A50DB96-D735-435B-8CC5-46B53C1F95D5}">
      <dgm:prSet/>
      <dgm:spPr/>
      <dgm:t>
        <a:bodyPr/>
        <a:lstStyle/>
        <a:p>
          <a:endParaRPr lang="es-ES"/>
        </a:p>
      </dgm:t>
    </dgm:pt>
    <dgm:pt modelId="{19709A2D-04CB-4F66-A72A-44FDF4A4D463}" type="sibTrans" cxnId="{0A50DB96-D735-435B-8CC5-46B53C1F95D5}">
      <dgm:prSet/>
      <dgm:spPr/>
      <dgm:t>
        <a:bodyPr/>
        <a:lstStyle/>
        <a:p>
          <a:endParaRPr lang="es-ES"/>
        </a:p>
      </dgm:t>
    </dgm:pt>
    <dgm:pt modelId="{B85EDF32-7F2A-468B-B6C1-7431D859B535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Si un disco falla se pierde toda información.</a:t>
          </a:r>
          <a:endParaRPr lang="es-ES"/>
        </a:p>
      </dgm:t>
    </dgm:pt>
    <dgm:pt modelId="{C6CB1C4F-2980-4721-B489-05EA56890421}" type="parTrans" cxnId="{9AC065CE-4540-4969-B381-1BAB6D905761}">
      <dgm:prSet/>
      <dgm:spPr/>
      <dgm:t>
        <a:bodyPr/>
        <a:lstStyle/>
        <a:p>
          <a:endParaRPr lang="es-ES"/>
        </a:p>
      </dgm:t>
    </dgm:pt>
    <dgm:pt modelId="{436721BE-8C13-4C5F-BDE5-C34EBDD79386}" type="sibTrans" cxnId="{9AC065CE-4540-4969-B381-1BAB6D905761}">
      <dgm:prSet/>
      <dgm:spPr/>
      <dgm:t>
        <a:bodyPr/>
        <a:lstStyle/>
        <a:p>
          <a:endParaRPr lang="es-ES"/>
        </a:p>
      </dgm:t>
    </dgm:pt>
    <dgm:pt modelId="{9FDE051C-B253-45AD-B168-F6468B0677B6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 Usos</a:t>
          </a:r>
          <a:endParaRPr lang="es-ES"/>
        </a:p>
      </dgm:t>
    </dgm:pt>
    <dgm:pt modelId="{F4BF282B-D981-4012-BC05-E42EFFF2C873}" type="parTrans" cxnId="{7A4980A1-FB49-4F79-97FC-20FF49074A3E}">
      <dgm:prSet/>
      <dgm:spPr/>
      <dgm:t>
        <a:bodyPr/>
        <a:lstStyle/>
        <a:p>
          <a:endParaRPr lang="es-ES"/>
        </a:p>
      </dgm:t>
    </dgm:pt>
    <dgm:pt modelId="{73349713-5E13-4111-ACCE-AD259FAFE481}" type="sibTrans" cxnId="{7A4980A1-FB49-4F79-97FC-20FF49074A3E}">
      <dgm:prSet/>
      <dgm:spPr/>
      <dgm:t>
        <a:bodyPr/>
        <a:lstStyle/>
        <a:p>
          <a:endParaRPr lang="es-ES"/>
        </a:p>
      </dgm:t>
    </dgm:pt>
    <dgm:pt modelId="{60A90CC4-9E5E-4A79-9A56-4B3BC601CCCF}">
      <dgm:prSet phldr="0"/>
      <dgm:spPr/>
      <dgm:t>
        <a:bodyPr/>
        <a:lstStyle/>
        <a:p>
          <a:pPr rtl="0"/>
          <a:r>
            <a:rPr lang="es-ES">
              <a:latin typeface="Arial"/>
            </a:rPr>
            <a:t> Sistemas donde el rendimiento importa más que la seguridad de los datos como videojuegos.</a:t>
          </a:r>
        </a:p>
      </dgm:t>
    </dgm:pt>
    <dgm:pt modelId="{4D60E54E-BCC9-4A48-BF13-547BBF23DF47}" type="parTrans" cxnId="{47E68E9C-C7F4-4ACC-96DA-76B4BB6C52E7}">
      <dgm:prSet/>
      <dgm:spPr/>
    </dgm:pt>
    <dgm:pt modelId="{1EA64EC2-EB73-4D48-B9B9-0F3E7349714E}" type="sibTrans" cxnId="{47E68E9C-C7F4-4ACC-96DA-76B4BB6C52E7}">
      <dgm:prSet/>
      <dgm:spPr/>
    </dgm:pt>
    <dgm:pt modelId="{EBD37D68-8A1A-4F4B-947A-DA7776E9B982}">
      <dgm:prSet phldr="0"/>
      <dgm:spPr/>
      <dgm:t>
        <a:bodyPr/>
        <a:lstStyle/>
        <a:p>
          <a:pPr rtl="0"/>
          <a:r>
            <a:rPr lang="es-ES">
              <a:latin typeface="Arial"/>
            </a:rPr>
            <a:t>Aprovecha la capacidad de los discos.</a:t>
          </a:r>
          <a:endParaRPr lang="es-ES"/>
        </a:p>
      </dgm:t>
    </dgm:pt>
    <dgm:pt modelId="{CDB83C7B-F314-4565-A720-441C87A6D88A}" type="parTrans" cxnId="{55B28527-A944-4ACE-81B9-C3EE634B6C90}">
      <dgm:prSet/>
      <dgm:spPr/>
    </dgm:pt>
    <dgm:pt modelId="{4AFF0305-A4A6-47EA-AC01-472DD6225B29}" type="sibTrans" cxnId="{55B28527-A944-4ACE-81B9-C3EE634B6C90}">
      <dgm:prSet/>
      <dgm:spPr/>
    </dgm:pt>
    <dgm:pt modelId="{BF682521-88D8-4C14-A593-A4DD8E99E10A}" type="pres">
      <dgm:prSet presAssocID="{9044AD68-804A-45ED-8DD2-2FC260495A96}" presName="Name0" presStyleCnt="0">
        <dgm:presLayoutVars>
          <dgm:dir/>
          <dgm:animLvl val="lvl"/>
          <dgm:resizeHandles val="exact"/>
        </dgm:presLayoutVars>
      </dgm:prSet>
      <dgm:spPr/>
    </dgm:pt>
    <dgm:pt modelId="{079EA917-9503-4A03-9DD6-ECBCEBBA1160}" type="pres">
      <dgm:prSet presAssocID="{3ACE3B3B-2853-44C7-8049-E508A96014E4}" presName="composite" presStyleCnt="0"/>
      <dgm:spPr/>
    </dgm:pt>
    <dgm:pt modelId="{99D57505-114F-4CF8-B9D1-607C33B92111}" type="pres">
      <dgm:prSet presAssocID="{3ACE3B3B-2853-44C7-8049-E508A96014E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3F6CB28-3DC5-4CC8-B0C7-381728C06789}" type="pres">
      <dgm:prSet presAssocID="{3ACE3B3B-2853-44C7-8049-E508A96014E4}" presName="desTx" presStyleLbl="alignAccFollowNode1" presStyleIdx="0" presStyleCnt="3">
        <dgm:presLayoutVars>
          <dgm:bulletEnabled val="1"/>
        </dgm:presLayoutVars>
      </dgm:prSet>
      <dgm:spPr/>
    </dgm:pt>
    <dgm:pt modelId="{576F898B-D390-44EB-A0E0-B2D09C416BD2}" type="pres">
      <dgm:prSet presAssocID="{70D3E036-BDEE-4415-AEB0-6831B9B32F90}" presName="space" presStyleCnt="0"/>
      <dgm:spPr/>
    </dgm:pt>
    <dgm:pt modelId="{29B95F9F-B01D-49D4-820E-36BD6DB16BAA}" type="pres">
      <dgm:prSet presAssocID="{D9FF3E6B-5AE1-4B69-86AB-C48BB8211012}" presName="composite" presStyleCnt="0"/>
      <dgm:spPr/>
    </dgm:pt>
    <dgm:pt modelId="{27EFA2CF-97DF-46DC-A027-55BA4AAAFAED}" type="pres">
      <dgm:prSet presAssocID="{D9FF3E6B-5AE1-4B69-86AB-C48BB821101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F24A37F-7229-4D61-9AF8-EF1746C79B83}" type="pres">
      <dgm:prSet presAssocID="{D9FF3E6B-5AE1-4B69-86AB-C48BB8211012}" presName="desTx" presStyleLbl="alignAccFollowNode1" presStyleIdx="1" presStyleCnt="3">
        <dgm:presLayoutVars>
          <dgm:bulletEnabled val="1"/>
        </dgm:presLayoutVars>
      </dgm:prSet>
      <dgm:spPr/>
    </dgm:pt>
    <dgm:pt modelId="{7A8DA948-04ED-44DF-9ED6-27260E18550F}" type="pres">
      <dgm:prSet presAssocID="{19709A2D-04CB-4F66-A72A-44FDF4A4D463}" presName="space" presStyleCnt="0"/>
      <dgm:spPr/>
    </dgm:pt>
    <dgm:pt modelId="{3EE4B3EA-DD47-4623-AB1F-BB6F7C1940D9}" type="pres">
      <dgm:prSet presAssocID="{9FDE051C-B253-45AD-B168-F6468B0677B6}" presName="composite" presStyleCnt="0"/>
      <dgm:spPr/>
    </dgm:pt>
    <dgm:pt modelId="{7AE805C7-D79F-4326-BD27-B9F53F6FC925}" type="pres">
      <dgm:prSet presAssocID="{9FDE051C-B253-45AD-B168-F6468B0677B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13DAB5F-AA1A-4DD5-B837-F3844D104CD1}" type="pres">
      <dgm:prSet presAssocID="{9FDE051C-B253-45AD-B168-F6468B0677B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682F103-C057-41DE-9268-F926709CDB7D}" type="presOf" srcId="{D9FF3E6B-5AE1-4B69-86AB-C48BB8211012}" destId="{27EFA2CF-97DF-46DC-A027-55BA4AAAFAED}" srcOrd="0" destOrd="0" presId="urn:microsoft.com/office/officeart/2005/8/layout/hList1"/>
    <dgm:cxn modelId="{5F1B1719-35FD-49B8-A721-A9401E025EAC}" type="presOf" srcId="{9FDE051C-B253-45AD-B168-F6468B0677B6}" destId="{7AE805C7-D79F-4326-BD27-B9F53F6FC925}" srcOrd="0" destOrd="0" presId="urn:microsoft.com/office/officeart/2005/8/layout/hList1"/>
    <dgm:cxn modelId="{55B28527-A944-4ACE-81B9-C3EE634B6C90}" srcId="{D9FF3E6B-5AE1-4B69-86AB-C48BB8211012}" destId="{EBD37D68-8A1A-4F4B-947A-DA7776E9B982}" srcOrd="0" destOrd="0" parTransId="{CDB83C7B-F314-4565-A720-441C87A6D88A}" sibTransId="{4AFF0305-A4A6-47EA-AC01-472DD6225B29}"/>
    <dgm:cxn modelId="{8816EE3B-40B7-4E43-BA7D-4239F317566D}" type="presOf" srcId="{3ACE3B3B-2853-44C7-8049-E508A96014E4}" destId="{99D57505-114F-4CF8-B9D1-607C33B92111}" srcOrd="0" destOrd="0" presId="urn:microsoft.com/office/officeart/2005/8/layout/hList1"/>
    <dgm:cxn modelId="{797F1D47-2B97-46CB-9196-F97982688998}" type="presOf" srcId="{387E93C8-615A-468F-B462-A40C71740EB8}" destId="{C3F6CB28-3DC5-4CC8-B0C7-381728C06789}" srcOrd="0" destOrd="1" presId="urn:microsoft.com/office/officeart/2005/8/layout/hList1"/>
    <dgm:cxn modelId="{D2493653-0F37-4963-BE2E-9B59DC8864F6}" type="presOf" srcId="{9044AD68-804A-45ED-8DD2-2FC260495A96}" destId="{BF682521-88D8-4C14-A593-A4DD8E99E10A}" srcOrd="0" destOrd="0" presId="urn:microsoft.com/office/officeart/2005/8/layout/hList1"/>
    <dgm:cxn modelId="{F0D6738E-8BBC-48A4-B4D0-EB78FC727374}" type="presOf" srcId="{B85EDF32-7F2A-468B-B6C1-7431D859B535}" destId="{CF24A37F-7229-4D61-9AF8-EF1746C79B83}" srcOrd="0" destOrd="1" presId="urn:microsoft.com/office/officeart/2005/8/layout/hList1"/>
    <dgm:cxn modelId="{0A50DB96-D735-435B-8CC5-46B53C1F95D5}" srcId="{9044AD68-804A-45ED-8DD2-2FC260495A96}" destId="{D9FF3E6B-5AE1-4B69-86AB-C48BB8211012}" srcOrd="1" destOrd="0" parTransId="{69CF6466-302D-4351-9CF3-1206ED37773E}" sibTransId="{19709A2D-04CB-4F66-A72A-44FDF4A4D463}"/>
    <dgm:cxn modelId="{15BB8998-E3E3-4603-BDB6-4C7223F591D6}" type="presOf" srcId="{EBD37D68-8A1A-4F4B-947A-DA7776E9B982}" destId="{CF24A37F-7229-4D61-9AF8-EF1746C79B83}" srcOrd="0" destOrd="0" presId="urn:microsoft.com/office/officeart/2005/8/layout/hList1"/>
    <dgm:cxn modelId="{47E68E9C-C7F4-4ACC-96DA-76B4BB6C52E7}" srcId="{9FDE051C-B253-45AD-B168-F6468B0677B6}" destId="{60A90CC4-9E5E-4A79-9A56-4B3BC601CCCF}" srcOrd="0" destOrd="0" parTransId="{4D60E54E-BCC9-4A48-BF13-547BBF23DF47}" sibTransId="{1EA64EC2-EB73-4D48-B9B9-0F3E7349714E}"/>
    <dgm:cxn modelId="{8F454A9D-5526-4C23-AFE1-6FF6E4F6115C}" srcId="{3ACE3B3B-2853-44C7-8049-E508A96014E4}" destId="{387E93C8-615A-468F-B462-A40C71740EB8}" srcOrd="1" destOrd="0" parTransId="{D5E8AB61-3FA9-42CC-B5E8-431E299406EA}" sibTransId="{425FFF91-357A-4256-81B2-E79486E20542}"/>
    <dgm:cxn modelId="{7A4980A1-FB49-4F79-97FC-20FF49074A3E}" srcId="{9044AD68-804A-45ED-8DD2-2FC260495A96}" destId="{9FDE051C-B253-45AD-B168-F6468B0677B6}" srcOrd="2" destOrd="0" parTransId="{F4BF282B-D981-4012-BC05-E42EFFF2C873}" sibTransId="{73349713-5E13-4111-ACCE-AD259FAFE481}"/>
    <dgm:cxn modelId="{34FF7EA4-AAAC-4750-A21A-5EACD2BA92CE}" type="presOf" srcId="{60A90CC4-9E5E-4A79-9A56-4B3BC601CCCF}" destId="{413DAB5F-AA1A-4DD5-B837-F3844D104CD1}" srcOrd="0" destOrd="0" presId="urn:microsoft.com/office/officeart/2005/8/layout/hList1"/>
    <dgm:cxn modelId="{EB61ECAD-3F46-43BE-BD4E-76673F8716C4}" type="presOf" srcId="{392125C0-D270-4F3F-81B6-EA226D8AF48A}" destId="{C3F6CB28-3DC5-4CC8-B0C7-381728C06789}" srcOrd="0" destOrd="0" presId="urn:microsoft.com/office/officeart/2005/8/layout/hList1"/>
    <dgm:cxn modelId="{109F08C9-E51F-4F46-AEE4-D1ED0E04B287}" srcId="{3ACE3B3B-2853-44C7-8049-E508A96014E4}" destId="{392125C0-D270-4F3F-81B6-EA226D8AF48A}" srcOrd="0" destOrd="0" parTransId="{8E65D104-36BD-4E21-A774-F0BBA8042D9D}" sibTransId="{D5DEDC77-4802-4737-80EA-19AD2324D5E2}"/>
    <dgm:cxn modelId="{9AC065CE-4540-4969-B381-1BAB6D905761}" srcId="{D9FF3E6B-5AE1-4B69-86AB-C48BB8211012}" destId="{B85EDF32-7F2A-468B-B6C1-7431D859B535}" srcOrd="1" destOrd="0" parTransId="{C6CB1C4F-2980-4721-B489-05EA56890421}" sibTransId="{436721BE-8C13-4C5F-BDE5-C34EBDD79386}"/>
    <dgm:cxn modelId="{9EAE6AE3-8B77-436D-964E-0259DAA845B2}" srcId="{9044AD68-804A-45ED-8DD2-2FC260495A96}" destId="{3ACE3B3B-2853-44C7-8049-E508A96014E4}" srcOrd="0" destOrd="0" parTransId="{4789D2E1-0B18-4924-9D82-129C73801587}" sibTransId="{70D3E036-BDEE-4415-AEB0-6831B9B32F90}"/>
    <dgm:cxn modelId="{237712F8-5470-4C61-91C3-8E2EAE23E1DE}" type="presParOf" srcId="{BF682521-88D8-4C14-A593-A4DD8E99E10A}" destId="{079EA917-9503-4A03-9DD6-ECBCEBBA1160}" srcOrd="0" destOrd="0" presId="urn:microsoft.com/office/officeart/2005/8/layout/hList1"/>
    <dgm:cxn modelId="{855D8BAE-58FC-4869-AA9C-33E6CFDB81CA}" type="presParOf" srcId="{079EA917-9503-4A03-9DD6-ECBCEBBA1160}" destId="{99D57505-114F-4CF8-B9D1-607C33B92111}" srcOrd="0" destOrd="0" presId="urn:microsoft.com/office/officeart/2005/8/layout/hList1"/>
    <dgm:cxn modelId="{2F0F2792-6E18-4C00-B127-32BCFC9D6AB3}" type="presParOf" srcId="{079EA917-9503-4A03-9DD6-ECBCEBBA1160}" destId="{C3F6CB28-3DC5-4CC8-B0C7-381728C06789}" srcOrd="1" destOrd="0" presId="urn:microsoft.com/office/officeart/2005/8/layout/hList1"/>
    <dgm:cxn modelId="{D28CF013-BAF0-483A-A676-46FDEC047427}" type="presParOf" srcId="{BF682521-88D8-4C14-A593-A4DD8E99E10A}" destId="{576F898B-D390-44EB-A0E0-B2D09C416BD2}" srcOrd="1" destOrd="0" presId="urn:microsoft.com/office/officeart/2005/8/layout/hList1"/>
    <dgm:cxn modelId="{48C5C5E3-E6AE-469D-88B1-FB4B36C052D0}" type="presParOf" srcId="{BF682521-88D8-4C14-A593-A4DD8E99E10A}" destId="{29B95F9F-B01D-49D4-820E-36BD6DB16BAA}" srcOrd="2" destOrd="0" presId="urn:microsoft.com/office/officeart/2005/8/layout/hList1"/>
    <dgm:cxn modelId="{93C1A666-4B61-4ED3-B6EF-B0AB43223780}" type="presParOf" srcId="{29B95F9F-B01D-49D4-820E-36BD6DB16BAA}" destId="{27EFA2CF-97DF-46DC-A027-55BA4AAAFAED}" srcOrd="0" destOrd="0" presId="urn:microsoft.com/office/officeart/2005/8/layout/hList1"/>
    <dgm:cxn modelId="{F24F7770-4528-4E83-816F-9AD39B128BCD}" type="presParOf" srcId="{29B95F9F-B01D-49D4-820E-36BD6DB16BAA}" destId="{CF24A37F-7229-4D61-9AF8-EF1746C79B83}" srcOrd="1" destOrd="0" presId="urn:microsoft.com/office/officeart/2005/8/layout/hList1"/>
    <dgm:cxn modelId="{5E29384C-7C93-4976-9D76-7A1948C8AF2C}" type="presParOf" srcId="{BF682521-88D8-4C14-A593-A4DD8E99E10A}" destId="{7A8DA948-04ED-44DF-9ED6-27260E18550F}" srcOrd="3" destOrd="0" presId="urn:microsoft.com/office/officeart/2005/8/layout/hList1"/>
    <dgm:cxn modelId="{791E8116-B41A-4055-8CD0-27178E877D62}" type="presParOf" srcId="{BF682521-88D8-4C14-A593-A4DD8E99E10A}" destId="{3EE4B3EA-DD47-4623-AB1F-BB6F7C1940D9}" srcOrd="4" destOrd="0" presId="urn:microsoft.com/office/officeart/2005/8/layout/hList1"/>
    <dgm:cxn modelId="{5A4E8B3D-B8E3-4B0E-876C-714A7C026DF3}" type="presParOf" srcId="{3EE4B3EA-DD47-4623-AB1F-BB6F7C1940D9}" destId="{7AE805C7-D79F-4326-BD27-B9F53F6FC925}" srcOrd="0" destOrd="0" presId="urn:microsoft.com/office/officeart/2005/8/layout/hList1"/>
    <dgm:cxn modelId="{94701B17-F7A9-4A83-B24E-79FAE0C9B9D4}" type="presParOf" srcId="{3EE4B3EA-DD47-4623-AB1F-BB6F7C1940D9}" destId="{413DAB5F-AA1A-4DD5-B837-F3844D104C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44AD68-804A-45ED-8DD2-2FC260495A96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3ACE3B3B-2853-44C7-8049-E508A96014E4}">
      <dgm:prSet phldrT="[Texto]" phldr="0"/>
      <dgm:spPr/>
      <dgm:t>
        <a:bodyPr/>
        <a:lstStyle/>
        <a:p>
          <a:r>
            <a:rPr lang="es-ES">
              <a:latin typeface="Arial"/>
            </a:rPr>
            <a:t>Características</a:t>
          </a:r>
          <a:endParaRPr lang="es-ES"/>
        </a:p>
      </dgm:t>
    </dgm:pt>
    <dgm:pt modelId="{4789D2E1-0B18-4924-9D82-129C73801587}" type="parTrans" cxnId="{9EAE6AE3-8B77-436D-964E-0259DAA845B2}">
      <dgm:prSet/>
      <dgm:spPr/>
      <dgm:t>
        <a:bodyPr/>
        <a:lstStyle/>
        <a:p>
          <a:endParaRPr lang="es-ES"/>
        </a:p>
      </dgm:t>
    </dgm:pt>
    <dgm:pt modelId="{70D3E036-BDEE-4415-AEB0-6831B9B32F90}" type="sibTrans" cxnId="{9EAE6AE3-8B77-436D-964E-0259DAA845B2}">
      <dgm:prSet/>
      <dgm:spPr/>
      <dgm:t>
        <a:bodyPr/>
        <a:lstStyle/>
        <a:p>
          <a:endParaRPr lang="es-ES"/>
        </a:p>
      </dgm:t>
    </dgm:pt>
    <dgm:pt modelId="{392125C0-D270-4F3F-81B6-EA226D8AF48A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Duplica los datos en dos discos. </a:t>
          </a:r>
          <a:endParaRPr lang="es-ES"/>
        </a:p>
      </dgm:t>
    </dgm:pt>
    <dgm:pt modelId="{8E65D104-36BD-4E21-A774-F0BBA8042D9D}" type="parTrans" cxnId="{109F08C9-E51F-4F46-AEE4-D1ED0E04B287}">
      <dgm:prSet/>
      <dgm:spPr/>
      <dgm:t>
        <a:bodyPr/>
        <a:lstStyle/>
        <a:p>
          <a:endParaRPr lang="es-ES"/>
        </a:p>
      </dgm:t>
    </dgm:pt>
    <dgm:pt modelId="{D5DEDC77-4802-4737-80EA-19AD2324D5E2}" type="sibTrans" cxnId="{109F08C9-E51F-4F46-AEE4-D1ED0E04B287}">
      <dgm:prSet/>
      <dgm:spPr/>
      <dgm:t>
        <a:bodyPr/>
        <a:lstStyle/>
        <a:p>
          <a:endParaRPr lang="es-ES"/>
        </a:p>
      </dgm:t>
    </dgm:pt>
    <dgm:pt modelId="{387E93C8-615A-468F-B462-A40C71740EB8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Si falla un disco el otro tiene la copia exacta.</a:t>
          </a:r>
          <a:endParaRPr lang="es-ES"/>
        </a:p>
      </dgm:t>
    </dgm:pt>
    <dgm:pt modelId="{D5E8AB61-3FA9-42CC-B5E8-431E299406EA}" type="parTrans" cxnId="{8F454A9D-5526-4C23-AFE1-6FF6E4F6115C}">
      <dgm:prSet/>
      <dgm:spPr/>
      <dgm:t>
        <a:bodyPr/>
        <a:lstStyle/>
        <a:p>
          <a:endParaRPr lang="es-ES"/>
        </a:p>
      </dgm:t>
    </dgm:pt>
    <dgm:pt modelId="{425FFF91-357A-4256-81B2-E79486E20542}" type="sibTrans" cxnId="{8F454A9D-5526-4C23-AFE1-6FF6E4F6115C}">
      <dgm:prSet/>
      <dgm:spPr/>
      <dgm:t>
        <a:bodyPr/>
        <a:lstStyle/>
        <a:p>
          <a:endParaRPr lang="es-ES"/>
        </a:p>
      </dgm:t>
    </dgm:pt>
    <dgm:pt modelId="{D9FF3E6B-5AE1-4B69-86AB-C48BB8211012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Ventajas - Desventajas</a:t>
          </a:r>
          <a:endParaRPr lang="es-ES"/>
        </a:p>
      </dgm:t>
    </dgm:pt>
    <dgm:pt modelId="{69CF6466-302D-4351-9CF3-1206ED37773E}" type="parTrans" cxnId="{0A50DB96-D735-435B-8CC5-46B53C1F95D5}">
      <dgm:prSet/>
      <dgm:spPr/>
      <dgm:t>
        <a:bodyPr/>
        <a:lstStyle/>
        <a:p>
          <a:endParaRPr lang="es-ES"/>
        </a:p>
      </dgm:t>
    </dgm:pt>
    <dgm:pt modelId="{19709A2D-04CB-4F66-A72A-44FDF4A4D463}" type="sibTrans" cxnId="{0A50DB96-D735-435B-8CC5-46B53C1F95D5}">
      <dgm:prSet/>
      <dgm:spPr/>
      <dgm:t>
        <a:bodyPr/>
        <a:lstStyle/>
        <a:p>
          <a:endParaRPr lang="es-ES"/>
        </a:p>
      </dgm:t>
    </dgm:pt>
    <dgm:pt modelId="{B85EDF32-7F2A-468B-B6C1-7431D859B535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Costos más altos de hardware.</a:t>
          </a:r>
          <a:endParaRPr lang="es-ES"/>
        </a:p>
      </dgm:t>
    </dgm:pt>
    <dgm:pt modelId="{C6CB1C4F-2980-4721-B489-05EA56890421}" type="parTrans" cxnId="{9AC065CE-4540-4969-B381-1BAB6D905761}">
      <dgm:prSet/>
      <dgm:spPr/>
      <dgm:t>
        <a:bodyPr/>
        <a:lstStyle/>
        <a:p>
          <a:endParaRPr lang="es-ES"/>
        </a:p>
      </dgm:t>
    </dgm:pt>
    <dgm:pt modelId="{436721BE-8C13-4C5F-BDE5-C34EBDD79386}" type="sibTrans" cxnId="{9AC065CE-4540-4969-B381-1BAB6D905761}">
      <dgm:prSet/>
      <dgm:spPr/>
      <dgm:t>
        <a:bodyPr/>
        <a:lstStyle/>
        <a:p>
          <a:endParaRPr lang="es-ES"/>
        </a:p>
      </dgm:t>
    </dgm:pt>
    <dgm:pt modelId="{9FDE051C-B253-45AD-B168-F6468B0677B6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 Usos</a:t>
          </a:r>
          <a:endParaRPr lang="es-ES"/>
        </a:p>
      </dgm:t>
    </dgm:pt>
    <dgm:pt modelId="{F4BF282B-D981-4012-BC05-E42EFFF2C873}" type="parTrans" cxnId="{7A4980A1-FB49-4F79-97FC-20FF49074A3E}">
      <dgm:prSet/>
      <dgm:spPr/>
      <dgm:t>
        <a:bodyPr/>
        <a:lstStyle/>
        <a:p>
          <a:endParaRPr lang="es-ES"/>
        </a:p>
      </dgm:t>
    </dgm:pt>
    <dgm:pt modelId="{73349713-5E13-4111-ACCE-AD259FAFE481}" type="sibTrans" cxnId="{7A4980A1-FB49-4F79-97FC-20FF49074A3E}">
      <dgm:prSet/>
      <dgm:spPr/>
      <dgm:t>
        <a:bodyPr/>
        <a:lstStyle/>
        <a:p>
          <a:endParaRPr lang="es-ES"/>
        </a:p>
      </dgm:t>
    </dgm:pt>
    <dgm:pt modelId="{60A90CC4-9E5E-4A79-9A56-4B3BC601CCCF}">
      <dgm:prSet phldr="0"/>
      <dgm:spPr/>
      <dgm:t>
        <a:bodyPr/>
        <a:lstStyle/>
        <a:p>
          <a:pPr rtl="0"/>
          <a:r>
            <a:rPr lang="es-ES">
              <a:latin typeface="Arial"/>
            </a:rPr>
            <a:t>Equipos donde la seguridad de datos es lo principal.</a:t>
          </a:r>
          <a:endParaRPr lang="es-ES"/>
        </a:p>
      </dgm:t>
    </dgm:pt>
    <dgm:pt modelId="{4D60E54E-BCC9-4A48-BF13-547BBF23DF47}" type="parTrans" cxnId="{47E68E9C-C7F4-4ACC-96DA-76B4BB6C52E7}">
      <dgm:prSet/>
      <dgm:spPr/>
    </dgm:pt>
    <dgm:pt modelId="{1EA64EC2-EB73-4D48-B9B9-0F3E7349714E}" type="sibTrans" cxnId="{47E68E9C-C7F4-4ACC-96DA-76B4BB6C52E7}">
      <dgm:prSet/>
      <dgm:spPr/>
    </dgm:pt>
    <dgm:pt modelId="{EBD37D68-8A1A-4F4B-947A-DA7776E9B982}">
      <dgm:prSet phldr="0"/>
      <dgm:spPr/>
      <dgm:t>
        <a:bodyPr/>
        <a:lstStyle/>
        <a:p>
          <a:pPr rtl="0"/>
          <a:r>
            <a:rPr lang="es-ES">
              <a:latin typeface="Arial"/>
            </a:rPr>
            <a:t>Fácil recuperación en caso de perdidas.</a:t>
          </a:r>
          <a:endParaRPr lang="es-ES"/>
        </a:p>
      </dgm:t>
    </dgm:pt>
    <dgm:pt modelId="{CDB83C7B-F314-4565-A720-441C87A6D88A}" type="parTrans" cxnId="{55B28527-A944-4ACE-81B9-C3EE634B6C90}">
      <dgm:prSet/>
      <dgm:spPr/>
    </dgm:pt>
    <dgm:pt modelId="{4AFF0305-A4A6-47EA-AC01-472DD6225B29}" type="sibTrans" cxnId="{55B28527-A944-4ACE-81B9-C3EE634B6C90}">
      <dgm:prSet/>
      <dgm:spPr/>
    </dgm:pt>
    <dgm:pt modelId="{BF682521-88D8-4C14-A593-A4DD8E99E10A}" type="pres">
      <dgm:prSet presAssocID="{9044AD68-804A-45ED-8DD2-2FC260495A96}" presName="Name0" presStyleCnt="0">
        <dgm:presLayoutVars>
          <dgm:dir/>
          <dgm:animLvl val="lvl"/>
          <dgm:resizeHandles val="exact"/>
        </dgm:presLayoutVars>
      </dgm:prSet>
      <dgm:spPr/>
    </dgm:pt>
    <dgm:pt modelId="{079EA917-9503-4A03-9DD6-ECBCEBBA1160}" type="pres">
      <dgm:prSet presAssocID="{3ACE3B3B-2853-44C7-8049-E508A96014E4}" presName="composite" presStyleCnt="0"/>
      <dgm:spPr/>
    </dgm:pt>
    <dgm:pt modelId="{99D57505-114F-4CF8-B9D1-607C33B92111}" type="pres">
      <dgm:prSet presAssocID="{3ACE3B3B-2853-44C7-8049-E508A96014E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3F6CB28-3DC5-4CC8-B0C7-381728C06789}" type="pres">
      <dgm:prSet presAssocID="{3ACE3B3B-2853-44C7-8049-E508A96014E4}" presName="desTx" presStyleLbl="alignAccFollowNode1" presStyleIdx="0" presStyleCnt="3">
        <dgm:presLayoutVars>
          <dgm:bulletEnabled val="1"/>
        </dgm:presLayoutVars>
      </dgm:prSet>
      <dgm:spPr/>
    </dgm:pt>
    <dgm:pt modelId="{576F898B-D390-44EB-A0E0-B2D09C416BD2}" type="pres">
      <dgm:prSet presAssocID="{70D3E036-BDEE-4415-AEB0-6831B9B32F90}" presName="space" presStyleCnt="0"/>
      <dgm:spPr/>
    </dgm:pt>
    <dgm:pt modelId="{29B95F9F-B01D-49D4-820E-36BD6DB16BAA}" type="pres">
      <dgm:prSet presAssocID="{D9FF3E6B-5AE1-4B69-86AB-C48BB8211012}" presName="composite" presStyleCnt="0"/>
      <dgm:spPr/>
    </dgm:pt>
    <dgm:pt modelId="{27EFA2CF-97DF-46DC-A027-55BA4AAAFAED}" type="pres">
      <dgm:prSet presAssocID="{D9FF3E6B-5AE1-4B69-86AB-C48BB821101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F24A37F-7229-4D61-9AF8-EF1746C79B83}" type="pres">
      <dgm:prSet presAssocID="{D9FF3E6B-5AE1-4B69-86AB-C48BB8211012}" presName="desTx" presStyleLbl="alignAccFollowNode1" presStyleIdx="1" presStyleCnt="3">
        <dgm:presLayoutVars>
          <dgm:bulletEnabled val="1"/>
        </dgm:presLayoutVars>
      </dgm:prSet>
      <dgm:spPr/>
    </dgm:pt>
    <dgm:pt modelId="{7A8DA948-04ED-44DF-9ED6-27260E18550F}" type="pres">
      <dgm:prSet presAssocID="{19709A2D-04CB-4F66-A72A-44FDF4A4D463}" presName="space" presStyleCnt="0"/>
      <dgm:spPr/>
    </dgm:pt>
    <dgm:pt modelId="{3EE4B3EA-DD47-4623-AB1F-BB6F7C1940D9}" type="pres">
      <dgm:prSet presAssocID="{9FDE051C-B253-45AD-B168-F6468B0677B6}" presName="composite" presStyleCnt="0"/>
      <dgm:spPr/>
    </dgm:pt>
    <dgm:pt modelId="{7AE805C7-D79F-4326-BD27-B9F53F6FC925}" type="pres">
      <dgm:prSet presAssocID="{9FDE051C-B253-45AD-B168-F6468B0677B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13DAB5F-AA1A-4DD5-B837-F3844D104CD1}" type="pres">
      <dgm:prSet presAssocID="{9FDE051C-B253-45AD-B168-F6468B0677B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682F103-C057-41DE-9268-F926709CDB7D}" type="presOf" srcId="{D9FF3E6B-5AE1-4B69-86AB-C48BB8211012}" destId="{27EFA2CF-97DF-46DC-A027-55BA4AAAFAED}" srcOrd="0" destOrd="0" presId="urn:microsoft.com/office/officeart/2005/8/layout/hList1"/>
    <dgm:cxn modelId="{5F1B1719-35FD-49B8-A721-A9401E025EAC}" type="presOf" srcId="{9FDE051C-B253-45AD-B168-F6468B0677B6}" destId="{7AE805C7-D79F-4326-BD27-B9F53F6FC925}" srcOrd="0" destOrd="0" presId="urn:microsoft.com/office/officeart/2005/8/layout/hList1"/>
    <dgm:cxn modelId="{55B28527-A944-4ACE-81B9-C3EE634B6C90}" srcId="{D9FF3E6B-5AE1-4B69-86AB-C48BB8211012}" destId="{EBD37D68-8A1A-4F4B-947A-DA7776E9B982}" srcOrd="0" destOrd="0" parTransId="{CDB83C7B-F314-4565-A720-441C87A6D88A}" sibTransId="{4AFF0305-A4A6-47EA-AC01-472DD6225B29}"/>
    <dgm:cxn modelId="{8816EE3B-40B7-4E43-BA7D-4239F317566D}" type="presOf" srcId="{3ACE3B3B-2853-44C7-8049-E508A96014E4}" destId="{99D57505-114F-4CF8-B9D1-607C33B92111}" srcOrd="0" destOrd="0" presId="urn:microsoft.com/office/officeart/2005/8/layout/hList1"/>
    <dgm:cxn modelId="{797F1D47-2B97-46CB-9196-F97982688998}" type="presOf" srcId="{387E93C8-615A-468F-B462-A40C71740EB8}" destId="{C3F6CB28-3DC5-4CC8-B0C7-381728C06789}" srcOrd="0" destOrd="1" presId="urn:microsoft.com/office/officeart/2005/8/layout/hList1"/>
    <dgm:cxn modelId="{D2493653-0F37-4963-BE2E-9B59DC8864F6}" type="presOf" srcId="{9044AD68-804A-45ED-8DD2-2FC260495A96}" destId="{BF682521-88D8-4C14-A593-A4DD8E99E10A}" srcOrd="0" destOrd="0" presId="urn:microsoft.com/office/officeart/2005/8/layout/hList1"/>
    <dgm:cxn modelId="{F0D6738E-8BBC-48A4-B4D0-EB78FC727374}" type="presOf" srcId="{B85EDF32-7F2A-468B-B6C1-7431D859B535}" destId="{CF24A37F-7229-4D61-9AF8-EF1746C79B83}" srcOrd="0" destOrd="1" presId="urn:microsoft.com/office/officeart/2005/8/layout/hList1"/>
    <dgm:cxn modelId="{0A50DB96-D735-435B-8CC5-46B53C1F95D5}" srcId="{9044AD68-804A-45ED-8DD2-2FC260495A96}" destId="{D9FF3E6B-5AE1-4B69-86AB-C48BB8211012}" srcOrd="1" destOrd="0" parTransId="{69CF6466-302D-4351-9CF3-1206ED37773E}" sibTransId="{19709A2D-04CB-4F66-A72A-44FDF4A4D463}"/>
    <dgm:cxn modelId="{15BB8998-E3E3-4603-BDB6-4C7223F591D6}" type="presOf" srcId="{EBD37D68-8A1A-4F4B-947A-DA7776E9B982}" destId="{CF24A37F-7229-4D61-9AF8-EF1746C79B83}" srcOrd="0" destOrd="0" presId="urn:microsoft.com/office/officeart/2005/8/layout/hList1"/>
    <dgm:cxn modelId="{47E68E9C-C7F4-4ACC-96DA-76B4BB6C52E7}" srcId="{9FDE051C-B253-45AD-B168-F6468B0677B6}" destId="{60A90CC4-9E5E-4A79-9A56-4B3BC601CCCF}" srcOrd="0" destOrd="0" parTransId="{4D60E54E-BCC9-4A48-BF13-547BBF23DF47}" sibTransId="{1EA64EC2-EB73-4D48-B9B9-0F3E7349714E}"/>
    <dgm:cxn modelId="{8F454A9D-5526-4C23-AFE1-6FF6E4F6115C}" srcId="{3ACE3B3B-2853-44C7-8049-E508A96014E4}" destId="{387E93C8-615A-468F-B462-A40C71740EB8}" srcOrd="1" destOrd="0" parTransId="{D5E8AB61-3FA9-42CC-B5E8-431E299406EA}" sibTransId="{425FFF91-357A-4256-81B2-E79486E20542}"/>
    <dgm:cxn modelId="{7A4980A1-FB49-4F79-97FC-20FF49074A3E}" srcId="{9044AD68-804A-45ED-8DD2-2FC260495A96}" destId="{9FDE051C-B253-45AD-B168-F6468B0677B6}" srcOrd="2" destOrd="0" parTransId="{F4BF282B-D981-4012-BC05-E42EFFF2C873}" sibTransId="{73349713-5E13-4111-ACCE-AD259FAFE481}"/>
    <dgm:cxn modelId="{34FF7EA4-AAAC-4750-A21A-5EACD2BA92CE}" type="presOf" srcId="{60A90CC4-9E5E-4A79-9A56-4B3BC601CCCF}" destId="{413DAB5F-AA1A-4DD5-B837-F3844D104CD1}" srcOrd="0" destOrd="0" presId="urn:microsoft.com/office/officeart/2005/8/layout/hList1"/>
    <dgm:cxn modelId="{EB61ECAD-3F46-43BE-BD4E-76673F8716C4}" type="presOf" srcId="{392125C0-D270-4F3F-81B6-EA226D8AF48A}" destId="{C3F6CB28-3DC5-4CC8-B0C7-381728C06789}" srcOrd="0" destOrd="0" presId="urn:microsoft.com/office/officeart/2005/8/layout/hList1"/>
    <dgm:cxn modelId="{109F08C9-E51F-4F46-AEE4-D1ED0E04B287}" srcId="{3ACE3B3B-2853-44C7-8049-E508A96014E4}" destId="{392125C0-D270-4F3F-81B6-EA226D8AF48A}" srcOrd="0" destOrd="0" parTransId="{8E65D104-36BD-4E21-A774-F0BBA8042D9D}" sibTransId="{D5DEDC77-4802-4737-80EA-19AD2324D5E2}"/>
    <dgm:cxn modelId="{9AC065CE-4540-4969-B381-1BAB6D905761}" srcId="{D9FF3E6B-5AE1-4B69-86AB-C48BB8211012}" destId="{B85EDF32-7F2A-468B-B6C1-7431D859B535}" srcOrd="1" destOrd="0" parTransId="{C6CB1C4F-2980-4721-B489-05EA56890421}" sibTransId="{436721BE-8C13-4C5F-BDE5-C34EBDD79386}"/>
    <dgm:cxn modelId="{9EAE6AE3-8B77-436D-964E-0259DAA845B2}" srcId="{9044AD68-804A-45ED-8DD2-2FC260495A96}" destId="{3ACE3B3B-2853-44C7-8049-E508A96014E4}" srcOrd="0" destOrd="0" parTransId="{4789D2E1-0B18-4924-9D82-129C73801587}" sibTransId="{70D3E036-BDEE-4415-AEB0-6831B9B32F90}"/>
    <dgm:cxn modelId="{237712F8-5470-4C61-91C3-8E2EAE23E1DE}" type="presParOf" srcId="{BF682521-88D8-4C14-A593-A4DD8E99E10A}" destId="{079EA917-9503-4A03-9DD6-ECBCEBBA1160}" srcOrd="0" destOrd="0" presId="urn:microsoft.com/office/officeart/2005/8/layout/hList1"/>
    <dgm:cxn modelId="{855D8BAE-58FC-4869-AA9C-33E6CFDB81CA}" type="presParOf" srcId="{079EA917-9503-4A03-9DD6-ECBCEBBA1160}" destId="{99D57505-114F-4CF8-B9D1-607C33B92111}" srcOrd="0" destOrd="0" presId="urn:microsoft.com/office/officeart/2005/8/layout/hList1"/>
    <dgm:cxn modelId="{2F0F2792-6E18-4C00-B127-32BCFC9D6AB3}" type="presParOf" srcId="{079EA917-9503-4A03-9DD6-ECBCEBBA1160}" destId="{C3F6CB28-3DC5-4CC8-B0C7-381728C06789}" srcOrd="1" destOrd="0" presId="urn:microsoft.com/office/officeart/2005/8/layout/hList1"/>
    <dgm:cxn modelId="{D28CF013-BAF0-483A-A676-46FDEC047427}" type="presParOf" srcId="{BF682521-88D8-4C14-A593-A4DD8E99E10A}" destId="{576F898B-D390-44EB-A0E0-B2D09C416BD2}" srcOrd="1" destOrd="0" presId="urn:microsoft.com/office/officeart/2005/8/layout/hList1"/>
    <dgm:cxn modelId="{48C5C5E3-E6AE-469D-88B1-FB4B36C052D0}" type="presParOf" srcId="{BF682521-88D8-4C14-A593-A4DD8E99E10A}" destId="{29B95F9F-B01D-49D4-820E-36BD6DB16BAA}" srcOrd="2" destOrd="0" presId="urn:microsoft.com/office/officeart/2005/8/layout/hList1"/>
    <dgm:cxn modelId="{93C1A666-4B61-4ED3-B6EF-B0AB43223780}" type="presParOf" srcId="{29B95F9F-B01D-49D4-820E-36BD6DB16BAA}" destId="{27EFA2CF-97DF-46DC-A027-55BA4AAAFAED}" srcOrd="0" destOrd="0" presId="urn:microsoft.com/office/officeart/2005/8/layout/hList1"/>
    <dgm:cxn modelId="{F24F7770-4528-4E83-816F-9AD39B128BCD}" type="presParOf" srcId="{29B95F9F-B01D-49D4-820E-36BD6DB16BAA}" destId="{CF24A37F-7229-4D61-9AF8-EF1746C79B83}" srcOrd="1" destOrd="0" presId="urn:microsoft.com/office/officeart/2005/8/layout/hList1"/>
    <dgm:cxn modelId="{5E29384C-7C93-4976-9D76-7A1948C8AF2C}" type="presParOf" srcId="{BF682521-88D8-4C14-A593-A4DD8E99E10A}" destId="{7A8DA948-04ED-44DF-9ED6-27260E18550F}" srcOrd="3" destOrd="0" presId="urn:microsoft.com/office/officeart/2005/8/layout/hList1"/>
    <dgm:cxn modelId="{791E8116-B41A-4055-8CD0-27178E877D62}" type="presParOf" srcId="{BF682521-88D8-4C14-A593-A4DD8E99E10A}" destId="{3EE4B3EA-DD47-4623-AB1F-BB6F7C1940D9}" srcOrd="4" destOrd="0" presId="urn:microsoft.com/office/officeart/2005/8/layout/hList1"/>
    <dgm:cxn modelId="{5A4E8B3D-B8E3-4B0E-876C-714A7C026DF3}" type="presParOf" srcId="{3EE4B3EA-DD47-4623-AB1F-BB6F7C1940D9}" destId="{7AE805C7-D79F-4326-BD27-B9F53F6FC925}" srcOrd="0" destOrd="0" presId="urn:microsoft.com/office/officeart/2005/8/layout/hList1"/>
    <dgm:cxn modelId="{94701B17-F7A9-4A83-B24E-79FAE0C9B9D4}" type="presParOf" srcId="{3EE4B3EA-DD47-4623-AB1F-BB6F7C1940D9}" destId="{413DAB5F-AA1A-4DD5-B837-F3844D104C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44AD68-804A-45ED-8DD2-2FC260495A96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3ACE3B3B-2853-44C7-8049-E508A96014E4}">
      <dgm:prSet phldrT="[Texto]" phldr="0"/>
      <dgm:spPr/>
      <dgm:t>
        <a:bodyPr/>
        <a:lstStyle/>
        <a:p>
          <a:r>
            <a:rPr lang="es-ES">
              <a:latin typeface="Arial"/>
            </a:rPr>
            <a:t>Características</a:t>
          </a:r>
          <a:endParaRPr lang="es-ES"/>
        </a:p>
      </dgm:t>
    </dgm:pt>
    <dgm:pt modelId="{4789D2E1-0B18-4924-9D82-129C73801587}" type="parTrans" cxnId="{9EAE6AE3-8B77-436D-964E-0259DAA845B2}">
      <dgm:prSet/>
      <dgm:spPr/>
      <dgm:t>
        <a:bodyPr/>
        <a:lstStyle/>
        <a:p>
          <a:endParaRPr lang="es-ES"/>
        </a:p>
      </dgm:t>
    </dgm:pt>
    <dgm:pt modelId="{70D3E036-BDEE-4415-AEB0-6831B9B32F90}" type="sibTrans" cxnId="{9EAE6AE3-8B77-436D-964E-0259DAA845B2}">
      <dgm:prSet/>
      <dgm:spPr/>
      <dgm:t>
        <a:bodyPr/>
        <a:lstStyle/>
        <a:p>
          <a:endParaRPr lang="es-ES"/>
        </a:p>
      </dgm:t>
    </dgm:pt>
    <dgm:pt modelId="{392125C0-D270-4F3F-81B6-EA226D8AF48A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Requiere mínimo 3 discos.</a:t>
          </a:r>
          <a:endParaRPr lang="es-ES"/>
        </a:p>
      </dgm:t>
    </dgm:pt>
    <dgm:pt modelId="{8E65D104-36BD-4E21-A774-F0BBA8042D9D}" type="parTrans" cxnId="{109F08C9-E51F-4F46-AEE4-D1ED0E04B287}">
      <dgm:prSet/>
      <dgm:spPr/>
      <dgm:t>
        <a:bodyPr/>
        <a:lstStyle/>
        <a:p>
          <a:endParaRPr lang="es-ES"/>
        </a:p>
      </dgm:t>
    </dgm:pt>
    <dgm:pt modelId="{D5DEDC77-4802-4737-80EA-19AD2324D5E2}" type="sibTrans" cxnId="{109F08C9-E51F-4F46-AEE4-D1ED0E04B287}">
      <dgm:prSet/>
      <dgm:spPr/>
      <dgm:t>
        <a:bodyPr/>
        <a:lstStyle/>
        <a:p>
          <a:endParaRPr lang="es-ES"/>
        </a:p>
      </dgm:t>
    </dgm:pt>
    <dgm:pt modelId="{387E93C8-615A-468F-B462-A40C71740EB8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La información de paridad se divide entre todos los discos.</a:t>
          </a:r>
          <a:endParaRPr lang="es-ES"/>
        </a:p>
      </dgm:t>
    </dgm:pt>
    <dgm:pt modelId="{D5E8AB61-3FA9-42CC-B5E8-431E299406EA}" type="parTrans" cxnId="{8F454A9D-5526-4C23-AFE1-6FF6E4F6115C}">
      <dgm:prSet/>
      <dgm:spPr/>
      <dgm:t>
        <a:bodyPr/>
        <a:lstStyle/>
        <a:p>
          <a:endParaRPr lang="es-ES"/>
        </a:p>
      </dgm:t>
    </dgm:pt>
    <dgm:pt modelId="{425FFF91-357A-4256-81B2-E79486E20542}" type="sibTrans" cxnId="{8F454A9D-5526-4C23-AFE1-6FF6E4F6115C}">
      <dgm:prSet/>
      <dgm:spPr/>
      <dgm:t>
        <a:bodyPr/>
        <a:lstStyle/>
        <a:p>
          <a:endParaRPr lang="es-ES"/>
        </a:p>
      </dgm:t>
    </dgm:pt>
    <dgm:pt modelId="{D9FF3E6B-5AE1-4B69-86AB-C48BB8211012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Ventajas - Desventajas</a:t>
          </a:r>
          <a:endParaRPr lang="es-ES"/>
        </a:p>
      </dgm:t>
    </dgm:pt>
    <dgm:pt modelId="{69CF6466-302D-4351-9CF3-1206ED37773E}" type="parTrans" cxnId="{0A50DB96-D735-435B-8CC5-46B53C1F95D5}">
      <dgm:prSet/>
      <dgm:spPr/>
      <dgm:t>
        <a:bodyPr/>
        <a:lstStyle/>
        <a:p>
          <a:endParaRPr lang="es-ES"/>
        </a:p>
      </dgm:t>
    </dgm:pt>
    <dgm:pt modelId="{19709A2D-04CB-4F66-A72A-44FDF4A4D463}" type="sibTrans" cxnId="{0A50DB96-D735-435B-8CC5-46B53C1F95D5}">
      <dgm:prSet/>
      <dgm:spPr/>
      <dgm:t>
        <a:bodyPr/>
        <a:lstStyle/>
        <a:p>
          <a:endParaRPr lang="es-ES"/>
        </a:p>
      </dgm:t>
    </dgm:pt>
    <dgm:pt modelId="{B85EDF32-7F2A-468B-B6C1-7431D859B535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No soporta la falla de más de un disco.</a:t>
          </a:r>
          <a:endParaRPr lang="es-ES"/>
        </a:p>
      </dgm:t>
    </dgm:pt>
    <dgm:pt modelId="{C6CB1C4F-2980-4721-B489-05EA56890421}" type="parTrans" cxnId="{9AC065CE-4540-4969-B381-1BAB6D905761}">
      <dgm:prSet/>
      <dgm:spPr/>
      <dgm:t>
        <a:bodyPr/>
        <a:lstStyle/>
        <a:p>
          <a:endParaRPr lang="es-ES"/>
        </a:p>
      </dgm:t>
    </dgm:pt>
    <dgm:pt modelId="{436721BE-8C13-4C5F-BDE5-C34EBDD79386}" type="sibTrans" cxnId="{9AC065CE-4540-4969-B381-1BAB6D905761}">
      <dgm:prSet/>
      <dgm:spPr/>
      <dgm:t>
        <a:bodyPr/>
        <a:lstStyle/>
        <a:p>
          <a:endParaRPr lang="es-ES"/>
        </a:p>
      </dgm:t>
    </dgm:pt>
    <dgm:pt modelId="{9FDE051C-B253-45AD-B168-F6468B0677B6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 Usos</a:t>
          </a:r>
          <a:endParaRPr lang="es-ES"/>
        </a:p>
      </dgm:t>
    </dgm:pt>
    <dgm:pt modelId="{F4BF282B-D981-4012-BC05-E42EFFF2C873}" type="parTrans" cxnId="{7A4980A1-FB49-4F79-97FC-20FF49074A3E}">
      <dgm:prSet/>
      <dgm:spPr/>
      <dgm:t>
        <a:bodyPr/>
        <a:lstStyle/>
        <a:p>
          <a:endParaRPr lang="es-ES"/>
        </a:p>
      </dgm:t>
    </dgm:pt>
    <dgm:pt modelId="{73349713-5E13-4111-ACCE-AD259FAFE481}" type="sibTrans" cxnId="{7A4980A1-FB49-4F79-97FC-20FF49074A3E}">
      <dgm:prSet/>
      <dgm:spPr/>
      <dgm:t>
        <a:bodyPr/>
        <a:lstStyle/>
        <a:p>
          <a:endParaRPr lang="es-ES"/>
        </a:p>
      </dgm:t>
    </dgm:pt>
    <dgm:pt modelId="{60A90CC4-9E5E-4A79-9A56-4B3BC601CCCF}">
      <dgm:prSet phldr="0"/>
      <dgm:spPr/>
      <dgm:t>
        <a:bodyPr/>
        <a:lstStyle/>
        <a:p>
          <a:pPr rtl="0"/>
          <a:r>
            <a:rPr lang="es-ES">
              <a:latin typeface="Arial"/>
            </a:rPr>
            <a:t>Servidores empresariales, almacenamiento de bases de datos.</a:t>
          </a:r>
          <a:endParaRPr lang="es-ES"/>
        </a:p>
      </dgm:t>
    </dgm:pt>
    <dgm:pt modelId="{4D60E54E-BCC9-4A48-BF13-547BBF23DF47}" type="parTrans" cxnId="{47E68E9C-C7F4-4ACC-96DA-76B4BB6C52E7}">
      <dgm:prSet/>
      <dgm:spPr/>
    </dgm:pt>
    <dgm:pt modelId="{1EA64EC2-EB73-4D48-B9B9-0F3E7349714E}" type="sibTrans" cxnId="{47E68E9C-C7F4-4ACC-96DA-76B4BB6C52E7}">
      <dgm:prSet/>
      <dgm:spPr/>
    </dgm:pt>
    <dgm:pt modelId="{EBD37D68-8A1A-4F4B-947A-DA7776E9B982}">
      <dgm:prSet phldr="0"/>
      <dgm:spPr/>
      <dgm:t>
        <a:bodyPr/>
        <a:lstStyle/>
        <a:p>
          <a:pPr rtl="0"/>
          <a:r>
            <a:rPr lang="es-ES">
              <a:latin typeface="Arial"/>
            </a:rPr>
            <a:t>Equilibrio entre rendimiento, capacidad y seguridad.</a:t>
          </a:r>
          <a:endParaRPr lang="es-ES"/>
        </a:p>
      </dgm:t>
    </dgm:pt>
    <dgm:pt modelId="{CDB83C7B-F314-4565-A720-441C87A6D88A}" type="parTrans" cxnId="{55B28527-A944-4ACE-81B9-C3EE634B6C90}">
      <dgm:prSet/>
      <dgm:spPr/>
    </dgm:pt>
    <dgm:pt modelId="{4AFF0305-A4A6-47EA-AC01-472DD6225B29}" type="sibTrans" cxnId="{55B28527-A944-4ACE-81B9-C3EE634B6C90}">
      <dgm:prSet/>
      <dgm:spPr/>
    </dgm:pt>
    <dgm:pt modelId="{BF682521-88D8-4C14-A593-A4DD8E99E10A}" type="pres">
      <dgm:prSet presAssocID="{9044AD68-804A-45ED-8DD2-2FC260495A96}" presName="Name0" presStyleCnt="0">
        <dgm:presLayoutVars>
          <dgm:dir/>
          <dgm:animLvl val="lvl"/>
          <dgm:resizeHandles val="exact"/>
        </dgm:presLayoutVars>
      </dgm:prSet>
      <dgm:spPr/>
    </dgm:pt>
    <dgm:pt modelId="{079EA917-9503-4A03-9DD6-ECBCEBBA1160}" type="pres">
      <dgm:prSet presAssocID="{3ACE3B3B-2853-44C7-8049-E508A96014E4}" presName="composite" presStyleCnt="0"/>
      <dgm:spPr/>
    </dgm:pt>
    <dgm:pt modelId="{99D57505-114F-4CF8-B9D1-607C33B92111}" type="pres">
      <dgm:prSet presAssocID="{3ACE3B3B-2853-44C7-8049-E508A96014E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3F6CB28-3DC5-4CC8-B0C7-381728C06789}" type="pres">
      <dgm:prSet presAssocID="{3ACE3B3B-2853-44C7-8049-E508A96014E4}" presName="desTx" presStyleLbl="alignAccFollowNode1" presStyleIdx="0" presStyleCnt="3">
        <dgm:presLayoutVars>
          <dgm:bulletEnabled val="1"/>
        </dgm:presLayoutVars>
      </dgm:prSet>
      <dgm:spPr/>
    </dgm:pt>
    <dgm:pt modelId="{576F898B-D390-44EB-A0E0-B2D09C416BD2}" type="pres">
      <dgm:prSet presAssocID="{70D3E036-BDEE-4415-AEB0-6831B9B32F90}" presName="space" presStyleCnt="0"/>
      <dgm:spPr/>
    </dgm:pt>
    <dgm:pt modelId="{29B95F9F-B01D-49D4-820E-36BD6DB16BAA}" type="pres">
      <dgm:prSet presAssocID="{D9FF3E6B-5AE1-4B69-86AB-C48BB8211012}" presName="composite" presStyleCnt="0"/>
      <dgm:spPr/>
    </dgm:pt>
    <dgm:pt modelId="{27EFA2CF-97DF-46DC-A027-55BA4AAAFAED}" type="pres">
      <dgm:prSet presAssocID="{D9FF3E6B-5AE1-4B69-86AB-C48BB821101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F24A37F-7229-4D61-9AF8-EF1746C79B83}" type="pres">
      <dgm:prSet presAssocID="{D9FF3E6B-5AE1-4B69-86AB-C48BB8211012}" presName="desTx" presStyleLbl="alignAccFollowNode1" presStyleIdx="1" presStyleCnt="3">
        <dgm:presLayoutVars>
          <dgm:bulletEnabled val="1"/>
        </dgm:presLayoutVars>
      </dgm:prSet>
      <dgm:spPr/>
    </dgm:pt>
    <dgm:pt modelId="{7A8DA948-04ED-44DF-9ED6-27260E18550F}" type="pres">
      <dgm:prSet presAssocID="{19709A2D-04CB-4F66-A72A-44FDF4A4D463}" presName="space" presStyleCnt="0"/>
      <dgm:spPr/>
    </dgm:pt>
    <dgm:pt modelId="{3EE4B3EA-DD47-4623-AB1F-BB6F7C1940D9}" type="pres">
      <dgm:prSet presAssocID="{9FDE051C-B253-45AD-B168-F6468B0677B6}" presName="composite" presStyleCnt="0"/>
      <dgm:spPr/>
    </dgm:pt>
    <dgm:pt modelId="{7AE805C7-D79F-4326-BD27-B9F53F6FC925}" type="pres">
      <dgm:prSet presAssocID="{9FDE051C-B253-45AD-B168-F6468B0677B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13DAB5F-AA1A-4DD5-B837-F3844D104CD1}" type="pres">
      <dgm:prSet presAssocID="{9FDE051C-B253-45AD-B168-F6468B0677B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682F103-C057-41DE-9268-F926709CDB7D}" type="presOf" srcId="{D9FF3E6B-5AE1-4B69-86AB-C48BB8211012}" destId="{27EFA2CF-97DF-46DC-A027-55BA4AAAFAED}" srcOrd="0" destOrd="0" presId="urn:microsoft.com/office/officeart/2005/8/layout/hList1"/>
    <dgm:cxn modelId="{5F1B1719-35FD-49B8-A721-A9401E025EAC}" type="presOf" srcId="{9FDE051C-B253-45AD-B168-F6468B0677B6}" destId="{7AE805C7-D79F-4326-BD27-B9F53F6FC925}" srcOrd="0" destOrd="0" presId="urn:microsoft.com/office/officeart/2005/8/layout/hList1"/>
    <dgm:cxn modelId="{55B28527-A944-4ACE-81B9-C3EE634B6C90}" srcId="{D9FF3E6B-5AE1-4B69-86AB-C48BB8211012}" destId="{EBD37D68-8A1A-4F4B-947A-DA7776E9B982}" srcOrd="0" destOrd="0" parTransId="{CDB83C7B-F314-4565-A720-441C87A6D88A}" sibTransId="{4AFF0305-A4A6-47EA-AC01-472DD6225B29}"/>
    <dgm:cxn modelId="{8816EE3B-40B7-4E43-BA7D-4239F317566D}" type="presOf" srcId="{3ACE3B3B-2853-44C7-8049-E508A96014E4}" destId="{99D57505-114F-4CF8-B9D1-607C33B92111}" srcOrd="0" destOrd="0" presId="urn:microsoft.com/office/officeart/2005/8/layout/hList1"/>
    <dgm:cxn modelId="{797F1D47-2B97-46CB-9196-F97982688998}" type="presOf" srcId="{387E93C8-615A-468F-B462-A40C71740EB8}" destId="{C3F6CB28-3DC5-4CC8-B0C7-381728C06789}" srcOrd="0" destOrd="1" presId="urn:microsoft.com/office/officeart/2005/8/layout/hList1"/>
    <dgm:cxn modelId="{D2493653-0F37-4963-BE2E-9B59DC8864F6}" type="presOf" srcId="{9044AD68-804A-45ED-8DD2-2FC260495A96}" destId="{BF682521-88D8-4C14-A593-A4DD8E99E10A}" srcOrd="0" destOrd="0" presId="urn:microsoft.com/office/officeart/2005/8/layout/hList1"/>
    <dgm:cxn modelId="{F0D6738E-8BBC-48A4-B4D0-EB78FC727374}" type="presOf" srcId="{B85EDF32-7F2A-468B-B6C1-7431D859B535}" destId="{CF24A37F-7229-4D61-9AF8-EF1746C79B83}" srcOrd="0" destOrd="1" presId="urn:microsoft.com/office/officeart/2005/8/layout/hList1"/>
    <dgm:cxn modelId="{0A50DB96-D735-435B-8CC5-46B53C1F95D5}" srcId="{9044AD68-804A-45ED-8DD2-2FC260495A96}" destId="{D9FF3E6B-5AE1-4B69-86AB-C48BB8211012}" srcOrd="1" destOrd="0" parTransId="{69CF6466-302D-4351-9CF3-1206ED37773E}" sibTransId="{19709A2D-04CB-4F66-A72A-44FDF4A4D463}"/>
    <dgm:cxn modelId="{15BB8998-E3E3-4603-BDB6-4C7223F591D6}" type="presOf" srcId="{EBD37D68-8A1A-4F4B-947A-DA7776E9B982}" destId="{CF24A37F-7229-4D61-9AF8-EF1746C79B83}" srcOrd="0" destOrd="0" presId="urn:microsoft.com/office/officeart/2005/8/layout/hList1"/>
    <dgm:cxn modelId="{47E68E9C-C7F4-4ACC-96DA-76B4BB6C52E7}" srcId="{9FDE051C-B253-45AD-B168-F6468B0677B6}" destId="{60A90CC4-9E5E-4A79-9A56-4B3BC601CCCF}" srcOrd="0" destOrd="0" parTransId="{4D60E54E-BCC9-4A48-BF13-547BBF23DF47}" sibTransId="{1EA64EC2-EB73-4D48-B9B9-0F3E7349714E}"/>
    <dgm:cxn modelId="{8F454A9D-5526-4C23-AFE1-6FF6E4F6115C}" srcId="{3ACE3B3B-2853-44C7-8049-E508A96014E4}" destId="{387E93C8-615A-468F-B462-A40C71740EB8}" srcOrd="1" destOrd="0" parTransId="{D5E8AB61-3FA9-42CC-B5E8-431E299406EA}" sibTransId="{425FFF91-357A-4256-81B2-E79486E20542}"/>
    <dgm:cxn modelId="{7A4980A1-FB49-4F79-97FC-20FF49074A3E}" srcId="{9044AD68-804A-45ED-8DD2-2FC260495A96}" destId="{9FDE051C-B253-45AD-B168-F6468B0677B6}" srcOrd="2" destOrd="0" parTransId="{F4BF282B-D981-4012-BC05-E42EFFF2C873}" sibTransId="{73349713-5E13-4111-ACCE-AD259FAFE481}"/>
    <dgm:cxn modelId="{34FF7EA4-AAAC-4750-A21A-5EACD2BA92CE}" type="presOf" srcId="{60A90CC4-9E5E-4A79-9A56-4B3BC601CCCF}" destId="{413DAB5F-AA1A-4DD5-B837-F3844D104CD1}" srcOrd="0" destOrd="0" presId="urn:microsoft.com/office/officeart/2005/8/layout/hList1"/>
    <dgm:cxn modelId="{EB61ECAD-3F46-43BE-BD4E-76673F8716C4}" type="presOf" srcId="{392125C0-D270-4F3F-81B6-EA226D8AF48A}" destId="{C3F6CB28-3DC5-4CC8-B0C7-381728C06789}" srcOrd="0" destOrd="0" presId="urn:microsoft.com/office/officeart/2005/8/layout/hList1"/>
    <dgm:cxn modelId="{109F08C9-E51F-4F46-AEE4-D1ED0E04B287}" srcId="{3ACE3B3B-2853-44C7-8049-E508A96014E4}" destId="{392125C0-D270-4F3F-81B6-EA226D8AF48A}" srcOrd="0" destOrd="0" parTransId="{8E65D104-36BD-4E21-A774-F0BBA8042D9D}" sibTransId="{D5DEDC77-4802-4737-80EA-19AD2324D5E2}"/>
    <dgm:cxn modelId="{9AC065CE-4540-4969-B381-1BAB6D905761}" srcId="{D9FF3E6B-5AE1-4B69-86AB-C48BB8211012}" destId="{B85EDF32-7F2A-468B-B6C1-7431D859B535}" srcOrd="1" destOrd="0" parTransId="{C6CB1C4F-2980-4721-B489-05EA56890421}" sibTransId="{436721BE-8C13-4C5F-BDE5-C34EBDD79386}"/>
    <dgm:cxn modelId="{9EAE6AE3-8B77-436D-964E-0259DAA845B2}" srcId="{9044AD68-804A-45ED-8DD2-2FC260495A96}" destId="{3ACE3B3B-2853-44C7-8049-E508A96014E4}" srcOrd="0" destOrd="0" parTransId="{4789D2E1-0B18-4924-9D82-129C73801587}" sibTransId="{70D3E036-BDEE-4415-AEB0-6831B9B32F90}"/>
    <dgm:cxn modelId="{237712F8-5470-4C61-91C3-8E2EAE23E1DE}" type="presParOf" srcId="{BF682521-88D8-4C14-A593-A4DD8E99E10A}" destId="{079EA917-9503-4A03-9DD6-ECBCEBBA1160}" srcOrd="0" destOrd="0" presId="urn:microsoft.com/office/officeart/2005/8/layout/hList1"/>
    <dgm:cxn modelId="{855D8BAE-58FC-4869-AA9C-33E6CFDB81CA}" type="presParOf" srcId="{079EA917-9503-4A03-9DD6-ECBCEBBA1160}" destId="{99D57505-114F-4CF8-B9D1-607C33B92111}" srcOrd="0" destOrd="0" presId="urn:microsoft.com/office/officeart/2005/8/layout/hList1"/>
    <dgm:cxn modelId="{2F0F2792-6E18-4C00-B127-32BCFC9D6AB3}" type="presParOf" srcId="{079EA917-9503-4A03-9DD6-ECBCEBBA1160}" destId="{C3F6CB28-3DC5-4CC8-B0C7-381728C06789}" srcOrd="1" destOrd="0" presId="urn:microsoft.com/office/officeart/2005/8/layout/hList1"/>
    <dgm:cxn modelId="{D28CF013-BAF0-483A-A676-46FDEC047427}" type="presParOf" srcId="{BF682521-88D8-4C14-A593-A4DD8E99E10A}" destId="{576F898B-D390-44EB-A0E0-B2D09C416BD2}" srcOrd="1" destOrd="0" presId="urn:microsoft.com/office/officeart/2005/8/layout/hList1"/>
    <dgm:cxn modelId="{48C5C5E3-E6AE-469D-88B1-FB4B36C052D0}" type="presParOf" srcId="{BF682521-88D8-4C14-A593-A4DD8E99E10A}" destId="{29B95F9F-B01D-49D4-820E-36BD6DB16BAA}" srcOrd="2" destOrd="0" presId="urn:microsoft.com/office/officeart/2005/8/layout/hList1"/>
    <dgm:cxn modelId="{93C1A666-4B61-4ED3-B6EF-B0AB43223780}" type="presParOf" srcId="{29B95F9F-B01D-49D4-820E-36BD6DB16BAA}" destId="{27EFA2CF-97DF-46DC-A027-55BA4AAAFAED}" srcOrd="0" destOrd="0" presId="urn:microsoft.com/office/officeart/2005/8/layout/hList1"/>
    <dgm:cxn modelId="{F24F7770-4528-4E83-816F-9AD39B128BCD}" type="presParOf" srcId="{29B95F9F-B01D-49D4-820E-36BD6DB16BAA}" destId="{CF24A37F-7229-4D61-9AF8-EF1746C79B83}" srcOrd="1" destOrd="0" presId="urn:microsoft.com/office/officeart/2005/8/layout/hList1"/>
    <dgm:cxn modelId="{5E29384C-7C93-4976-9D76-7A1948C8AF2C}" type="presParOf" srcId="{BF682521-88D8-4C14-A593-A4DD8E99E10A}" destId="{7A8DA948-04ED-44DF-9ED6-27260E18550F}" srcOrd="3" destOrd="0" presId="urn:microsoft.com/office/officeart/2005/8/layout/hList1"/>
    <dgm:cxn modelId="{791E8116-B41A-4055-8CD0-27178E877D62}" type="presParOf" srcId="{BF682521-88D8-4C14-A593-A4DD8E99E10A}" destId="{3EE4B3EA-DD47-4623-AB1F-BB6F7C1940D9}" srcOrd="4" destOrd="0" presId="urn:microsoft.com/office/officeart/2005/8/layout/hList1"/>
    <dgm:cxn modelId="{5A4E8B3D-B8E3-4B0E-876C-714A7C026DF3}" type="presParOf" srcId="{3EE4B3EA-DD47-4623-AB1F-BB6F7C1940D9}" destId="{7AE805C7-D79F-4326-BD27-B9F53F6FC925}" srcOrd="0" destOrd="0" presId="urn:microsoft.com/office/officeart/2005/8/layout/hList1"/>
    <dgm:cxn modelId="{94701B17-F7A9-4A83-B24E-79FAE0C9B9D4}" type="presParOf" srcId="{3EE4B3EA-DD47-4623-AB1F-BB6F7C1940D9}" destId="{413DAB5F-AA1A-4DD5-B837-F3844D104C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044AD68-804A-45ED-8DD2-2FC260495A96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3ACE3B3B-2853-44C7-8049-E508A96014E4}">
      <dgm:prSet phldrT="[Texto]" phldr="0"/>
      <dgm:spPr/>
      <dgm:t>
        <a:bodyPr/>
        <a:lstStyle/>
        <a:p>
          <a:r>
            <a:rPr lang="es-ES">
              <a:latin typeface="Arial"/>
            </a:rPr>
            <a:t>Características</a:t>
          </a:r>
          <a:endParaRPr lang="es-ES"/>
        </a:p>
      </dgm:t>
    </dgm:pt>
    <dgm:pt modelId="{4789D2E1-0B18-4924-9D82-129C73801587}" type="parTrans" cxnId="{9EAE6AE3-8B77-436D-964E-0259DAA845B2}">
      <dgm:prSet/>
      <dgm:spPr/>
      <dgm:t>
        <a:bodyPr/>
        <a:lstStyle/>
        <a:p>
          <a:endParaRPr lang="es-ES"/>
        </a:p>
      </dgm:t>
    </dgm:pt>
    <dgm:pt modelId="{70D3E036-BDEE-4415-AEB0-6831B9B32F90}" type="sibTrans" cxnId="{9EAE6AE3-8B77-436D-964E-0259DAA845B2}">
      <dgm:prSet/>
      <dgm:spPr/>
      <dgm:t>
        <a:bodyPr/>
        <a:lstStyle/>
        <a:p>
          <a:endParaRPr lang="es-ES"/>
        </a:p>
      </dgm:t>
    </dgm:pt>
    <dgm:pt modelId="{392125C0-D270-4F3F-81B6-EA226D8AF48A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Combina Raid 1 y  Raid 0.</a:t>
          </a:r>
          <a:endParaRPr lang="es-ES"/>
        </a:p>
      </dgm:t>
    </dgm:pt>
    <dgm:pt modelId="{8E65D104-36BD-4E21-A774-F0BBA8042D9D}" type="parTrans" cxnId="{109F08C9-E51F-4F46-AEE4-D1ED0E04B287}">
      <dgm:prSet/>
      <dgm:spPr/>
      <dgm:t>
        <a:bodyPr/>
        <a:lstStyle/>
        <a:p>
          <a:endParaRPr lang="es-ES"/>
        </a:p>
      </dgm:t>
    </dgm:pt>
    <dgm:pt modelId="{D5DEDC77-4802-4737-80EA-19AD2324D5E2}" type="sibTrans" cxnId="{109F08C9-E51F-4F46-AEE4-D1ED0E04B287}">
      <dgm:prSet/>
      <dgm:spPr/>
      <dgm:t>
        <a:bodyPr/>
        <a:lstStyle/>
        <a:p>
          <a:endParaRPr lang="es-ES"/>
        </a:p>
      </dgm:t>
    </dgm:pt>
    <dgm:pt modelId="{387E93C8-615A-468F-B462-A40C71740EB8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Requiere mínimo 4 discos.</a:t>
          </a:r>
          <a:endParaRPr lang="es-ES"/>
        </a:p>
      </dgm:t>
    </dgm:pt>
    <dgm:pt modelId="{D5E8AB61-3FA9-42CC-B5E8-431E299406EA}" type="parTrans" cxnId="{8F454A9D-5526-4C23-AFE1-6FF6E4F6115C}">
      <dgm:prSet/>
      <dgm:spPr/>
      <dgm:t>
        <a:bodyPr/>
        <a:lstStyle/>
        <a:p>
          <a:endParaRPr lang="es-ES"/>
        </a:p>
      </dgm:t>
    </dgm:pt>
    <dgm:pt modelId="{425FFF91-357A-4256-81B2-E79486E20542}" type="sibTrans" cxnId="{8F454A9D-5526-4C23-AFE1-6FF6E4F6115C}">
      <dgm:prSet/>
      <dgm:spPr/>
      <dgm:t>
        <a:bodyPr/>
        <a:lstStyle/>
        <a:p>
          <a:endParaRPr lang="es-ES"/>
        </a:p>
      </dgm:t>
    </dgm:pt>
    <dgm:pt modelId="{D9FF3E6B-5AE1-4B69-86AB-C48BB8211012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Ventajas - Desventajas</a:t>
          </a:r>
          <a:endParaRPr lang="es-ES"/>
        </a:p>
      </dgm:t>
    </dgm:pt>
    <dgm:pt modelId="{69CF6466-302D-4351-9CF3-1206ED37773E}" type="parTrans" cxnId="{0A50DB96-D735-435B-8CC5-46B53C1F95D5}">
      <dgm:prSet/>
      <dgm:spPr/>
      <dgm:t>
        <a:bodyPr/>
        <a:lstStyle/>
        <a:p>
          <a:endParaRPr lang="es-ES"/>
        </a:p>
      </dgm:t>
    </dgm:pt>
    <dgm:pt modelId="{19709A2D-04CB-4F66-A72A-44FDF4A4D463}" type="sibTrans" cxnId="{0A50DB96-D735-435B-8CC5-46B53C1F95D5}">
      <dgm:prSet/>
      <dgm:spPr/>
      <dgm:t>
        <a:bodyPr/>
        <a:lstStyle/>
        <a:p>
          <a:endParaRPr lang="es-ES"/>
        </a:p>
      </dgm:t>
    </dgm:pt>
    <dgm:pt modelId="{B85EDF32-7F2A-468B-B6C1-7431D859B535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Requiere muchos discos.</a:t>
          </a:r>
          <a:endParaRPr lang="es-ES"/>
        </a:p>
      </dgm:t>
    </dgm:pt>
    <dgm:pt modelId="{C6CB1C4F-2980-4721-B489-05EA56890421}" type="parTrans" cxnId="{9AC065CE-4540-4969-B381-1BAB6D905761}">
      <dgm:prSet/>
      <dgm:spPr/>
      <dgm:t>
        <a:bodyPr/>
        <a:lstStyle/>
        <a:p>
          <a:endParaRPr lang="es-ES"/>
        </a:p>
      </dgm:t>
    </dgm:pt>
    <dgm:pt modelId="{436721BE-8C13-4C5F-BDE5-C34EBDD79386}" type="sibTrans" cxnId="{9AC065CE-4540-4969-B381-1BAB6D905761}">
      <dgm:prSet/>
      <dgm:spPr/>
      <dgm:t>
        <a:bodyPr/>
        <a:lstStyle/>
        <a:p>
          <a:endParaRPr lang="es-ES"/>
        </a:p>
      </dgm:t>
    </dgm:pt>
    <dgm:pt modelId="{9FDE051C-B253-45AD-B168-F6468B0677B6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 Usos</a:t>
          </a:r>
          <a:endParaRPr lang="es-ES"/>
        </a:p>
      </dgm:t>
    </dgm:pt>
    <dgm:pt modelId="{F4BF282B-D981-4012-BC05-E42EFFF2C873}" type="parTrans" cxnId="{7A4980A1-FB49-4F79-97FC-20FF49074A3E}">
      <dgm:prSet/>
      <dgm:spPr/>
      <dgm:t>
        <a:bodyPr/>
        <a:lstStyle/>
        <a:p>
          <a:endParaRPr lang="es-ES"/>
        </a:p>
      </dgm:t>
    </dgm:pt>
    <dgm:pt modelId="{73349713-5E13-4111-ACCE-AD259FAFE481}" type="sibTrans" cxnId="{7A4980A1-FB49-4F79-97FC-20FF49074A3E}">
      <dgm:prSet/>
      <dgm:spPr/>
      <dgm:t>
        <a:bodyPr/>
        <a:lstStyle/>
        <a:p>
          <a:endParaRPr lang="es-ES"/>
        </a:p>
      </dgm:t>
    </dgm:pt>
    <dgm:pt modelId="{60A90CC4-9E5E-4A79-9A56-4B3BC601CCCF}">
      <dgm:prSet phldr="0"/>
      <dgm:spPr/>
      <dgm:t>
        <a:bodyPr/>
        <a:lstStyle/>
        <a:p>
          <a:pPr rtl="0"/>
          <a:r>
            <a:rPr lang="es-ES">
              <a:latin typeface="Arial"/>
            </a:rPr>
            <a:t>Sistemas de alto rendimiento, como servidores de bases de datos.</a:t>
          </a:r>
          <a:endParaRPr lang="es-ES"/>
        </a:p>
      </dgm:t>
    </dgm:pt>
    <dgm:pt modelId="{4D60E54E-BCC9-4A48-BF13-547BBF23DF47}" type="parTrans" cxnId="{47E68E9C-C7F4-4ACC-96DA-76B4BB6C52E7}">
      <dgm:prSet/>
      <dgm:spPr/>
    </dgm:pt>
    <dgm:pt modelId="{1EA64EC2-EB73-4D48-B9B9-0F3E7349714E}" type="sibTrans" cxnId="{47E68E9C-C7F4-4ACC-96DA-76B4BB6C52E7}">
      <dgm:prSet/>
      <dgm:spPr/>
    </dgm:pt>
    <dgm:pt modelId="{EBD37D68-8A1A-4F4B-947A-DA7776E9B982}">
      <dgm:prSet phldr="0"/>
      <dgm:spPr/>
      <dgm:t>
        <a:bodyPr/>
        <a:lstStyle/>
        <a:p>
          <a:pPr rtl="0"/>
          <a:r>
            <a:rPr lang="es-ES">
              <a:latin typeface="Arial"/>
            </a:rPr>
            <a:t>Gran tolerancia ante fallos.</a:t>
          </a:r>
          <a:endParaRPr lang="es-ES"/>
        </a:p>
      </dgm:t>
    </dgm:pt>
    <dgm:pt modelId="{CDB83C7B-F314-4565-A720-441C87A6D88A}" type="parTrans" cxnId="{55B28527-A944-4ACE-81B9-C3EE634B6C90}">
      <dgm:prSet/>
      <dgm:spPr/>
    </dgm:pt>
    <dgm:pt modelId="{4AFF0305-A4A6-47EA-AC01-472DD6225B29}" type="sibTrans" cxnId="{55B28527-A944-4ACE-81B9-C3EE634B6C90}">
      <dgm:prSet/>
      <dgm:spPr/>
    </dgm:pt>
    <dgm:pt modelId="{BF682521-88D8-4C14-A593-A4DD8E99E10A}" type="pres">
      <dgm:prSet presAssocID="{9044AD68-804A-45ED-8DD2-2FC260495A96}" presName="Name0" presStyleCnt="0">
        <dgm:presLayoutVars>
          <dgm:dir/>
          <dgm:animLvl val="lvl"/>
          <dgm:resizeHandles val="exact"/>
        </dgm:presLayoutVars>
      </dgm:prSet>
      <dgm:spPr/>
    </dgm:pt>
    <dgm:pt modelId="{079EA917-9503-4A03-9DD6-ECBCEBBA1160}" type="pres">
      <dgm:prSet presAssocID="{3ACE3B3B-2853-44C7-8049-E508A96014E4}" presName="composite" presStyleCnt="0"/>
      <dgm:spPr/>
    </dgm:pt>
    <dgm:pt modelId="{99D57505-114F-4CF8-B9D1-607C33B92111}" type="pres">
      <dgm:prSet presAssocID="{3ACE3B3B-2853-44C7-8049-E508A96014E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3F6CB28-3DC5-4CC8-B0C7-381728C06789}" type="pres">
      <dgm:prSet presAssocID="{3ACE3B3B-2853-44C7-8049-E508A96014E4}" presName="desTx" presStyleLbl="alignAccFollowNode1" presStyleIdx="0" presStyleCnt="3">
        <dgm:presLayoutVars>
          <dgm:bulletEnabled val="1"/>
        </dgm:presLayoutVars>
      </dgm:prSet>
      <dgm:spPr/>
    </dgm:pt>
    <dgm:pt modelId="{576F898B-D390-44EB-A0E0-B2D09C416BD2}" type="pres">
      <dgm:prSet presAssocID="{70D3E036-BDEE-4415-AEB0-6831B9B32F90}" presName="space" presStyleCnt="0"/>
      <dgm:spPr/>
    </dgm:pt>
    <dgm:pt modelId="{29B95F9F-B01D-49D4-820E-36BD6DB16BAA}" type="pres">
      <dgm:prSet presAssocID="{D9FF3E6B-5AE1-4B69-86AB-C48BB8211012}" presName="composite" presStyleCnt="0"/>
      <dgm:spPr/>
    </dgm:pt>
    <dgm:pt modelId="{27EFA2CF-97DF-46DC-A027-55BA4AAAFAED}" type="pres">
      <dgm:prSet presAssocID="{D9FF3E6B-5AE1-4B69-86AB-C48BB821101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F24A37F-7229-4D61-9AF8-EF1746C79B83}" type="pres">
      <dgm:prSet presAssocID="{D9FF3E6B-5AE1-4B69-86AB-C48BB8211012}" presName="desTx" presStyleLbl="alignAccFollowNode1" presStyleIdx="1" presStyleCnt="3">
        <dgm:presLayoutVars>
          <dgm:bulletEnabled val="1"/>
        </dgm:presLayoutVars>
      </dgm:prSet>
      <dgm:spPr/>
    </dgm:pt>
    <dgm:pt modelId="{7A8DA948-04ED-44DF-9ED6-27260E18550F}" type="pres">
      <dgm:prSet presAssocID="{19709A2D-04CB-4F66-A72A-44FDF4A4D463}" presName="space" presStyleCnt="0"/>
      <dgm:spPr/>
    </dgm:pt>
    <dgm:pt modelId="{3EE4B3EA-DD47-4623-AB1F-BB6F7C1940D9}" type="pres">
      <dgm:prSet presAssocID="{9FDE051C-B253-45AD-B168-F6468B0677B6}" presName="composite" presStyleCnt="0"/>
      <dgm:spPr/>
    </dgm:pt>
    <dgm:pt modelId="{7AE805C7-D79F-4326-BD27-B9F53F6FC925}" type="pres">
      <dgm:prSet presAssocID="{9FDE051C-B253-45AD-B168-F6468B0677B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13DAB5F-AA1A-4DD5-B837-F3844D104CD1}" type="pres">
      <dgm:prSet presAssocID="{9FDE051C-B253-45AD-B168-F6468B0677B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682F103-C057-41DE-9268-F926709CDB7D}" type="presOf" srcId="{D9FF3E6B-5AE1-4B69-86AB-C48BB8211012}" destId="{27EFA2CF-97DF-46DC-A027-55BA4AAAFAED}" srcOrd="0" destOrd="0" presId="urn:microsoft.com/office/officeart/2005/8/layout/hList1"/>
    <dgm:cxn modelId="{5F1B1719-35FD-49B8-A721-A9401E025EAC}" type="presOf" srcId="{9FDE051C-B253-45AD-B168-F6468B0677B6}" destId="{7AE805C7-D79F-4326-BD27-B9F53F6FC925}" srcOrd="0" destOrd="0" presId="urn:microsoft.com/office/officeart/2005/8/layout/hList1"/>
    <dgm:cxn modelId="{55B28527-A944-4ACE-81B9-C3EE634B6C90}" srcId="{D9FF3E6B-5AE1-4B69-86AB-C48BB8211012}" destId="{EBD37D68-8A1A-4F4B-947A-DA7776E9B982}" srcOrd="0" destOrd="0" parTransId="{CDB83C7B-F314-4565-A720-441C87A6D88A}" sibTransId="{4AFF0305-A4A6-47EA-AC01-472DD6225B29}"/>
    <dgm:cxn modelId="{8816EE3B-40B7-4E43-BA7D-4239F317566D}" type="presOf" srcId="{3ACE3B3B-2853-44C7-8049-E508A96014E4}" destId="{99D57505-114F-4CF8-B9D1-607C33B92111}" srcOrd="0" destOrd="0" presId="urn:microsoft.com/office/officeart/2005/8/layout/hList1"/>
    <dgm:cxn modelId="{797F1D47-2B97-46CB-9196-F97982688998}" type="presOf" srcId="{387E93C8-615A-468F-B462-A40C71740EB8}" destId="{C3F6CB28-3DC5-4CC8-B0C7-381728C06789}" srcOrd="0" destOrd="1" presId="urn:microsoft.com/office/officeart/2005/8/layout/hList1"/>
    <dgm:cxn modelId="{D2493653-0F37-4963-BE2E-9B59DC8864F6}" type="presOf" srcId="{9044AD68-804A-45ED-8DD2-2FC260495A96}" destId="{BF682521-88D8-4C14-A593-A4DD8E99E10A}" srcOrd="0" destOrd="0" presId="urn:microsoft.com/office/officeart/2005/8/layout/hList1"/>
    <dgm:cxn modelId="{F0D6738E-8BBC-48A4-B4D0-EB78FC727374}" type="presOf" srcId="{B85EDF32-7F2A-468B-B6C1-7431D859B535}" destId="{CF24A37F-7229-4D61-9AF8-EF1746C79B83}" srcOrd="0" destOrd="1" presId="urn:microsoft.com/office/officeart/2005/8/layout/hList1"/>
    <dgm:cxn modelId="{0A50DB96-D735-435B-8CC5-46B53C1F95D5}" srcId="{9044AD68-804A-45ED-8DD2-2FC260495A96}" destId="{D9FF3E6B-5AE1-4B69-86AB-C48BB8211012}" srcOrd="1" destOrd="0" parTransId="{69CF6466-302D-4351-9CF3-1206ED37773E}" sibTransId="{19709A2D-04CB-4F66-A72A-44FDF4A4D463}"/>
    <dgm:cxn modelId="{15BB8998-E3E3-4603-BDB6-4C7223F591D6}" type="presOf" srcId="{EBD37D68-8A1A-4F4B-947A-DA7776E9B982}" destId="{CF24A37F-7229-4D61-9AF8-EF1746C79B83}" srcOrd="0" destOrd="0" presId="urn:microsoft.com/office/officeart/2005/8/layout/hList1"/>
    <dgm:cxn modelId="{47E68E9C-C7F4-4ACC-96DA-76B4BB6C52E7}" srcId="{9FDE051C-B253-45AD-B168-F6468B0677B6}" destId="{60A90CC4-9E5E-4A79-9A56-4B3BC601CCCF}" srcOrd="0" destOrd="0" parTransId="{4D60E54E-BCC9-4A48-BF13-547BBF23DF47}" sibTransId="{1EA64EC2-EB73-4D48-B9B9-0F3E7349714E}"/>
    <dgm:cxn modelId="{8F454A9D-5526-4C23-AFE1-6FF6E4F6115C}" srcId="{3ACE3B3B-2853-44C7-8049-E508A96014E4}" destId="{387E93C8-615A-468F-B462-A40C71740EB8}" srcOrd="1" destOrd="0" parTransId="{D5E8AB61-3FA9-42CC-B5E8-431E299406EA}" sibTransId="{425FFF91-357A-4256-81B2-E79486E20542}"/>
    <dgm:cxn modelId="{7A4980A1-FB49-4F79-97FC-20FF49074A3E}" srcId="{9044AD68-804A-45ED-8DD2-2FC260495A96}" destId="{9FDE051C-B253-45AD-B168-F6468B0677B6}" srcOrd="2" destOrd="0" parTransId="{F4BF282B-D981-4012-BC05-E42EFFF2C873}" sibTransId="{73349713-5E13-4111-ACCE-AD259FAFE481}"/>
    <dgm:cxn modelId="{34FF7EA4-AAAC-4750-A21A-5EACD2BA92CE}" type="presOf" srcId="{60A90CC4-9E5E-4A79-9A56-4B3BC601CCCF}" destId="{413DAB5F-AA1A-4DD5-B837-F3844D104CD1}" srcOrd="0" destOrd="0" presId="urn:microsoft.com/office/officeart/2005/8/layout/hList1"/>
    <dgm:cxn modelId="{EB61ECAD-3F46-43BE-BD4E-76673F8716C4}" type="presOf" srcId="{392125C0-D270-4F3F-81B6-EA226D8AF48A}" destId="{C3F6CB28-3DC5-4CC8-B0C7-381728C06789}" srcOrd="0" destOrd="0" presId="urn:microsoft.com/office/officeart/2005/8/layout/hList1"/>
    <dgm:cxn modelId="{109F08C9-E51F-4F46-AEE4-D1ED0E04B287}" srcId="{3ACE3B3B-2853-44C7-8049-E508A96014E4}" destId="{392125C0-D270-4F3F-81B6-EA226D8AF48A}" srcOrd="0" destOrd="0" parTransId="{8E65D104-36BD-4E21-A774-F0BBA8042D9D}" sibTransId="{D5DEDC77-4802-4737-80EA-19AD2324D5E2}"/>
    <dgm:cxn modelId="{9AC065CE-4540-4969-B381-1BAB6D905761}" srcId="{D9FF3E6B-5AE1-4B69-86AB-C48BB8211012}" destId="{B85EDF32-7F2A-468B-B6C1-7431D859B535}" srcOrd="1" destOrd="0" parTransId="{C6CB1C4F-2980-4721-B489-05EA56890421}" sibTransId="{436721BE-8C13-4C5F-BDE5-C34EBDD79386}"/>
    <dgm:cxn modelId="{9EAE6AE3-8B77-436D-964E-0259DAA845B2}" srcId="{9044AD68-804A-45ED-8DD2-2FC260495A96}" destId="{3ACE3B3B-2853-44C7-8049-E508A96014E4}" srcOrd="0" destOrd="0" parTransId="{4789D2E1-0B18-4924-9D82-129C73801587}" sibTransId="{70D3E036-BDEE-4415-AEB0-6831B9B32F90}"/>
    <dgm:cxn modelId="{237712F8-5470-4C61-91C3-8E2EAE23E1DE}" type="presParOf" srcId="{BF682521-88D8-4C14-A593-A4DD8E99E10A}" destId="{079EA917-9503-4A03-9DD6-ECBCEBBA1160}" srcOrd="0" destOrd="0" presId="urn:microsoft.com/office/officeart/2005/8/layout/hList1"/>
    <dgm:cxn modelId="{855D8BAE-58FC-4869-AA9C-33E6CFDB81CA}" type="presParOf" srcId="{079EA917-9503-4A03-9DD6-ECBCEBBA1160}" destId="{99D57505-114F-4CF8-B9D1-607C33B92111}" srcOrd="0" destOrd="0" presId="urn:microsoft.com/office/officeart/2005/8/layout/hList1"/>
    <dgm:cxn modelId="{2F0F2792-6E18-4C00-B127-32BCFC9D6AB3}" type="presParOf" srcId="{079EA917-9503-4A03-9DD6-ECBCEBBA1160}" destId="{C3F6CB28-3DC5-4CC8-B0C7-381728C06789}" srcOrd="1" destOrd="0" presId="urn:microsoft.com/office/officeart/2005/8/layout/hList1"/>
    <dgm:cxn modelId="{D28CF013-BAF0-483A-A676-46FDEC047427}" type="presParOf" srcId="{BF682521-88D8-4C14-A593-A4DD8E99E10A}" destId="{576F898B-D390-44EB-A0E0-B2D09C416BD2}" srcOrd="1" destOrd="0" presId="urn:microsoft.com/office/officeart/2005/8/layout/hList1"/>
    <dgm:cxn modelId="{48C5C5E3-E6AE-469D-88B1-FB4B36C052D0}" type="presParOf" srcId="{BF682521-88D8-4C14-A593-A4DD8E99E10A}" destId="{29B95F9F-B01D-49D4-820E-36BD6DB16BAA}" srcOrd="2" destOrd="0" presId="urn:microsoft.com/office/officeart/2005/8/layout/hList1"/>
    <dgm:cxn modelId="{93C1A666-4B61-4ED3-B6EF-B0AB43223780}" type="presParOf" srcId="{29B95F9F-B01D-49D4-820E-36BD6DB16BAA}" destId="{27EFA2CF-97DF-46DC-A027-55BA4AAAFAED}" srcOrd="0" destOrd="0" presId="urn:microsoft.com/office/officeart/2005/8/layout/hList1"/>
    <dgm:cxn modelId="{F24F7770-4528-4E83-816F-9AD39B128BCD}" type="presParOf" srcId="{29B95F9F-B01D-49D4-820E-36BD6DB16BAA}" destId="{CF24A37F-7229-4D61-9AF8-EF1746C79B83}" srcOrd="1" destOrd="0" presId="urn:microsoft.com/office/officeart/2005/8/layout/hList1"/>
    <dgm:cxn modelId="{5E29384C-7C93-4976-9D76-7A1948C8AF2C}" type="presParOf" srcId="{BF682521-88D8-4C14-A593-A4DD8E99E10A}" destId="{7A8DA948-04ED-44DF-9ED6-27260E18550F}" srcOrd="3" destOrd="0" presId="urn:microsoft.com/office/officeart/2005/8/layout/hList1"/>
    <dgm:cxn modelId="{791E8116-B41A-4055-8CD0-27178E877D62}" type="presParOf" srcId="{BF682521-88D8-4C14-A593-A4DD8E99E10A}" destId="{3EE4B3EA-DD47-4623-AB1F-BB6F7C1940D9}" srcOrd="4" destOrd="0" presId="urn:microsoft.com/office/officeart/2005/8/layout/hList1"/>
    <dgm:cxn modelId="{5A4E8B3D-B8E3-4B0E-876C-714A7C026DF3}" type="presParOf" srcId="{3EE4B3EA-DD47-4623-AB1F-BB6F7C1940D9}" destId="{7AE805C7-D79F-4326-BD27-B9F53F6FC925}" srcOrd="0" destOrd="0" presId="urn:microsoft.com/office/officeart/2005/8/layout/hList1"/>
    <dgm:cxn modelId="{94701B17-F7A9-4A83-B24E-79FAE0C9B9D4}" type="presParOf" srcId="{3EE4B3EA-DD47-4623-AB1F-BB6F7C1940D9}" destId="{413DAB5F-AA1A-4DD5-B837-F3844D104C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" loCatId="process" qsTypeId="urn:microsoft.com/office/officeart/2005/8/quickstyle/simple3" qsCatId="simple" csTypeId="urn:microsoft.com/office/officeart/2005/8/colors/accent6_2" csCatId="accent6" phldr="1"/>
      <dgm:spPr/>
      <dgm:t>
        <a:bodyPr/>
        <a:lstStyle/>
        <a:p>
          <a:endParaRPr lang="es-ES"/>
        </a:p>
      </dgm:t>
    </dgm:pt>
    <dgm:pt modelId="{70378F17-BFA4-4AA2-91CB-FE7DFE6B7A95}">
      <dgm:prSet phldrT="[Texto]" phldr="0"/>
      <dgm:spPr/>
      <dgm:t>
        <a:bodyPr/>
        <a:lstStyle/>
        <a:p>
          <a:pPr rtl="0"/>
          <a:r>
            <a:rPr lang="es-EC" b="1" dirty="0">
              <a:latin typeface="Arial"/>
              <a:cs typeface="Arial"/>
            </a:rPr>
            <a:t>Active Directory</a:t>
          </a:r>
          <a:endParaRPr lang="es-EC" b="1" dirty="0">
            <a:cs typeface="Arial"/>
          </a:endParaRPr>
        </a:p>
      </dgm:t>
    </dgm:pt>
    <dgm:pt modelId="{C3966D0E-ACBF-46F3-BECF-078A3E1084D7}" type="parTrans" cxnId="{F81DFEC0-22EC-4812-AA3A-4D6D42306E50}">
      <dgm:prSet/>
      <dgm:spPr/>
      <dgm:t>
        <a:bodyPr/>
        <a:lstStyle/>
        <a:p>
          <a:endParaRPr lang="es-ES"/>
        </a:p>
      </dgm:t>
    </dgm:pt>
    <dgm:pt modelId="{E18291E9-0160-4BD1-B202-44A6F5B16BB5}" type="sibTrans" cxnId="{F81DFEC0-22EC-4812-AA3A-4D6D42306E50}">
      <dgm:prSet/>
      <dgm:spPr/>
      <dgm:t>
        <a:bodyPr/>
        <a:lstStyle/>
        <a:p>
          <a:endParaRPr lang="es-ES"/>
        </a:p>
      </dgm:t>
    </dgm:pt>
    <dgm:pt modelId="{69AD657D-DD35-4C5F-890C-4459F784FA6E}">
      <dgm:prSet phldrT="[Texto]"/>
      <dgm:spPr/>
      <dgm:t>
        <a:bodyPr/>
        <a:lstStyle/>
        <a:p>
          <a:pPr rtl="0"/>
          <a:r>
            <a:rPr lang="es-ES" dirty="0"/>
            <a:t>Active </a:t>
          </a:r>
          <a:r>
            <a:rPr lang="es-ES" dirty="0" err="1"/>
            <a:t>Directory</a:t>
          </a:r>
          <a:r>
            <a:rPr lang="es-ES" dirty="0"/>
            <a:t> es el servicio de directorio de Microsoft que centraliza la administración de recursos en una red corporativa. Proporciona una base de datos jerárquica para gestionar usuarios, equipos y políticas de seguridad de manera unificada.</a:t>
          </a:r>
          <a:r>
            <a:rPr lang="es-ES" dirty="0">
              <a:latin typeface="Arial"/>
            </a:rPr>
            <a:t> </a:t>
          </a:r>
          <a:endParaRPr lang="es-ES" dirty="0"/>
        </a:p>
      </dgm:t>
    </dgm:pt>
    <dgm:pt modelId="{B8B20F21-817C-40C2-A385-44AFBC7828E3}" type="parTrans" cxnId="{CC46C340-6E5C-48FD-BA52-34B4EABFC045}">
      <dgm:prSet/>
      <dgm:spPr/>
      <dgm:t>
        <a:bodyPr/>
        <a:lstStyle/>
        <a:p>
          <a:endParaRPr lang="es-ES"/>
        </a:p>
      </dgm:t>
    </dgm:pt>
    <dgm:pt modelId="{2EF7016D-78FD-4660-B782-AF6B11224173}" type="sibTrans" cxnId="{CC46C340-6E5C-48FD-BA52-34B4EABFC045}">
      <dgm:prSet/>
      <dgm:spPr/>
      <dgm:t>
        <a:bodyPr/>
        <a:lstStyle/>
        <a:p>
          <a:endParaRPr lang="es-ES"/>
        </a:p>
      </dgm:t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537EFF73-660F-4576-BE9F-9CBFF99A026F}" type="pres">
      <dgm:prSet presAssocID="{70378F17-BFA4-4AA2-91CB-FE7DFE6B7A95}" presName="composite" presStyleCnt="0"/>
      <dgm:spPr/>
    </dgm:pt>
    <dgm:pt modelId="{CBDC6576-E07A-456E-AA1A-BC80AEB1C472}" type="pres">
      <dgm:prSet presAssocID="{70378F17-BFA4-4AA2-91CB-FE7DFE6B7A95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36DAE28C-D040-4D10-8B58-AD362B328C2A}" type="pres">
      <dgm:prSet presAssocID="{70378F17-BFA4-4AA2-91CB-FE7DFE6B7A95}" presName="parSh" presStyleLbl="node1" presStyleIdx="0" presStyleCnt="1"/>
      <dgm:spPr/>
    </dgm:pt>
    <dgm:pt modelId="{D95F0515-B6EB-4884-9C58-E27D272A34C0}" type="pres">
      <dgm:prSet presAssocID="{70378F17-BFA4-4AA2-91CB-FE7DFE6B7A95}" presName="desTx" presStyleLbl="fgAcc1" presStyleIdx="0" presStyleCnt="1">
        <dgm:presLayoutVars>
          <dgm:bulletEnabled val="1"/>
        </dgm:presLayoutVars>
      </dgm:prSet>
      <dgm:spPr/>
    </dgm:pt>
  </dgm:ptLst>
  <dgm:cxnLst>
    <dgm:cxn modelId="{6C2EA415-CC55-40C4-9308-58AFC54A5B36}" type="presOf" srcId="{17377101-814E-4BB6-BEB4-A6CFA83DA9D8}" destId="{F82FB510-7AF3-4EFC-8DD3-AB31E9B359E9}" srcOrd="0" destOrd="0" presId="urn:microsoft.com/office/officeart/2005/8/layout/process3"/>
    <dgm:cxn modelId="{CC46C340-6E5C-48FD-BA52-34B4EABFC045}" srcId="{70378F17-BFA4-4AA2-91CB-FE7DFE6B7A95}" destId="{69AD657D-DD35-4C5F-890C-4459F784FA6E}" srcOrd="0" destOrd="0" parTransId="{B8B20F21-817C-40C2-A385-44AFBC7828E3}" sibTransId="{2EF7016D-78FD-4660-B782-AF6B11224173}"/>
    <dgm:cxn modelId="{349A6D5A-B1F3-4179-BA5D-7284B57DCF9C}" type="presOf" srcId="{69AD657D-DD35-4C5F-890C-4459F784FA6E}" destId="{D95F0515-B6EB-4884-9C58-E27D272A34C0}" srcOrd="0" destOrd="0" presId="urn:microsoft.com/office/officeart/2005/8/layout/process3"/>
    <dgm:cxn modelId="{128864BA-3903-48C0-B91E-B66236FECE36}" type="presOf" srcId="{70378F17-BFA4-4AA2-91CB-FE7DFE6B7A95}" destId="{CBDC6576-E07A-456E-AA1A-BC80AEB1C472}" srcOrd="0" destOrd="0" presId="urn:microsoft.com/office/officeart/2005/8/layout/process3"/>
    <dgm:cxn modelId="{D105F1BD-29AA-4259-99CC-48356130964F}" type="presOf" srcId="{70378F17-BFA4-4AA2-91CB-FE7DFE6B7A95}" destId="{36DAE28C-D040-4D10-8B58-AD362B328C2A}" srcOrd="1" destOrd="0" presId="urn:microsoft.com/office/officeart/2005/8/layout/process3"/>
    <dgm:cxn modelId="{F81DFEC0-22EC-4812-AA3A-4D6D42306E50}" srcId="{17377101-814E-4BB6-BEB4-A6CFA83DA9D8}" destId="{70378F17-BFA4-4AA2-91CB-FE7DFE6B7A95}" srcOrd="0" destOrd="0" parTransId="{C3966D0E-ACBF-46F3-BECF-078A3E1084D7}" sibTransId="{E18291E9-0160-4BD1-B202-44A6F5B16BB5}"/>
    <dgm:cxn modelId="{A5D4499C-319A-43B4-BAA3-6A96A34D7C4E}" type="presParOf" srcId="{F82FB510-7AF3-4EFC-8DD3-AB31E9B359E9}" destId="{537EFF73-660F-4576-BE9F-9CBFF99A026F}" srcOrd="0" destOrd="0" presId="urn:microsoft.com/office/officeart/2005/8/layout/process3"/>
    <dgm:cxn modelId="{9CF29A3D-96D0-4A27-86AD-22C94C61582F}" type="presParOf" srcId="{537EFF73-660F-4576-BE9F-9CBFF99A026F}" destId="{CBDC6576-E07A-456E-AA1A-BC80AEB1C472}" srcOrd="0" destOrd="0" presId="urn:microsoft.com/office/officeart/2005/8/layout/process3"/>
    <dgm:cxn modelId="{FF27AEE5-B1AA-4AE5-9DE5-26084CCDE791}" type="presParOf" srcId="{537EFF73-660F-4576-BE9F-9CBFF99A026F}" destId="{36DAE28C-D040-4D10-8B58-AD362B328C2A}" srcOrd="1" destOrd="0" presId="urn:microsoft.com/office/officeart/2005/8/layout/process3"/>
    <dgm:cxn modelId="{D4E8EA55-DF0E-4975-AF37-59113502854D}" type="presParOf" srcId="{537EFF73-660F-4576-BE9F-9CBFF99A026F}" destId="{D95F0515-B6EB-4884-9C58-E27D272A34C0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5A3C983-8B3A-4FDE-91E9-84B46DE8EBD1}" type="doc">
      <dgm:prSet loTypeId="urn:microsoft.com/office/officeart/2005/8/layout/hList6" loCatId="list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es-EC"/>
        </a:p>
      </dgm:t>
    </dgm:pt>
    <dgm:pt modelId="{A99FAB7D-1BA2-4928-8F18-4175D894A95C}">
      <dgm:prSet phldr="0" custT="1"/>
      <dgm:spPr/>
      <dgm:t>
        <a:bodyPr/>
        <a:lstStyle/>
        <a:p>
          <a:pPr rtl="0">
            <a:buNone/>
          </a:pPr>
          <a:r>
            <a:rPr lang="es-ES" sz="2800" b="1" dirty="0">
              <a:latin typeface="Arial"/>
              <a:cs typeface="Arial"/>
            </a:rPr>
            <a:t>¿Qué es?</a:t>
          </a:r>
        </a:p>
      </dgm:t>
    </dgm:pt>
    <dgm:pt modelId="{999CBD78-4F1C-4D03-B71D-205184D54FCC}" type="parTrans" cxnId="{10BC45C7-5D57-4741-89C7-59EF914F3D01}">
      <dgm:prSet/>
      <dgm:spPr/>
    </dgm:pt>
    <dgm:pt modelId="{794595EC-FC78-43FE-A7FB-3EC1D3C10C26}" type="sibTrans" cxnId="{10BC45C7-5D57-4741-89C7-59EF914F3D01}">
      <dgm:prSet/>
      <dgm:spPr/>
    </dgm:pt>
    <dgm:pt modelId="{8C8E8C46-F67B-487E-ACE5-920B09A970E3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 sz="2000" b="1" dirty="0">
              <a:latin typeface="Arial"/>
              <a:cs typeface="Arial"/>
            </a:rPr>
            <a:t> Funciones</a:t>
          </a:r>
          <a:endParaRPr lang="es-ES" sz="2000" b="1" dirty="0">
            <a:cs typeface="Arial"/>
          </a:endParaRPr>
        </a:p>
      </dgm:t>
    </dgm:pt>
    <dgm:pt modelId="{495BB1CC-2E26-46C7-AAD6-7E7AF4794189}" type="parTrans" cxnId="{308F5537-881B-4C3E-8150-A4C824219848}">
      <dgm:prSet/>
      <dgm:spPr/>
    </dgm:pt>
    <dgm:pt modelId="{5B93511E-523A-4029-9666-144B65B53B29}" type="sibTrans" cxnId="{308F5537-881B-4C3E-8150-A4C824219848}">
      <dgm:prSet/>
      <dgm:spPr/>
    </dgm:pt>
    <dgm:pt modelId="{3A2B1482-6368-482B-97CA-A238230990EF}">
      <dgm:prSet phldr="0" custT="1"/>
      <dgm:spPr/>
      <dgm:t>
        <a:bodyPr/>
        <a:lstStyle/>
        <a:p>
          <a:pPr rtl="0"/>
          <a:r>
            <a:rPr lang="es-ES" sz="2400" b="0" dirty="0"/>
            <a:t>El Controlador de Dominio es un servidor especializado que almacena la base de datos completa de Active Directory y funciona como punto central de autenticación y autorización en la red.</a:t>
          </a:r>
        </a:p>
      </dgm:t>
    </dgm:pt>
    <dgm:pt modelId="{13E0D64E-7C1A-4B93-B37A-4214DE24E751}" type="parTrans" cxnId="{1C931601-657F-4002-88DF-3D92E1B0C5FA}">
      <dgm:prSet/>
      <dgm:spPr/>
    </dgm:pt>
    <dgm:pt modelId="{34D43773-DD26-46AE-AD9E-29DBA8A45745}" type="sibTrans" cxnId="{1C931601-657F-4002-88DF-3D92E1B0C5FA}">
      <dgm:prSet/>
      <dgm:spPr/>
    </dgm:pt>
    <dgm:pt modelId="{702E3245-BCDA-4CC0-A158-2D74AC3B1161}">
      <dgm:prSet phldr="0"/>
      <dgm:spPr/>
      <dgm:t>
        <a:bodyPr/>
        <a:lstStyle/>
        <a:p>
          <a:pPr rtl="0"/>
          <a:r>
            <a:rPr lang="es-ES" sz="2000" b="0" dirty="0">
              <a:latin typeface="Arial"/>
            </a:rPr>
            <a:t>Autenticación</a:t>
          </a:r>
          <a:r>
            <a:rPr lang="es-ES" sz="2000" b="0" dirty="0"/>
            <a:t> centralizada que verifica credenciales de usuarios y equipos, la autorización que define permisos de acceso a recursos, y la replicación que mantiene consistencia entre múltiples controladores.</a:t>
          </a:r>
          <a:endParaRPr lang="es-ES" sz="2000" b="1" dirty="0"/>
        </a:p>
      </dgm:t>
    </dgm:pt>
    <dgm:pt modelId="{10E177DD-6012-49BF-A2E3-423B0C6500DB}" type="parTrans" cxnId="{A8D4EDA5-9E8F-4EA1-81A3-44AB437EC51F}">
      <dgm:prSet/>
      <dgm:spPr/>
    </dgm:pt>
    <dgm:pt modelId="{485E68F0-14A1-4CAB-B207-D0BA10542CAD}" type="sibTrans" cxnId="{A8D4EDA5-9E8F-4EA1-81A3-44AB437EC51F}">
      <dgm:prSet/>
      <dgm:spPr/>
    </dgm:pt>
    <dgm:pt modelId="{305B9094-2BD9-44DE-9555-60CC3680E330}" type="pres">
      <dgm:prSet presAssocID="{D5A3C983-8B3A-4FDE-91E9-84B46DE8EBD1}" presName="Name0" presStyleCnt="0">
        <dgm:presLayoutVars>
          <dgm:dir/>
          <dgm:resizeHandles val="exact"/>
        </dgm:presLayoutVars>
      </dgm:prSet>
      <dgm:spPr/>
    </dgm:pt>
    <dgm:pt modelId="{5474DD16-27B1-46B7-A9B6-6DE0C3AD1EB4}" type="pres">
      <dgm:prSet presAssocID="{A99FAB7D-1BA2-4928-8F18-4175D894A95C}" presName="node" presStyleLbl="node1" presStyleIdx="0" presStyleCnt="2">
        <dgm:presLayoutVars>
          <dgm:bulletEnabled val="1"/>
        </dgm:presLayoutVars>
      </dgm:prSet>
      <dgm:spPr/>
    </dgm:pt>
    <dgm:pt modelId="{270AEA80-E6DE-4255-A3D9-979DFC9E829C}" type="pres">
      <dgm:prSet presAssocID="{794595EC-FC78-43FE-A7FB-3EC1D3C10C26}" presName="sibTrans" presStyleCnt="0"/>
      <dgm:spPr/>
    </dgm:pt>
    <dgm:pt modelId="{19DB5B80-20D8-449C-AEAD-5805CFB58DB3}" type="pres">
      <dgm:prSet presAssocID="{8C8E8C46-F67B-487E-ACE5-920B09A970E3}" presName="node" presStyleLbl="node1" presStyleIdx="1" presStyleCnt="2">
        <dgm:presLayoutVars>
          <dgm:bulletEnabled val="1"/>
        </dgm:presLayoutVars>
      </dgm:prSet>
      <dgm:spPr/>
    </dgm:pt>
  </dgm:ptLst>
  <dgm:cxnLst>
    <dgm:cxn modelId="{1C931601-657F-4002-88DF-3D92E1B0C5FA}" srcId="{A99FAB7D-1BA2-4928-8F18-4175D894A95C}" destId="{3A2B1482-6368-482B-97CA-A238230990EF}" srcOrd="0" destOrd="0" parTransId="{13E0D64E-7C1A-4B93-B37A-4214DE24E751}" sibTransId="{34D43773-DD26-46AE-AD9E-29DBA8A45745}"/>
    <dgm:cxn modelId="{FE53F504-6A91-46EB-826B-DCD5F83FBD35}" type="presOf" srcId="{702E3245-BCDA-4CC0-A158-2D74AC3B1161}" destId="{19DB5B80-20D8-449C-AEAD-5805CFB58DB3}" srcOrd="0" destOrd="1" presId="urn:microsoft.com/office/officeart/2005/8/layout/hList6"/>
    <dgm:cxn modelId="{308F5537-881B-4C3E-8150-A4C824219848}" srcId="{D5A3C983-8B3A-4FDE-91E9-84B46DE8EBD1}" destId="{8C8E8C46-F67B-487E-ACE5-920B09A970E3}" srcOrd="1" destOrd="0" parTransId="{495BB1CC-2E26-46C7-AAD6-7E7AF4794189}" sibTransId="{5B93511E-523A-4029-9666-144B65B53B29}"/>
    <dgm:cxn modelId="{3D3CAF6F-2AFD-452D-A3E3-AC0D632FD5CE}" type="presOf" srcId="{8C8E8C46-F67B-487E-ACE5-920B09A970E3}" destId="{19DB5B80-20D8-449C-AEAD-5805CFB58DB3}" srcOrd="0" destOrd="0" presId="urn:microsoft.com/office/officeart/2005/8/layout/hList6"/>
    <dgm:cxn modelId="{9AAD165A-04EC-4A14-9795-9BB3792E5919}" type="presOf" srcId="{A99FAB7D-1BA2-4928-8F18-4175D894A95C}" destId="{5474DD16-27B1-46B7-A9B6-6DE0C3AD1EB4}" srcOrd="0" destOrd="0" presId="urn:microsoft.com/office/officeart/2005/8/layout/hList6"/>
    <dgm:cxn modelId="{A8D4EDA5-9E8F-4EA1-81A3-44AB437EC51F}" srcId="{8C8E8C46-F67B-487E-ACE5-920B09A970E3}" destId="{702E3245-BCDA-4CC0-A158-2D74AC3B1161}" srcOrd="0" destOrd="0" parTransId="{10E177DD-6012-49BF-A2E3-423B0C6500DB}" sibTransId="{485E68F0-14A1-4CAB-B207-D0BA10542CAD}"/>
    <dgm:cxn modelId="{6594A2B9-975D-4348-A82D-5AFC2CD077DB}" type="presOf" srcId="{D5A3C983-8B3A-4FDE-91E9-84B46DE8EBD1}" destId="{305B9094-2BD9-44DE-9555-60CC3680E330}" srcOrd="0" destOrd="0" presId="urn:microsoft.com/office/officeart/2005/8/layout/hList6"/>
    <dgm:cxn modelId="{10BC45C7-5D57-4741-89C7-59EF914F3D01}" srcId="{D5A3C983-8B3A-4FDE-91E9-84B46DE8EBD1}" destId="{A99FAB7D-1BA2-4928-8F18-4175D894A95C}" srcOrd="0" destOrd="0" parTransId="{999CBD78-4F1C-4D03-B71D-205184D54FCC}" sibTransId="{794595EC-FC78-43FE-A7FB-3EC1D3C10C26}"/>
    <dgm:cxn modelId="{64F379F6-E191-4CF6-BABD-0AC2A0B2947C}" type="presOf" srcId="{3A2B1482-6368-482B-97CA-A238230990EF}" destId="{5474DD16-27B1-46B7-A9B6-6DE0C3AD1EB4}" srcOrd="0" destOrd="1" presId="urn:microsoft.com/office/officeart/2005/8/layout/hList6"/>
    <dgm:cxn modelId="{4ECFE6DF-6538-4322-AE1F-19D97E71BB4F}" type="presParOf" srcId="{305B9094-2BD9-44DE-9555-60CC3680E330}" destId="{5474DD16-27B1-46B7-A9B6-6DE0C3AD1EB4}" srcOrd="0" destOrd="0" presId="urn:microsoft.com/office/officeart/2005/8/layout/hList6"/>
    <dgm:cxn modelId="{6C9199BB-72BE-4F19-AB1D-D05BC0A9FE3A}" type="presParOf" srcId="{305B9094-2BD9-44DE-9555-60CC3680E330}" destId="{270AEA80-E6DE-4255-A3D9-979DFC9E829C}" srcOrd="1" destOrd="0" presId="urn:microsoft.com/office/officeart/2005/8/layout/hList6"/>
    <dgm:cxn modelId="{35BBA627-5A29-4F7D-9098-D3119CC28E51}" type="presParOf" srcId="{305B9094-2BD9-44DE-9555-60CC3680E330}" destId="{19DB5B80-20D8-449C-AEAD-5805CFB58DB3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C768A8D1-FCF4-45B7-85B9-A727EBA6F508}">
      <dgm:prSet phldrT="[Texto]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800" dirty="0">
              <a:latin typeface="Arial"/>
              <a:ea typeface="+mn-ea"/>
              <a:cs typeface="+mn-cs"/>
            </a:rPr>
            <a:t>Conjuntos de configuraciones y reglas predefinidas aplicadas a usuarios y equipos del dominio</a:t>
          </a:r>
          <a:endParaRPr lang="es-ES" sz="1800" dirty="0">
            <a:ea typeface="+mn-ea"/>
            <a:cs typeface="+mn-cs"/>
          </a:endParaRPr>
        </a:p>
      </dgm:t>
    </dgm:pt>
    <dgm:pt modelId="{9DF2E2E7-A8DF-441D-81E2-4F2ED2C90D79}" type="parTrans" cxnId="{902F7DC1-5AF3-47B5-918D-8049AF73F1B6}">
      <dgm:prSet/>
      <dgm:spPr/>
      <dgm:t>
        <a:bodyPr/>
        <a:lstStyle/>
        <a:p>
          <a:endParaRPr lang="es-ES"/>
        </a:p>
      </dgm:t>
    </dgm:pt>
    <dgm:pt modelId="{A9F564A7-74D0-407A-8911-0B1EB8F53321}" type="sibTrans" cxnId="{902F7DC1-5AF3-47B5-918D-8049AF73F1B6}">
      <dgm:prSet/>
      <dgm:spPr/>
      <dgm:t>
        <a:bodyPr/>
        <a:lstStyle/>
        <a:p>
          <a:endParaRPr lang="es-ES"/>
        </a:p>
      </dgm:t>
    </dgm:pt>
    <dgm:pt modelId="{05F31A2A-CC5E-4B46-9DC3-AB4A3F2B9E62}">
      <dgm:prSet phldrT="[Texto]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800" dirty="0">
              <a:latin typeface="Arial"/>
              <a:ea typeface="+mn-ea"/>
              <a:cs typeface="+mn-cs"/>
            </a:rPr>
            <a:t>Gestión centralizada desde un solo punto, aplicación constante de reglas para todos los objetos</a:t>
          </a:r>
          <a:endParaRPr lang="es-ES" sz="1800" dirty="0">
            <a:ea typeface="+mn-ea"/>
            <a:cs typeface="+mn-cs"/>
          </a:endParaRPr>
        </a:p>
      </dgm:t>
    </dgm:pt>
    <dgm:pt modelId="{0C8D8CF2-8C2A-470F-86CC-4D19A4F22DDC}" type="parTrans" cxnId="{6287E184-FDBC-4619-B5D4-7F724D55177A}">
      <dgm:prSet/>
      <dgm:spPr/>
      <dgm:t>
        <a:bodyPr/>
        <a:lstStyle/>
        <a:p>
          <a:endParaRPr lang="es-ES"/>
        </a:p>
      </dgm:t>
    </dgm:pt>
    <dgm:pt modelId="{8E8F65DD-73BF-4426-AFCC-9EB5FBDC7B73}" type="sibTrans" cxnId="{6287E184-FDBC-4619-B5D4-7F724D55177A}">
      <dgm:prSet/>
      <dgm:spPr/>
      <dgm:t>
        <a:bodyPr/>
        <a:lstStyle/>
        <a:p>
          <a:endParaRPr lang="es-ES"/>
        </a:p>
      </dgm:t>
    </dgm:pt>
    <dgm:pt modelId="{4D79045E-E8A5-4EA4-8070-B14250902704}">
      <dgm:prSet phldrT="[Texto]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800" dirty="0">
              <a:latin typeface="Arial"/>
              <a:ea typeface="+mn-ea"/>
              <a:cs typeface="+mn-cs"/>
            </a:rPr>
            <a:t>Un objeto actúa como un contenedor de configuraciones. Ejemplo: Usuario.</a:t>
          </a:r>
          <a:endParaRPr lang="es-ES" sz="1800" dirty="0">
            <a:ea typeface="+mn-ea"/>
            <a:cs typeface="+mn-cs"/>
          </a:endParaRPr>
        </a:p>
      </dgm:t>
    </dgm:pt>
    <dgm:pt modelId="{52A3488F-0D5E-4788-8E16-E76BF7BD15F3}" type="parTrans" cxnId="{D69EAF36-375C-4AFD-84F9-525FAADF2065}">
      <dgm:prSet/>
      <dgm:spPr/>
      <dgm:t>
        <a:bodyPr/>
        <a:lstStyle/>
        <a:p>
          <a:endParaRPr lang="es-ES"/>
        </a:p>
      </dgm:t>
    </dgm:pt>
    <dgm:pt modelId="{4C7D5192-5101-44F4-A8B5-95E0029877DD}" type="sibTrans" cxnId="{D69EAF36-375C-4AFD-84F9-525FAADF2065}">
      <dgm:prSet/>
      <dgm:spPr/>
      <dgm:t>
        <a:bodyPr/>
        <a:lstStyle/>
        <a:p>
          <a:endParaRPr lang="es-ES"/>
        </a:p>
      </dgm:t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21D427FE-A9E5-485E-944E-B5F91649AB56}" type="pres">
      <dgm:prSet presAssocID="{C768A8D1-FCF4-45B7-85B9-A727EBA6F5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F4E130-170B-465B-BF3D-9763352BD58B}" type="pres">
      <dgm:prSet presAssocID="{A9F564A7-74D0-407A-8911-0B1EB8F53321}" presName="spacer" presStyleCnt="0"/>
      <dgm:spPr/>
    </dgm:pt>
    <dgm:pt modelId="{2EA5F9FB-0847-477C-8F21-3201B87011AC}" type="pres">
      <dgm:prSet presAssocID="{05F31A2A-CC5E-4B46-9DC3-AB4A3F2B9E6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0E9E285-F856-4DCA-9EC4-26528C24B679}" type="pres">
      <dgm:prSet presAssocID="{8E8F65DD-73BF-4426-AFCC-9EB5FBDC7B73}" presName="spacer" presStyleCnt="0"/>
      <dgm:spPr/>
    </dgm:pt>
    <dgm:pt modelId="{F92A617C-D47C-47DE-951A-DD174578C727}" type="pres">
      <dgm:prSet presAssocID="{4D79045E-E8A5-4EA4-8070-B1425090270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69EAF36-375C-4AFD-84F9-525FAADF2065}" srcId="{6EF664F3-8B9C-498D-A0B3-DBE5AD178739}" destId="{4D79045E-E8A5-4EA4-8070-B14250902704}" srcOrd="2" destOrd="0" parTransId="{52A3488F-0D5E-4788-8E16-E76BF7BD15F3}" sibTransId="{4C7D5192-5101-44F4-A8B5-95E0029877DD}"/>
    <dgm:cxn modelId="{EB888563-D3A6-4D75-8E85-01D917CD5485}" type="presOf" srcId="{05F31A2A-CC5E-4B46-9DC3-AB4A3F2B9E62}" destId="{2EA5F9FB-0847-477C-8F21-3201B87011AC}" srcOrd="0" destOrd="0" presId="urn:microsoft.com/office/officeart/2005/8/layout/vList2"/>
    <dgm:cxn modelId="{15765075-2FC3-4A68-9471-E9377AFBEBC5}" type="presOf" srcId="{6EF664F3-8B9C-498D-A0B3-DBE5AD178739}" destId="{B5AC36EA-E17B-4931-B378-BDAD64C979F2}" srcOrd="0" destOrd="0" presId="urn:microsoft.com/office/officeart/2005/8/layout/vList2"/>
    <dgm:cxn modelId="{6287E184-FDBC-4619-B5D4-7F724D55177A}" srcId="{6EF664F3-8B9C-498D-A0B3-DBE5AD178739}" destId="{05F31A2A-CC5E-4B46-9DC3-AB4A3F2B9E62}" srcOrd="1" destOrd="0" parTransId="{0C8D8CF2-8C2A-470F-86CC-4D19A4F22DDC}" sibTransId="{8E8F65DD-73BF-4426-AFCC-9EB5FBDC7B73}"/>
    <dgm:cxn modelId="{EDA22389-28B1-4A5F-8968-A536FD384931}" type="presOf" srcId="{4D79045E-E8A5-4EA4-8070-B14250902704}" destId="{F92A617C-D47C-47DE-951A-DD174578C727}" srcOrd="0" destOrd="0" presId="urn:microsoft.com/office/officeart/2005/8/layout/vList2"/>
    <dgm:cxn modelId="{B3B8D6AD-A96F-4330-84B0-D8CF5DDDC804}" type="presOf" srcId="{C768A8D1-FCF4-45B7-85B9-A727EBA6F508}" destId="{21D427FE-A9E5-485E-944E-B5F91649AB56}" srcOrd="0" destOrd="0" presId="urn:microsoft.com/office/officeart/2005/8/layout/vList2"/>
    <dgm:cxn modelId="{902F7DC1-5AF3-47B5-918D-8049AF73F1B6}" srcId="{6EF664F3-8B9C-498D-A0B3-DBE5AD178739}" destId="{C768A8D1-FCF4-45B7-85B9-A727EBA6F508}" srcOrd="0" destOrd="0" parTransId="{9DF2E2E7-A8DF-441D-81E2-4F2ED2C90D79}" sibTransId="{A9F564A7-74D0-407A-8911-0B1EB8F53321}"/>
    <dgm:cxn modelId="{17488D81-52E0-4198-B73B-9E04299357AE}" type="presParOf" srcId="{B5AC36EA-E17B-4931-B378-BDAD64C979F2}" destId="{21D427FE-A9E5-485E-944E-B5F91649AB56}" srcOrd="0" destOrd="0" presId="urn:microsoft.com/office/officeart/2005/8/layout/vList2"/>
    <dgm:cxn modelId="{3BEF2CDF-EB15-4841-A2C9-264F44D36365}" type="presParOf" srcId="{B5AC36EA-E17B-4931-B378-BDAD64C979F2}" destId="{1CF4E130-170B-465B-BF3D-9763352BD58B}" srcOrd="1" destOrd="0" presId="urn:microsoft.com/office/officeart/2005/8/layout/vList2"/>
    <dgm:cxn modelId="{61602FF8-1710-4E90-AF86-E03C935C29A6}" type="presParOf" srcId="{B5AC36EA-E17B-4931-B378-BDAD64C979F2}" destId="{2EA5F9FB-0847-477C-8F21-3201B87011AC}" srcOrd="2" destOrd="0" presId="urn:microsoft.com/office/officeart/2005/8/layout/vList2"/>
    <dgm:cxn modelId="{AE42A3B4-AE6E-47B8-BEE8-925E41C0E09D}" type="presParOf" srcId="{B5AC36EA-E17B-4931-B378-BDAD64C979F2}" destId="{60E9E285-F856-4DCA-9EC4-26528C24B679}" srcOrd="3" destOrd="0" presId="urn:microsoft.com/office/officeart/2005/8/layout/vList2"/>
    <dgm:cxn modelId="{F27A317E-1F47-4FE6-9725-4F41580A8E78}" type="presParOf" srcId="{B5AC36EA-E17B-4931-B378-BDAD64C979F2}" destId="{F92A617C-D47C-47DE-951A-DD174578C72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D374130D-2237-427D-AA4A-389DDE541B39}">
      <dgm:prSet phldrT="[Texto]"/>
      <dgm:spPr/>
      <dgm:t>
        <a:bodyPr/>
        <a:lstStyle/>
        <a:p>
          <a:r>
            <a:rPr lang="es-MX" dirty="0"/>
            <a:t>Política de contraseñas complejas con longitud mínima de 12 caracteres</a:t>
          </a:r>
          <a:endParaRPr lang="en-US" dirty="0"/>
        </a:p>
      </dgm:t>
    </dgm:pt>
    <dgm:pt modelId="{D329AE92-E804-4BCB-91E0-C1DB52558738}" type="parTrans" cxnId="{1FB56344-ADB9-49B2-B535-BAD1FE915926}">
      <dgm:prSet/>
      <dgm:spPr/>
      <dgm:t>
        <a:bodyPr/>
        <a:lstStyle/>
        <a:p>
          <a:endParaRPr lang="es-EC"/>
        </a:p>
      </dgm:t>
    </dgm:pt>
    <dgm:pt modelId="{6C1C40AE-44FC-42A7-A288-A8BBB677EA96}" type="sibTrans" cxnId="{1FB56344-ADB9-49B2-B535-BAD1FE915926}">
      <dgm:prSet/>
      <dgm:spPr/>
      <dgm:t>
        <a:bodyPr/>
        <a:lstStyle/>
        <a:p>
          <a:endParaRPr lang="es-EC"/>
        </a:p>
      </dgm:t>
    </dgm:pt>
    <dgm:pt modelId="{7A7E7065-EE72-420F-A38B-B799F479DAFE}">
      <dgm:prSet phldrT="[Texto]"/>
      <dgm:spPr/>
      <dgm:t>
        <a:bodyPr/>
        <a:lstStyle/>
        <a:p>
          <a:pPr rtl="0"/>
          <a:r>
            <a:rPr lang="es-MX" dirty="0"/>
            <a:t>Bloqueo automático de cuenta después de 5 intentos fallidos de inicio de sesión</a:t>
          </a:r>
          <a:endParaRPr lang="en-US" dirty="0">
            <a:latin typeface="Arial"/>
          </a:endParaRPr>
        </a:p>
      </dgm:t>
    </dgm:pt>
    <dgm:pt modelId="{D4215AFE-EFF3-4B8B-A1B3-5885646E2B38}" type="parTrans" cxnId="{85A2E8E0-84E8-4C86-B9C4-BEC8503C5E28}">
      <dgm:prSet/>
      <dgm:spPr/>
      <dgm:t>
        <a:bodyPr/>
        <a:lstStyle/>
        <a:p>
          <a:endParaRPr lang="es-EC"/>
        </a:p>
      </dgm:t>
    </dgm:pt>
    <dgm:pt modelId="{338B8F17-EE27-45F2-B8EA-443F9A4160B9}" type="sibTrans" cxnId="{85A2E8E0-84E8-4C86-B9C4-BEC8503C5E28}">
      <dgm:prSet/>
      <dgm:spPr/>
      <dgm:t>
        <a:bodyPr/>
        <a:lstStyle/>
        <a:p>
          <a:endParaRPr lang="es-EC"/>
        </a:p>
      </dgm:t>
    </dgm:pt>
    <dgm:pt modelId="{EDA04C9F-DD11-4093-B3B8-76C939A8C106}">
      <dgm:prSet phldrT="[Texto]"/>
      <dgm:spPr/>
      <dgm:t>
        <a:bodyPr/>
        <a:lstStyle/>
        <a:p>
          <a:pPr rtl="0"/>
          <a:r>
            <a:rPr lang="es-MX" sz="1800" dirty="0"/>
            <a:t>Restricción de acceso a dispositivos de almacenamiento USB </a:t>
          </a:r>
          <a:r>
            <a:rPr lang="es-MX" dirty="0"/>
            <a:t>extraíbles</a:t>
          </a:r>
          <a:endParaRPr lang="es-EC" dirty="0">
            <a:latin typeface="Arial"/>
          </a:endParaRPr>
        </a:p>
      </dgm:t>
    </dgm:pt>
    <dgm:pt modelId="{B7058CBA-478A-40EC-849D-4C037D427B6D}" type="parTrans" cxnId="{EFE7074F-FC59-48DE-A89F-0B49C7D6E5C9}">
      <dgm:prSet/>
      <dgm:spPr/>
      <dgm:t>
        <a:bodyPr/>
        <a:lstStyle/>
        <a:p>
          <a:endParaRPr lang="es-EC"/>
        </a:p>
      </dgm:t>
    </dgm:pt>
    <dgm:pt modelId="{4A851A88-B0A5-4FEE-809B-02DB3C383049}" type="sibTrans" cxnId="{EFE7074F-FC59-48DE-A89F-0B49C7D6E5C9}">
      <dgm:prSet/>
      <dgm:spPr/>
      <dgm:t>
        <a:bodyPr/>
        <a:lstStyle/>
        <a:p>
          <a:endParaRPr lang="es-EC"/>
        </a:p>
      </dgm:t>
    </dgm:pt>
    <dgm:pt modelId="{7A2C8E2A-5B42-48D1-A139-E7DCE8E97273}">
      <dgm:prSet phldr="0"/>
      <dgm:spPr/>
      <dgm:t>
        <a:bodyPr/>
        <a:lstStyle/>
        <a:p>
          <a:pPr rtl="0"/>
          <a:r>
            <a:rPr lang="es-MX" dirty="0"/>
            <a:t>Ejecución automática de scripts de backup durante el apagado del sistema</a:t>
          </a:r>
          <a:endParaRPr lang="es-MX" dirty="0">
            <a:latin typeface="Arial"/>
          </a:endParaRPr>
        </a:p>
      </dgm:t>
    </dgm:pt>
    <dgm:pt modelId="{3D31B4FE-A073-41C8-A1AB-BD56A7EFC257}" type="parTrans" cxnId="{310E369A-C59E-461B-80D1-FAA0A3F4ED01}">
      <dgm:prSet/>
      <dgm:spPr/>
    </dgm:pt>
    <dgm:pt modelId="{7FB960F0-50CA-410B-A70F-06FAB669D489}" type="sibTrans" cxnId="{310E369A-C59E-461B-80D1-FAA0A3F4ED01}">
      <dgm:prSet/>
      <dgm:spPr/>
    </dgm:pt>
    <dgm:pt modelId="{D55CEF96-F3DA-479B-BF5C-DAF0E87A5E67}">
      <dgm:prSet phldr="0"/>
      <dgm:spPr/>
      <dgm:t>
        <a:bodyPr/>
        <a:lstStyle/>
        <a:p>
          <a:pPr rtl="0"/>
          <a:r>
            <a:rPr lang="es-MX" dirty="0"/>
            <a:t>Deshabilitación del Panel de Control para usuarios estándar</a:t>
          </a:r>
          <a:endParaRPr lang="es-MX" dirty="0">
            <a:latin typeface="Arial"/>
          </a:endParaRPr>
        </a:p>
      </dgm:t>
    </dgm:pt>
    <dgm:pt modelId="{455A4DB5-F16F-4BCB-A8B1-D8D571694685}" type="parTrans" cxnId="{4FFDB63A-4D22-411A-89AC-B6B152D80DE7}">
      <dgm:prSet/>
      <dgm:spPr/>
    </dgm:pt>
    <dgm:pt modelId="{058711FB-BE6B-437A-90B1-46812061633B}" type="sibTrans" cxnId="{4FFDB63A-4D22-411A-89AC-B6B152D80DE7}">
      <dgm:prSet/>
      <dgm:spPr/>
    </dgm:pt>
    <dgm:pt modelId="{A275062C-8D68-4188-B351-EC611E218761}" type="pres">
      <dgm:prSet presAssocID="{F2C29202-7EC6-4DE0-9F77-6549215033CF}" presName="Name0" presStyleCnt="0">
        <dgm:presLayoutVars>
          <dgm:chMax val="7"/>
          <dgm:chPref val="7"/>
          <dgm:dir/>
        </dgm:presLayoutVars>
      </dgm:prSet>
      <dgm:spPr/>
    </dgm:pt>
    <dgm:pt modelId="{9297A15F-86B3-4AD9-90F6-9F5F359F5B5D}" type="pres">
      <dgm:prSet presAssocID="{F2C29202-7EC6-4DE0-9F77-6549215033CF}" presName="Name1" presStyleCnt="0"/>
      <dgm:spPr/>
    </dgm:pt>
    <dgm:pt modelId="{EA63603D-283F-4E34-B759-DCAF43EA0AE9}" type="pres">
      <dgm:prSet presAssocID="{F2C29202-7EC6-4DE0-9F77-6549215033CF}" presName="cycle" presStyleCnt="0"/>
      <dgm:spPr/>
    </dgm:pt>
    <dgm:pt modelId="{61E41F13-8FC8-40AE-BF4B-374557A628DD}" type="pres">
      <dgm:prSet presAssocID="{F2C29202-7EC6-4DE0-9F77-6549215033CF}" presName="srcNode" presStyleLbl="node1" presStyleIdx="0" presStyleCnt="5"/>
      <dgm:spPr/>
    </dgm:pt>
    <dgm:pt modelId="{36858D2A-41C2-496D-ACAC-021D08E4DC6C}" type="pres">
      <dgm:prSet presAssocID="{F2C29202-7EC6-4DE0-9F77-6549215033CF}" presName="conn" presStyleLbl="parChTrans1D2" presStyleIdx="0" presStyleCnt="1"/>
      <dgm:spPr/>
    </dgm:pt>
    <dgm:pt modelId="{352D7C05-B81F-484B-8E65-45955623500F}" type="pres">
      <dgm:prSet presAssocID="{F2C29202-7EC6-4DE0-9F77-6549215033CF}" presName="extraNode" presStyleLbl="node1" presStyleIdx="0" presStyleCnt="5"/>
      <dgm:spPr/>
    </dgm:pt>
    <dgm:pt modelId="{0A39E398-A6F8-4E0D-86D3-0D1DC09E0BFB}" type="pres">
      <dgm:prSet presAssocID="{F2C29202-7EC6-4DE0-9F77-6549215033CF}" presName="dstNode" presStyleLbl="node1" presStyleIdx="0" presStyleCnt="5"/>
      <dgm:spPr/>
    </dgm:pt>
    <dgm:pt modelId="{C54500AD-F455-4DB6-9538-5615BEC1168F}" type="pres">
      <dgm:prSet presAssocID="{D374130D-2237-427D-AA4A-389DDE541B39}" presName="text_1" presStyleLbl="node1" presStyleIdx="0" presStyleCnt="5">
        <dgm:presLayoutVars>
          <dgm:bulletEnabled val="1"/>
        </dgm:presLayoutVars>
      </dgm:prSet>
      <dgm:spPr/>
    </dgm:pt>
    <dgm:pt modelId="{93812659-2C94-4729-9D3D-3326FE8FAB49}" type="pres">
      <dgm:prSet presAssocID="{D374130D-2237-427D-AA4A-389DDE541B39}" presName="accent_1" presStyleCnt="0"/>
      <dgm:spPr/>
    </dgm:pt>
    <dgm:pt modelId="{9753F69D-82D5-4AF4-9F82-F092FE20EF64}" type="pres">
      <dgm:prSet presAssocID="{D374130D-2237-427D-AA4A-389DDE541B39}" presName="accentRepeatNode" presStyleLbl="solidFgAcc1" presStyleIdx="0" presStyleCnt="5"/>
      <dgm:spPr/>
    </dgm:pt>
    <dgm:pt modelId="{3C65E507-FC15-46ED-962A-01D45E9940B5}" type="pres">
      <dgm:prSet presAssocID="{7A7E7065-EE72-420F-A38B-B799F479DAFE}" presName="text_2" presStyleLbl="node1" presStyleIdx="1" presStyleCnt="5">
        <dgm:presLayoutVars>
          <dgm:bulletEnabled val="1"/>
        </dgm:presLayoutVars>
      </dgm:prSet>
      <dgm:spPr/>
    </dgm:pt>
    <dgm:pt modelId="{E9F5072B-7504-421D-A689-785D85BB9A02}" type="pres">
      <dgm:prSet presAssocID="{7A7E7065-EE72-420F-A38B-B799F479DAFE}" presName="accent_2" presStyleCnt="0"/>
      <dgm:spPr/>
    </dgm:pt>
    <dgm:pt modelId="{AE3EBC51-3BD1-471E-B3E2-93635B2C0E6A}" type="pres">
      <dgm:prSet presAssocID="{7A7E7065-EE72-420F-A38B-B799F479DAFE}" presName="accentRepeatNode" presStyleLbl="solidFgAcc1" presStyleIdx="1" presStyleCnt="5"/>
      <dgm:spPr/>
    </dgm:pt>
    <dgm:pt modelId="{FA8AB413-A81F-43EB-901E-C4ECF216BC3A}" type="pres">
      <dgm:prSet presAssocID="{EDA04C9F-DD11-4093-B3B8-76C939A8C106}" presName="text_3" presStyleLbl="node1" presStyleIdx="2" presStyleCnt="5">
        <dgm:presLayoutVars>
          <dgm:bulletEnabled val="1"/>
        </dgm:presLayoutVars>
      </dgm:prSet>
      <dgm:spPr/>
    </dgm:pt>
    <dgm:pt modelId="{96C084B0-C1DA-40C9-A4BF-F624F6D6C781}" type="pres">
      <dgm:prSet presAssocID="{EDA04C9F-DD11-4093-B3B8-76C939A8C106}" presName="accent_3" presStyleCnt="0"/>
      <dgm:spPr/>
    </dgm:pt>
    <dgm:pt modelId="{5C0148BF-4680-4AC4-A4BF-CF1F54302492}" type="pres">
      <dgm:prSet presAssocID="{EDA04C9F-DD11-4093-B3B8-76C939A8C106}" presName="accentRepeatNode" presStyleLbl="solidFgAcc1" presStyleIdx="2" presStyleCnt="5"/>
      <dgm:spPr/>
    </dgm:pt>
    <dgm:pt modelId="{21731167-C719-4120-8D79-B1C68C21026D}" type="pres">
      <dgm:prSet presAssocID="{7A2C8E2A-5B42-48D1-A139-E7DCE8E97273}" presName="text_4" presStyleLbl="node1" presStyleIdx="3" presStyleCnt="5">
        <dgm:presLayoutVars>
          <dgm:bulletEnabled val="1"/>
        </dgm:presLayoutVars>
      </dgm:prSet>
      <dgm:spPr/>
    </dgm:pt>
    <dgm:pt modelId="{31D33A88-77F0-4CCD-BDF2-F9B1DB847C8B}" type="pres">
      <dgm:prSet presAssocID="{7A2C8E2A-5B42-48D1-A139-E7DCE8E97273}" presName="accent_4" presStyleCnt="0"/>
      <dgm:spPr/>
    </dgm:pt>
    <dgm:pt modelId="{F3C0F40A-4920-4548-A711-B5C3584D63D8}" type="pres">
      <dgm:prSet presAssocID="{7A2C8E2A-5B42-48D1-A139-E7DCE8E97273}" presName="accentRepeatNode" presStyleLbl="solidFgAcc1" presStyleIdx="3" presStyleCnt="5"/>
      <dgm:spPr/>
    </dgm:pt>
    <dgm:pt modelId="{9F8567AB-9C03-4D38-B57A-421D5A0B2609}" type="pres">
      <dgm:prSet presAssocID="{D55CEF96-F3DA-479B-BF5C-DAF0E87A5E67}" presName="text_5" presStyleLbl="node1" presStyleIdx="4" presStyleCnt="5">
        <dgm:presLayoutVars>
          <dgm:bulletEnabled val="1"/>
        </dgm:presLayoutVars>
      </dgm:prSet>
      <dgm:spPr/>
    </dgm:pt>
    <dgm:pt modelId="{95DD6A38-CC48-4190-91D9-40866DC11589}" type="pres">
      <dgm:prSet presAssocID="{D55CEF96-F3DA-479B-BF5C-DAF0E87A5E67}" presName="accent_5" presStyleCnt="0"/>
      <dgm:spPr/>
    </dgm:pt>
    <dgm:pt modelId="{35748BFD-DAB5-41E1-8984-47FD2B9E24AB}" type="pres">
      <dgm:prSet presAssocID="{D55CEF96-F3DA-479B-BF5C-DAF0E87A5E67}" presName="accentRepeatNode" presStyleLbl="solidFgAcc1" presStyleIdx="4" presStyleCnt="5"/>
      <dgm:spPr/>
    </dgm:pt>
  </dgm:ptLst>
  <dgm:cxnLst>
    <dgm:cxn modelId="{4616C525-3ABC-4236-82C9-75021A6DC5E4}" type="presOf" srcId="{6C1C40AE-44FC-42A7-A288-A8BBB677EA96}" destId="{36858D2A-41C2-496D-ACAC-021D08E4DC6C}" srcOrd="0" destOrd="0" presId="urn:microsoft.com/office/officeart/2008/layout/VerticalCurvedList"/>
    <dgm:cxn modelId="{5DC49D37-5AB1-4DAA-B0E8-05F8561A6952}" type="presOf" srcId="{7A2C8E2A-5B42-48D1-A139-E7DCE8E97273}" destId="{21731167-C719-4120-8D79-B1C68C21026D}" srcOrd="0" destOrd="0" presId="urn:microsoft.com/office/officeart/2008/layout/VerticalCurvedList"/>
    <dgm:cxn modelId="{FDC6853A-4D97-4612-8512-7236264BA879}" type="presOf" srcId="{D374130D-2237-427D-AA4A-389DDE541B39}" destId="{C54500AD-F455-4DB6-9538-5615BEC1168F}" srcOrd="0" destOrd="0" presId="urn:microsoft.com/office/officeart/2008/layout/VerticalCurvedList"/>
    <dgm:cxn modelId="{4FFDB63A-4D22-411A-89AC-B6B152D80DE7}" srcId="{F2C29202-7EC6-4DE0-9F77-6549215033CF}" destId="{D55CEF96-F3DA-479B-BF5C-DAF0E87A5E67}" srcOrd="4" destOrd="0" parTransId="{455A4DB5-F16F-4BCB-A8B1-D8D571694685}" sibTransId="{058711FB-BE6B-437A-90B1-46812061633B}"/>
    <dgm:cxn modelId="{6F600840-FCF0-45A9-A274-1F726DD7C102}" type="presOf" srcId="{D55CEF96-F3DA-479B-BF5C-DAF0E87A5E67}" destId="{9F8567AB-9C03-4D38-B57A-421D5A0B2609}" srcOrd="0" destOrd="0" presId="urn:microsoft.com/office/officeart/2008/layout/VerticalCurvedList"/>
    <dgm:cxn modelId="{1FB56344-ADB9-49B2-B535-BAD1FE915926}" srcId="{F2C29202-7EC6-4DE0-9F77-6549215033CF}" destId="{D374130D-2237-427D-AA4A-389DDE541B39}" srcOrd="0" destOrd="0" parTransId="{D329AE92-E804-4BCB-91E0-C1DB52558738}" sibTransId="{6C1C40AE-44FC-42A7-A288-A8BBB677EA96}"/>
    <dgm:cxn modelId="{EFE7074F-FC59-48DE-A89F-0B49C7D6E5C9}" srcId="{F2C29202-7EC6-4DE0-9F77-6549215033CF}" destId="{EDA04C9F-DD11-4093-B3B8-76C939A8C106}" srcOrd="2" destOrd="0" parTransId="{B7058CBA-478A-40EC-849D-4C037D427B6D}" sibTransId="{4A851A88-B0A5-4FEE-809B-02DB3C383049}"/>
    <dgm:cxn modelId="{310E369A-C59E-461B-80D1-FAA0A3F4ED01}" srcId="{F2C29202-7EC6-4DE0-9F77-6549215033CF}" destId="{7A2C8E2A-5B42-48D1-A139-E7DCE8E97273}" srcOrd="3" destOrd="0" parTransId="{3D31B4FE-A073-41C8-A1AB-BD56A7EFC257}" sibTransId="{7FB960F0-50CA-410B-A70F-06FAB669D489}"/>
    <dgm:cxn modelId="{7571B0BE-0412-4CC2-AF9C-6D2B66AD1BEC}" type="presOf" srcId="{7A7E7065-EE72-420F-A38B-B799F479DAFE}" destId="{3C65E507-FC15-46ED-962A-01D45E9940B5}" srcOrd="0" destOrd="0" presId="urn:microsoft.com/office/officeart/2008/layout/VerticalCurvedList"/>
    <dgm:cxn modelId="{A58DCFCC-EFFB-4CE7-88F3-24678F27049C}" type="presOf" srcId="{EDA04C9F-DD11-4093-B3B8-76C939A8C106}" destId="{FA8AB413-A81F-43EB-901E-C4ECF216BC3A}" srcOrd="0" destOrd="0" presId="urn:microsoft.com/office/officeart/2008/layout/VerticalCurvedList"/>
    <dgm:cxn modelId="{85A2E8E0-84E8-4C86-B9C4-BEC8503C5E28}" srcId="{F2C29202-7EC6-4DE0-9F77-6549215033CF}" destId="{7A7E7065-EE72-420F-A38B-B799F479DAFE}" srcOrd="1" destOrd="0" parTransId="{D4215AFE-EFF3-4B8B-A1B3-5885646E2B38}" sibTransId="{338B8F17-EE27-45F2-B8EA-443F9A4160B9}"/>
    <dgm:cxn modelId="{1ABA71EA-BE0D-43DE-BABB-7A9A8FFD442D}" type="presOf" srcId="{F2C29202-7EC6-4DE0-9F77-6549215033CF}" destId="{A275062C-8D68-4188-B351-EC611E218761}" srcOrd="0" destOrd="0" presId="urn:microsoft.com/office/officeart/2008/layout/VerticalCurvedList"/>
    <dgm:cxn modelId="{AE3F83EA-6AAC-4B70-A339-E9648B043243}" type="presParOf" srcId="{A275062C-8D68-4188-B351-EC611E218761}" destId="{9297A15F-86B3-4AD9-90F6-9F5F359F5B5D}" srcOrd="0" destOrd="0" presId="urn:microsoft.com/office/officeart/2008/layout/VerticalCurvedList"/>
    <dgm:cxn modelId="{17079E95-EF42-4091-9467-27A2031AE350}" type="presParOf" srcId="{9297A15F-86B3-4AD9-90F6-9F5F359F5B5D}" destId="{EA63603D-283F-4E34-B759-DCAF43EA0AE9}" srcOrd="0" destOrd="0" presId="urn:microsoft.com/office/officeart/2008/layout/VerticalCurvedList"/>
    <dgm:cxn modelId="{1EF7D8CB-4103-4C43-8CB4-215D28463042}" type="presParOf" srcId="{EA63603D-283F-4E34-B759-DCAF43EA0AE9}" destId="{61E41F13-8FC8-40AE-BF4B-374557A628DD}" srcOrd="0" destOrd="0" presId="urn:microsoft.com/office/officeart/2008/layout/VerticalCurvedList"/>
    <dgm:cxn modelId="{FC9269C0-537A-4C85-BC8B-8A984262FB79}" type="presParOf" srcId="{EA63603D-283F-4E34-B759-DCAF43EA0AE9}" destId="{36858D2A-41C2-496D-ACAC-021D08E4DC6C}" srcOrd="1" destOrd="0" presId="urn:microsoft.com/office/officeart/2008/layout/VerticalCurvedList"/>
    <dgm:cxn modelId="{C747EE3F-87BE-4B69-9C39-912021CE14F9}" type="presParOf" srcId="{EA63603D-283F-4E34-B759-DCAF43EA0AE9}" destId="{352D7C05-B81F-484B-8E65-45955623500F}" srcOrd="2" destOrd="0" presId="urn:microsoft.com/office/officeart/2008/layout/VerticalCurvedList"/>
    <dgm:cxn modelId="{F4397443-0BB6-426F-BF51-5DBA65515CC6}" type="presParOf" srcId="{EA63603D-283F-4E34-B759-DCAF43EA0AE9}" destId="{0A39E398-A6F8-4E0D-86D3-0D1DC09E0BFB}" srcOrd="3" destOrd="0" presId="urn:microsoft.com/office/officeart/2008/layout/VerticalCurvedList"/>
    <dgm:cxn modelId="{E69BC6B4-4139-423E-BC13-D59A1D88D819}" type="presParOf" srcId="{9297A15F-86B3-4AD9-90F6-9F5F359F5B5D}" destId="{C54500AD-F455-4DB6-9538-5615BEC1168F}" srcOrd="1" destOrd="0" presId="urn:microsoft.com/office/officeart/2008/layout/VerticalCurvedList"/>
    <dgm:cxn modelId="{FCE4602D-D1D8-42C0-8945-855FCC50925A}" type="presParOf" srcId="{9297A15F-86B3-4AD9-90F6-9F5F359F5B5D}" destId="{93812659-2C94-4729-9D3D-3326FE8FAB49}" srcOrd="2" destOrd="0" presId="urn:microsoft.com/office/officeart/2008/layout/VerticalCurvedList"/>
    <dgm:cxn modelId="{37749293-4414-46D4-A1AF-350A71CA893C}" type="presParOf" srcId="{93812659-2C94-4729-9D3D-3326FE8FAB49}" destId="{9753F69D-82D5-4AF4-9F82-F092FE20EF64}" srcOrd="0" destOrd="0" presId="urn:microsoft.com/office/officeart/2008/layout/VerticalCurvedList"/>
    <dgm:cxn modelId="{E959C988-EDC5-40AA-ABF7-5AB309FF6209}" type="presParOf" srcId="{9297A15F-86B3-4AD9-90F6-9F5F359F5B5D}" destId="{3C65E507-FC15-46ED-962A-01D45E9940B5}" srcOrd="3" destOrd="0" presId="urn:microsoft.com/office/officeart/2008/layout/VerticalCurvedList"/>
    <dgm:cxn modelId="{8BABB031-BC41-43E6-8AA5-1137A32498E5}" type="presParOf" srcId="{9297A15F-86B3-4AD9-90F6-9F5F359F5B5D}" destId="{E9F5072B-7504-421D-A689-785D85BB9A02}" srcOrd="4" destOrd="0" presId="urn:microsoft.com/office/officeart/2008/layout/VerticalCurvedList"/>
    <dgm:cxn modelId="{CDBA0069-351C-4C10-B478-B50A1485A8F9}" type="presParOf" srcId="{E9F5072B-7504-421D-A689-785D85BB9A02}" destId="{AE3EBC51-3BD1-471E-B3E2-93635B2C0E6A}" srcOrd="0" destOrd="0" presId="urn:microsoft.com/office/officeart/2008/layout/VerticalCurvedList"/>
    <dgm:cxn modelId="{543771CF-5E21-47C7-83F7-834E510FED36}" type="presParOf" srcId="{9297A15F-86B3-4AD9-90F6-9F5F359F5B5D}" destId="{FA8AB413-A81F-43EB-901E-C4ECF216BC3A}" srcOrd="5" destOrd="0" presId="urn:microsoft.com/office/officeart/2008/layout/VerticalCurvedList"/>
    <dgm:cxn modelId="{36A8729E-05DD-45D4-BC6E-502D8096D2D9}" type="presParOf" srcId="{9297A15F-86B3-4AD9-90F6-9F5F359F5B5D}" destId="{96C084B0-C1DA-40C9-A4BF-F624F6D6C781}" srcOrd="6" destOrd="0" presId="urn:microsoft.com/office/officeart/2008/layout/VerticalCurvedList"/>
    <dgm:cxn modelId="{ED54DDCC-F04B-4A19-9439-887C8F74F2E8}" type="presParOf" srcId="{96C084B0-C1DA-40C9-A4BF-F624F6D6C781}" destId="{5C0148BF-4680-4AC4-A4BF-CF1F54302492}" srcOrd="0" destOrd="0" presId="urn:microsoft.com/office/officeart/2008/layout/VerticalCurvedList"/>
    <dgm:cxn modelId="{B42DDA3B-53F1-4F9F-A9DD-05792C0E1538}" type="presParOf" srcId="{9297A15F-86B3-4AD9-90F6-9F5F359F5B5D}" destId="{21731167-C719-4120-8D79-B1C68C21026D}" srcOrd="7" destOrd="0" presId="urn:microsoft.com/office/officeart/2008/layout/VerticalCurvedList"/>
    <dgm:cxn modelId="{1C97D5EC-7087-428A-A4C2-1A8B0DBECD40}" type="presParOf" srcId="{9297A15F-86B3-4AD9-90F6-9F5F359F5B5D}" destId="{31D33A88-77F0-4CCD-BDF2-F9B1DB847C8B}" srcOrd="8" destOrd="0" presId="urn:microsoft.com/office/officeart/2008/layout/VerticalCurvedList"/>
    <dgm:cxn modelId="{AD943AF4-2993-48C8-871B-1129481618C8}" type="presParOf" srcId="{31D33A88-77F0-4CCD-BDF2-F9B1DB847C8B}" destId="{F3C0F40A-4920-4548-A711-B5C3584D63D8}" srcOrd="0" destOrd="0" presId="urn:microsoft.com/office/officeart/2008/layout/VerticalCurvedList"/>
    <dgm:cxn modelId="{6537520A-ED6E-4E0B-A9BD-ED2AAD39AA1A}" type="presParOf" srcId="{9297A15F-86B3-4AD9-90F6-9F5F359F5B5D}" destId="{9F8567AB-9C03-4D38-B57A-421D5A0B2609}" srcOrd="9" destOrd="0" presId="urn:microsoft.com/office/officeart/2008/layout/VerticalCurvedList"/>
    <dgm:cxn modelId="{17D079D8-9366-42E8-B780-55FBD8520A4D}" type="presParOf" srcId="{9297A15F-86B3-4AD9-90F6-9F5F359F5B5D}" destId="{95DD6A38-CC48-4190-91D9-40866DC11589}" srcOrd="10" destOrd="0" presId="urn:microsoft.com/office/officeart/2008/layout/VerticalCurvedList"/>
    <dgm:cxn modelId="{28FE2732-A89C-4C29-86A6-6596FA4DA73C}" type="presParOf" srcId="{95DD6A38-CC48-4190-91D9-40866DC11589}" destId="{35748BFD-DAB5-41E1-8984-47FD2B9E24A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C768A8D1-FCF4-45B7-85B9-A727EBA6F508}">
      <dgm:prSet phldrT="[Texto]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800">
              <a:ea typeface="+mn-ea"/>
              <a:cs typeface="+mn-cs"/>
            </a:rPr>
            <a:t>La </a:t>
          </a:r>
          <a:r>
            <a:rPr lang="es-ES" sz="1800" b="1">
              <a:ea typeface="+mn-ea"/>
              <a:cs typeface="+mn-cs"/>
            </a:rPr>
            <a:t>Gestión Documental (GD)</a:t>
          </a:r>
          <a:r>
            <a:rPr lang="es-ES" sz="1800">
              <a:ea typeface="+mn-ea"/>
              <a:cs typeface="+mn-cs"/>
            </a:rPr>
            <a:t> organiza y controla el ciclo de vida de los documentos dentro de una empresa.</a:t>
          </a:r>
        </a:p>
      </dgm:t>
    </dgm:pt>
    <dgm:pt modelId="{9DF2E2E7-A8DF-441D-81E2-4F2ED2C90D79}" type="parTrans" cxnId="{902F7DC1-5AF3-47B5-918D-8049AF73F1B6}">
      <dgm:prSet/>
      <dgm:spPr/>
      <dgm:t>
        <a:bodyPr/>
        <a:lstStyle/>
        <a:p>
          <a:endParaRPr lang="es-ES"/>
        </a:p>
      </dgm:t>
    </dgm:pt>
    <dgm:pt modelId="{A9F564A7-74D0-407A-8911-0B1EB8F53321}" type="sibTrans" cxnId="{902F7DC1-5AF3-47B5-918D-8049AF73F1B6}">
      <dgm:prSet/>
      <dgm:spPr/>
      <dgm:t>
        <a:bodyPr/>
        <a:lstStyle/>
        <a:p>
          <a:endParaRPr lang="es-ES"/>
        </a:p>
      </dgm:t>
    </dgm:pt>
    <dgm:pt modelId="{05F31A2A-CC5E-4B46-9DC3-AB4A3F2B9E62}">
      <dgm:prSet phldrT="[Texto]"/>
      <dgm:spPr/>
      <dgm:t>
        <a:bodyPr/>
        <a:lstStyle/>
        <a:p>
          <a:pPr algn="l">
            <a:lnSpc>
              <a:spcPct val="90000"/>
            </a:lnSpc>
          </a:pPr>
          <a:r>
            <a:rPr lang="es-ES" sz="1800">
              <a:ea typeface="+mn-ea"/>
              <a:cs typeface="+mn-cs"/>
            </a:rPr>
            <a:t>No solo almacena, sino que </a:t>
          </a:r>
          <a:r>
            <a:rPr lang="es-ES" sz="1800" b="1">
              <a:ea typeface="+mn-ea"/>
              <a:cs typeface="+mn-cs"/>
            </a:rPr>
            <a:t>garantiza trazabilidad, seguridad, cumplimiento y eficiencia</a:t>
          </a:r>
          <a:r>
            <a:rPr lang="es-ES" sz="1800">
              <a:ea typeface="+mn-ea"/>
              <a:cs typeface="+mn-cs"/>
            </a:rPr>
            <a:t>.</a:t>
          </a:r>
        </a:p>
      </dgm:t>
    </dgm:pt>
    <dgm:pt modelId="{0C8D8CF2-8C2A-470F-86CC-4D19A4F22DDC}" type="parTrans" cxnId="{6287E184-FDBC-4619-B5D4-7F724D55177A}">
      <dgm:prSet/>
      <dgm:spPr/>
      <dgm:t>
        <a:bodyPr/>
        <a:lstStyle/>
        <a:p>
          <a:endParaRPr lang="es-ES"/>
        </a:p>
      </dgm:t>
    </dgm:pt>
    <dgm:pt modelId="{8E8F65DD-73BF-4426-AFCC-9EB5FBDC7B73}" type="sibTrans" cxnId="{6287E184-FDBC-4619-B5D4-7F724D55177A}">
      <dgm:prSet/>
      <dgm:spPr/>
      <dgm:t>
        <a:bodyPr/>
        <a:lstStyle/>
        <a:p>
          <a:endParaRPr lang="es-ES"/>
        </a:p>
      </dgm:t>
    </dgm:pt>
    <dgm:pt modelId="{F19E9A19-9D2A-43CE-B4DA-958305154C98}">
      <dgm:prSet phldrT="[Texto]"/>
      <dgm:spPr/>
      <dgm:t>
        <a:bodyPr/>
        <a:lstStyle/>
        <a:p>
          <a:pPr algn="l">
            <a:lnSpc>
              <a:spcPct val="90000"/>
            </a:lnSpc>
          </a:pPr>
          <a:r>
            <a:rPr lang="es-ES" sz="1800">
              <a:ea typeface="+mn-ea"/>
              <a:cs typeface="+mn-cs"/>
            </a:rPr>
            <a:t>En la era digital, las </a:t>
          </a:r>
          <a:r>
            <a:rPr lang="es-ES" sz="1800" b="1">
              <a:ea typeface="+mn-ea"/>
              <a:cs typeface="+mn-cs"/>
            </a:rPr>
            <a:t>plataformas en la nube</a:t>
          </a:r>
          <a:r>
            <a:rPr lang="es-ES" sz="1800">
              <a:ea typeface="+mn-ea"/>
              <a:cs typeface="+mn-cs"/>
            </a:rPr>
            <a:t> son clave para la colaboración y la gestión eficiente.</a:t>
          </a:r>
        </a:p>
      </dgm:t>
    </dgm:pt>
    <dgm:pt modelId="{F086ABBE-2BC8-471F-A3ED-2918E3BB7E45}" type="parTrans" cxnId="{4E96BE3C-E652-425B-9528-5BDBA53F0462}">
      <dgm:prSet/>
      <dgm:spPr/>
      <dgm:t>
        <a:bodyPr/>
        <a:lstStyle/>
        <a:p>
          <a:endParaRPr lang="es-ES"/>
        </a:p>
      </dgm:t>
    </dgm:pt>
    <dgm:pt modelId="{ADC1D25B-4BEA-4D34-AE0A-9B8B0A040B7B}" type="sibTrans" cxnId="{4E96BE3C-E652-425B-9528-5BDBA53F0462}">
      <dgm:prSet/>
      <dgm:spPr/>
      <dgm:t>
        <a:bodyPr/>
        <a:lstStyle/>
        <a:p>
          <a:endParaRPr lang="es-ES"/>
        </a:p>
      </dgm:t>
    </dgm:pt>
    <dgm:pt modelId="{4D79045E-E8A5-4EA4-8070-B14250902704}">
      <dgm:prSet phldrT="[Texto]"/>
      <dgm:spPr/>
      <dgm:t>
        <a:bodyPr/>
        <a:lstStyle/>
        <a:p>
          <a:pPr algn="l">
            <a:lnSpc>
              <a:spcPct val="90000"/>
            </a:lnSpc>
          </a:pPr>
          <a:r>
            <a:rPr lang="es-ES" sz="1800">
              <a:ea typeface="+mn-ea"/>
              <a:cs typeface="+mn-cs"/>
            </a:rPr>
            <a:t>Se analizan tres soluciones líderes:</a:t>
          </a:r>
          <a:br>
            <a:rPr lang="es-ES" sz="1800">
              <a:ea typeface="+mn-ea"/>
              <a:cs typeface="+mn-cs"/>
            </a:rPr>
          </a:br>
          <a:r>
            <a:rPr lang="es-ES" sz="1800">
              <a:ea typeface="+mn-ea"/>
              <a:cs typeface="+mn-cs"/>
            </a:rPr>
            <a:t> </a:t>
          </a:r>
          <a:r>
            <a:rPr lang="es-ES" sz="1800" b="1">
              <a:ea typeface="+mn-ea"/>
              <a:cs typeface="+mn-cs"/>
            </a:rPr>
            <a:t>SharePoint</a:t>
          </a:r>
          <a:r>
            <a:rPr lang="es-ES" sz="1800">
              <a:ea typeface="+mn-ea"/>
              <a:cs typeface="+mn-cs"/>
            </a:rPr>
            <a:t>, </a:t>
          </a:r>
          <a:r>
            <a:rPr lang="es-ES" sz="1800" b="1">
              <a:ea typeface="+mn-ea"/>
              <a:cs typeface="+mn-cs"/>
            </a:rPr>
            <a:t>OneDrive</a:t>
          </a:r>
          <a:r>
            <a:rPr lang="es-ES" sz="1800">
              <a:ea typeface="+mn-ea"/>
              <a:cs typeface="+mn-cs"/>
            </a:rPr>
            <a:t> (Microsoft 365) y </a:t>
          </a:r>
          <a:r>
            <a:rPr lang="es-ES" sz="1800" b="1">
              <a:ea typeface="+mn-ea"/>
              <a:cs typeface="+mn-cs"/>
            </a:rPr>
            <a:t>Google Drive</a:t>
          </a:r>
          <a:r>
            <a:rPr lang="es-ES" sz="1800">
              <a:ea typeface="+mn-ea"/>
              <a:cs typeface="+mn-cs"/>
            </a:rPr>
            <a:t> (Google </a:t>
          </a:r>
          <a:r>
            <a:rPr lang="es-ES" sz="1800" err="1">
              <a:ea typeface="+mn-ea"/>
              <a:cs typeface="+mn-cs"/>
            </a:rPr>
            <a:t>Workspace</a:t>
          </a:r>
          <a:r>
            <a:rPr lang="es-ES" sz="1800">
              <a:ea typeface="+mn-ea"/>
              <a:cs typeface="+mn-cs"/>
            </a:rPr>
            <a:t>).</a:t>
          </a:r>
        </a:p>
      </dgm:t>
    </dgm:pt>
    <dgm:pt modelId="{52A3488F-0D5E-4788-8E16-E76BF7BD15F3}" type="parTrans" cxnId="{D69EAF36-375C-4AFD-84F9-525FAADF2065}">
      <dgm:prSet/>
      <dgm:spPr/>
      <dgm:t>
        <a:bodyPr/>
        <a:lstStyle/>
        <a:p>
          <a:endParaRPr lang="es-ES"/>
        </a:p>
      </dgm:t>
    </dgm:pt>
    <dgm:pt modelId="{4C7D5192-5101-44F4-A8B5-95E0029877DD}" type="sibTrans" cxnId="{D69EAF36-375C-4AFD-84F9-525FAADF2065}">
      <dgm:prSet/>
      <dgm:spPr/>
      <dgm:t>
        <a:bodyPr/>
        <a:lstStyle/>
        <a:p>
          <a:endParaRPr lang="es-ES"/>
        </a:p>
      </dgm:t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21D427FE-A9E5-485E-944E-B5F91649AB56}" type="pres">
      <dgm:prSet presAssocID="{C768A8D1-FCF4-45B7-85B9-A727EBA6F5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CF4E130-170B-465B-BF3D-9763352BD58B}" type="pres">
      <dgm:prSet presAssocID="{A9F564A7-74D0-407A-8911-0B1EB8F53321}" presName="spacer" presStyleCnt="0"/>
      <dgm:spPr/>
    </dgm:pt>
    <dgm:pt modelId="{2EA5F9FB-0847-477C-8F21-3201B87011AC}" type="pres">
      <dgm:prSet presAssocID="{05F31A2A-CC5E-4B46-9DC3-AB4A3F2B9E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0E9E285-F856-4DCA-9EC4-26528C24B679}" type="pres">
      <dgm:prSet presAssocID="{8E8F65DD-73BF-4426-AFCC-9EB5FBDC7B73}" presName="spacer" presStyleCnt="0"/>
      <dgm:spPr/>
    </dgm:pt>
    <dgm:pt modelId="{642EC606-6450-479C-ADE0-F3577B54607B}" type="pres">
      <dgm:prSet presAssocID="{F19E9A19-9D2A-43CE-B4DA-958305154C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6A9B20-2292-4EF8-81F7-C95618D198D3}" type="pres">
      <dgm:prSet presAssocID="{ADC1D25B-4BEA-4D34-AE0A-9B8B0A040B7B}" presName="spacer" presStyleCnt="0"/>
      <dgm:spPr/>
    </dgm:pt>
    <dgm:pt modelId="{F92A617C-D47C-47DE-951A-DD174578C727}" type="pres">
      <dgm:prSet presAssocID="{4D79045E-E8A5-4EA4-8070-B142509027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69EAF36-375C-4AFD-84F9-525FAADF2065}" srcId="{6EF664F3-8B9C-498D-A0B3-DBE5AD178739}" destId="{4D79045E-E8A5-4EA4-8070-B14250902704}" srcOrd="3" destOrd="0" parTransId="{52A3488F-0D5E-4788-8E16-E76BF7BD15F3}" sibTransId="{4C7D5192-5101-44F4-A8B5-95E0029877DD}"/>
    <dgm:cxn modelId="{4E96BE3C-E652-425B-9528-5BDBA53F0462}" srcId="{6EF664F3-8B9C-498D-A0B3-DBE5AD178739}" destId="{F19E9A19-9D2A-43CE-B4DA-958305154C98}" srcOrd="2" destOrd="0" parTransId="{F086ABBE-2BC8-471F-A3ED-2918E3BB7E45}" sibTransId="{ADC1D25B-4BEA-4D34-AE0A-9B8B0A040B7B}"/>
    <dgm:cxn modelId="{EB888563-D3A6-4D75-8E85-01D917CD5485}" type="presOf" srcId="{05F31A2A-CC5E-4B46-9DC3-AB4A3F2B9E62}" destId="{2EA5F9FB-0847-477C-8F21-3201B87011AC}" srcOrd="0" destOrd="0" presId="urn:microsoft.com/office/officeart/2005/8/layout/vList2"/>
    <dgm:cxn modelId="{15765075-2FC3-4A68-9471-E9377AFBEBC5}" type="presOf" srcId="{6EF664F3-8B9C-498D-A0B3-DBE5AD178739}" destId="{B5AC36EA-E17B-4931-B378-BDAD64C979F2}" srcOrd="0" destOrd="0" presId="urn:microsoft.com/office/officeart/2005/8/layout/vList2"/>
    <dgm:cxn modelId="{6287E184-FDBC-4619-B5D4-7F724D55177A}" srcId="{6EF664F3-8B9C-498D-A0B3-DBE5AD178739}" destId="{05F31A2A-CC5E-4B46-9DC3-AB4A3F2B9E62}" srcOrd="1" destOrd="0" parTransId="{0C8D8CF2-8C2A-470F-86CC-4D19A4F22DDC}" sibTransId="{8E8F65DD-73BF-4426-AFCC-9EB5FBDC7B73}"/>
    <dgm:cxn modelId="{EDA22389-28B1-4A5F-8968-A536FD384931}" type="presOf" srcId="{4D79045E-E8A5-4EA4-8070-B14250902704}" destId="{F92A617C-D47C-47DE-951A-DD174578C727}" srcOrd="0" destOrd="0" presId="urn:microsoft.com/office/officeart/2005/8/layout/vList2"/>
    <dgm:cxn modelId="{95F27C9F-C3B9-4AFD-8224-FDF810BDB272}" type="presOf" srcId="{F19E9A19-9D2A-43CE-B4DA-958305154C98}" destId="{642EC606-6450-479C-ADE0-F3577B54607B}" srcOrd="0" destOrd="0" presId="urn:microsoft.com/office/officeart/2005/8/layout/vList2"/>
    <dgm:cxn modelId="{B3B8D6AD-A96F-4330-84B0-D8CF5DDDC804}" type="presOf" srcId="{C768A8D1-FCF4-45B7-85B9-A727EBA6F508}" destId="{21D427FE-A9E5-485E-944E-B5F91649AB56}" srcOrd="0" destOrd="0" presId="urn:microsoft.com/office/officeart/2005/8/layout/vList2"/>
    <dgm:cxn modelId="{902F7DC1-5AF3-47B5-918D-8049AF73F1B6}" srcId="{6EF664F3-8B9C-498D-A0B3-DBE5AD178739}" destId="{C768A8D1-FCF4-45B7-85B9-A727EBA6F508}" srcOrd="0" destOrd="0" parTransId="{9DF2E2E7-A8DF-441D-81E2-4F2ED2C90D79}" sibTransId="{A9F564A7-74D0-407A-8911-0B1EB8F53321}"/>
    <dgm:cxn modelId="{17488D81-52E0-4198-B73B-9E04299357AE}" type="presParOf" srcId="{B5AC36EA-E17B-4931-B378-BDAD64C979F2}" destId="{21D427FE-A9E5-485E-944E-B5F91649AB56}" srcOrd="0" destOrd="0" presId="urn:microsoft.com/office/officeart/2005/8/layout/vList2"/>
    <dgm:cxn modelId="{3BEF2CDF-EB15-4841-A2C9-264F44D36365}" type="presParOf" srcId="{B5AC36EA-E17B-4931-B378-BDAD64C979F2}" destId="{1CF4E130-170B-465B-BF3D-9763352BD58B}" srcOrd="1" destOrd="0" presId="urn:microsoft.com/office/officeart/2005/8/layout/vList2"/>
    <dgm:cxn modelId="{61602FF8-1710-4E90-AF86-E03C935C29A6}" type="presParOf" srcId="{B5AC36EA-E17B-4931-B378-BDAD64C979F2}" destId="{2EA5F9FB-0847-477C-8F21-3201B87011AC}" srcOrd="2" destOrd="0" presId="urn:microsoft.com/office/officeart/2005/8/layout/vList2"/>
    <dgm:cxn modelId="{AE42A3B4-AE6E-47B8-BEE8-925E41C0E09D}" type="presParOf" srcId="{B5AC36EA-E17B-4931-B378-BDAD64C979F2}" destId="{60E9E285-F856-4DCA-9EC4-26528C24B679}" srcOrd="3" destOrd="0" presId="urn:microsoft.com/office/officeart/2005/8/layout/vList2"/>
    <dgm:cxn modelId="{2F4A127A-78B3-4C00-A138-7F9D5D3F6FA5}" type="presParOf" srcId="{B5AC36EA-E17B-4931-B378-BDAD64C979F2}" destId="{642EC606-6450-479C-ADE0-F3577B54607B}" srcOrd="4" destOrd="0" presId="urn:microsoft.com/office/officeart/2005/8/layout/vList2"/>
    <dgm:cxn modelId="{3B2DE968-0322-4CAD-B6B3-455E13927B41}" type="presParOf" srcId="{B5AC36EA-E17B-4931-B378-BDAD64C979F2}" destId="{1D6A9B20-2292-4EF8-81F7-C95618D198D3}" srcOrd="5" destOrd="0" presId="urn:microsoft.com/office/officeart/2005/8/layout/vList2"/>
    <dgm:cxn modelId="{F27A317E-1F47-4FE6-9725-4F41580A8E78}" type="presParOf" srcId="{B5AC36EA-E17B-4931-B378-BDAD64C979F2}" destId="{F92A617C-D47C-47DE-951A-DD174578C72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5/8/layout/cycle3" loCatId="cycle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s-EC"/>
        </a:p>
      </dgm:t>
    </dgm:pt>
    <dgm:pt modelId="{0648E097-946E-4A10-87F7-DC23666EBE31}">
      <dgm:prSet phldrT="[Texto]" phldr="0"/>
      <dgm:spPr/>
      <dgm:t>
        <a:bodyPr/>
        <a:lstStyle/>
        <a:p>
          <a:pPr rtl="0"/>
          <a:r>
            <a:rPr lang="es-EC" sz="4400" i="1"/>
            <a:t>Historial de versiones</a:t>
          </a:r>
          <a:endParaRPr lang="es-EC" sz="4400" i="1">
            <a:latin typeface="Arial"/>
            <a:cs typeface="Arial"/>
          </a:endParaRPr>
        </a:p>
      </dgm:t>
    </dgm:pt>
    <dgm:pt modelId="{3CAF7097-4294-48B5-BA63-19BFBC38BEE0}" type="parTrans" cxnId="{36257DB7-81C5-4B41-AF6D-4DE8FEADA4AB}">
      <dgm:prSet/>
      <dgm:spPr/>
    </dgm:pt>
    <dgm:pt modelId="{CF09AA15-A675-49A3-82E0-7C452C4909A2}" type="sibTrans" cxnId="{36257DB7-81C5-4B41-AF6D-4DE8FEADA4AB}">
      <dgm:prSet/>
      <dgm:spPr/>
      <dgm:t>
        <a:bodyPr/>
        <a:lstStyle/>
        <a:p>
          <a:endParaRPr lang="es-ES"/>
        </a:p>
      </dgm:t>
    </dgm:pt>
    <dgm:pt modelId="{881EED44-17AB-481C-9D65-925FB8D612F0}">
      <dgm:prSet phldrT="[Texto]"/>
      <dgm:spPr/>
      <dgm:t>
        <a:bodyPr/>
        <a:lstStyle/>
        <a:p>
          <a:pPr rtl="0"/>
          <a:r>
            <a:rPr lang="es-ES" sz="4400" i="1"/>
            <a:t>Almacenamiento y sincronización</a:t>
          </a:r>
          <a:endParaRPr lang="es-EC" sz="4400" i="1">
            <a:latin typeface="Arial"/>
            <a:cs typeface="Arial"/>
          </a:endParaRPr>
        </a:p>
      </dgm:t>
    </dgm:pt>
    <dgm:pt modelId="{1E948E4A-8FB7-429B-B5A5-E2FEFD143499}" type="parTrans" cxnId="{4B33EF42-99DB-4E2C-A4A6-2D61CC7B7FE0}">
      <dgm:prSet/>
      <dgm:spPr/>
    </dgm:pt>
    <dgm:pt modelId="{D634BAE8-D88A-4312-B312-E813674934D7}" type="sibTrans" cxnId="{4B33EF42-99DB-4E2C-A4A6-2D61CC7B7FE0}">
      <dgm:prSet/>
      <dgm:spPr/>
      <dgm:t>
        <a:bodyPr/>
        <a:lstStyle/>
        <a:p>
          <a:endParaRPr lang="es-ES"/>
        </a:p>
      </dgm:t>
    </dgm:pt>
    <dgm:pt modelId="{F769ADBA-444B-4CB3-9E86-5332D05C7589}">
      <dgm:prSet phldrT="[Texto]"/>
      <dgm:spPr/>
      <dgm:t>
        <a:bodyPr/>
        <a:lstStyle/>
        <a:p>
          <a:pPr rtl="0"/>
          <a:r>
            <a:rPr lang="es-EC" sz="4400" i="1"/>
            <a:t>Coautoría en tiempo real</a:t>
          </a:r>
        </a:p>
      </dgm:t>
    </dgm:pt>
    <dgm:pt modelId="{64D8507A-16AC-4F4C-B173-6A908A648CC3}" type="parTrans" cxnId="{0659394C-6A1D-4FD3-AADE-54D10BF448EE}">
      <dgm:prSet/>
      <dgm:spPr/>
    </dgm:pt>
    <dgm:pt modelId="{F7CFAA03-4278-4994-B8C7-05FF542E69FC}" type="sibTrans" cxnId="{0659394C-6A1D-4FD3-AADE-54D10BF448EE}">
      <dgm:prSet/>
      <dgm:spPr/>
    </dgm:pt>
    <dgm:pt modelId="{70A85BCB-184A-468D-8B77-2F0865435294}" type="pres">
      <dgm:prSet presAssocID="{F2C29202-7EC6-4DE0-9F77-6549215033CF}" presName="Name0" presStyleCnt="0">
        <dgm:presLayoutVars>
          <dgm:dir/>
          <dgm:resizeHandles val="exact"/>
        </dgm:presLayoutVars>
      </dgm:prSet>
      <dgm:spPr/>
    </dgm:pt>
    <dgm:pt modelId="{F4223346-3C14-4009-8CF8-7987CB099B4C}" type="pres">
      <dgm:prSet presAssocID="{F2C29202-7EC6-4DE0-9F77-6549215033CF}" presName="cycle" presStyleCnt="0"/>
      <dgm:spPr/>
    </dgm:pt>
    <dgm:pt modelId="{F8D62E6E-D2C6-4D54-B105-A04BDA2F9FC9}" type="pres">
      <dgm:prSet presAssocID="{881EED44-17AB-481C-9D65-925FB8D612F0}" presName="nodeFirstNode" presStyleLbl="node1" presStyleIdx="0" presStyleCnt="3">
        <dgm:presLayoutVars>
          <dgm:bulletEnabled val="1"/>
        </dgm:presLayoutVars>
      </dgm:prSet>
      <dgm:spPr/>
    </dgm:pt>
    <dgm:pt modelId="{72C2AFC5-1FC4-43C6-A2BC-44D89AA8A527}" type="pres">
      <dgm:prSet presAssocID="{D634BAE8-D88A-4312-B312-E813674934D7}" presName="sibTransFirstNode" presStyleLbl="bgShp" presStyleIdx="0" presStyleCnt="1"/>
      <dgm:spPr/>
    </dgm:pt>
    <dgm:pt modelId="{1ABF3604-FF4A-4ED7-81F5-49F3F5FFE485}" type="pres">
      <dgm:prSet presAssocID="{F769ADBA-444B-4CB3-9E86-5332D05C7589}" presName="nodeFollowingNodes" presStyleLbl="node1" presStyleIdx="1" presStyleCnt="3">
        <dgm:presLayoutVars>
          <dgm:bulletEnabled val="1"/>
        </dgm:presLayoutVars>
      </dgm:prSet>
      <dgm:spPr/>
    </dgm:pt>
    <dgm:pt modelId="{D6C0C8B2-003B-4C84-84C4-2618B83B00CE}" type="pres">
      <dgm:prSet presAssocID="{0648E097-946E-4A10-87F7-DC23666EBE31}" presName="nodeFollowingNodes" presStyleLbl="node1" presStyleIdx="2" presStyleCnt="3">
        <dgm:presLayoutVars>
          <dgm:bulletEnabled val="1"/>
        </dgm:presLayoutVars>
      </dgm:prSet>
      <dgm:spPr/>
    </dgm:pt>
  </dgm:ptLst>
  <dgm:cxnLst>
    <dgm:cxn modelId="{BEAF583C-20FE-48E0-B4BE-29181B511715}" type="presOf" srcId="{F769ADBA-444B-4CB3-9E86-5332D05C7589}" destId="{1ABF3604-FF4A-4ED7-81F5-49F3F5FFE485}" srcOrd="0" destOrd="0" presId="urn:microsoft.com/office/officeart/2005/8/layout/cycle3"/>
    <dgm:cxn modelId="{6E34EC60-9DDB-46A1-94A4-C19CC9DFA347}" type="presOf" srcId="{F2C29202-7EC6-4DE0-9F77-6549215033CF}" destId="{70A85BCB-184A-468D-8B77-2F0865435294}" srcOrd="0" destOrd="0" presId="urn:microsoft.com/office/officeart/2005/8/layout/cycle3"/>
    <dgm:cxn modelId="{4B33EF42-99DB-4E2C-A4A6-2D61CC7B7FE0}" srcId="{F2C29202-7EC6-4DE0-9F77-6549215033CF}" destId="{881EED44-17AB-481C-9D65-925FB8D612F0}" srcOrd="0" destOrd="0" parTransId="{1E948E4A-8FB7-429B-B5A5-E2FEFD143499}" sibTransId="{D634BAE8-D88A-4312-B312-E813674934D7}"/>
    <dgm:cxn modelId="{0659394C-6A1D-4FD3-AADE-54D10BF448EE}" srcId="{F2C29202-7EC6-4DE0-9F77-6549215033CF}" destId="{F769ADBA-444B-4CB3-9E86-5332D05C7589}" srcOrd="1" destOrd="0" parTransId="{64D8507A-16AC-4F4C-B173-6A908A648CC3}" sibTransId="{F7CFAA03-4278-4994-B8C7-05FF542E69FC}"/>
    <dgm:cxn modelId="{4EBA1FAE-2872-42C9-85B0-79EA6BCD59D2}" type="presOf" srcId="{0648E097-946E-4A10-87F7-DC23666EBE31}" destId="{D6C0C8B2-003B-4C84-84C4-2618B83B00CE}" srcOrd="0" destOrd="0" presId="urn:microsoft.com/office/officeart/2005/8/layout/cycle3"/>
    <dgm:cxn modelId="{36257DB7-81C5-4B41-AF6D-4DE8FEADA4AB}" srcId="{F2C29202-7EC6-4DE0-9F77-6549215033CF}" destId="{0648E097-946E-4A10-87F7-DC23666EBE31}" srcOrd="2" destOrd="0" parTransId="{3CAF7097-4294-48B5-BA63-19BFBC38BEE0}" sibTransId="{CF09AA15-A675-49A3-82E0-7C452C4909A2}"/>
    <dgm:cxn modelId="{58C359BB-85DB-45F2-919F-5ED387623726}" type="presOf" srcId="{881EED44-17AB-481C-9D65-925FB8D612F0}" destId="{F8D62E6E-D2C6-4D54-B105-A04BDA2F9FC9}" srcOrd="0" destOrd="0" presId="urn:microsoft.com/office/officeart/2005/8/layout/cycle3"/>
    <dgm:cxn modelId="{0D92E0E7-BEB6-4FAC-B8DB-C1FEE7C44EC7}" type="presOf" srcId="{D634BAE8-D88A-4312-B312-E813674934D7}" destId="{72C2AFC5-1FC4-43C6-A2BC-44D89AA8A527}" srcOrd="0" destOrd="0" presId="urn:microsoft.com/office/officeart/2005/8/layout/cycle3"/>
    <dgm:cxn modelId="{CA58C292-A193-4A8C-9679-DC2919AEAA26}" type="presParOf" srcId="{70A85BCB-184A-468D-8B77-2F0865435294}" destId="{F4223346-3C14-4009-8CF8-7987CB099B4C}" srcOrd="0" destOrd="0" presId="urn:microsoft.com/office/officeart/2005/8/layout/cycle3"/>
    <dgm:cxn modelId="{FD9DF28F-2ECB-4E88-8870-CE069DCF0E54}" type="presParOf" srcId="{F4223346-3C14-4009-8CF8-7987CB099B4C}" destId="{F8D62E6E-D2C6-4D54-B105-A04BDA2F9FC9}" srcOrd="0" destOrd="0" presId="urn:microsoft.com/office/officeart/2005/8/layout/cycle3"/>
    <dgm:cxn modelId="{24FEE294-8A12-488C-B85F-EFE84B2866BA}" type="presParOf" srcId="{F4223346-3C14-4009-8CF8-7987CB099B4C}" destId="{72C2AFC5-1FC4-43C6-A2BC-44D89AA8A527}" srcOrd="1" destOrd="0" presId="urn:microsoft.com/office/officeart/2005/8/layout/cycle3"/>
    <dgm:cxn modelId="{DA11FE8A-01F9-4C4E-B418-4EEDB7A5E11A}" type="presParOf" srcId="{F4223346-3C14-4009-8CF8-7987CB099B4C}" destId="{1ABF3604-FF4A-4ED7-81F5-49F3F5FFE485}" srcOrd="2" destOrd="0" presId="urn:microsoft.com/office/officeart/2005/8/layout/cycle3"/>
    <dgm:cxn modelId="{2270773F-C616-4B44-9912-82EC6FDF8360}" type="presParOf" srcId="{F4223346-3C14-4009-8CF8-7987CB099B4C}" destId="{D6C0C8B2-003B-4C84-84C4-2618B83B00CE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5A3C983-8B3A-4FDE-91E9-84B46DE8EBD1}" type="doc">
      <dgm:prSet loTypeId="urn:microsoft.com/office/officeart/2005/8/layout/lProcess2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s-EC"/>
        </a:p>
      </dgm:t>
    </dgm:pt>
    <dgm:pt modelId="{CB7F7249-7410-484F-9379-CADE4D1A71A9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 b="1"/>
            <a:t>Nivel de gestión documental</a:t>
          </a:r>
        </a:p>
      </dgm:t>
    </dgm:pt>
    <dgm:pt modelId="{3AA952A1-B037-4A1F-82C1-F4678FAD7EFD}" type="parTrans" cxnId="{52549ABB-F93A-44E5-9FBA-E75DDFA92812}">
      <dgm:prSet/>
      <dgm:spPr/>
      <dgm:t>
        <a:bodyPr/>
        <a:lstStyle/>
        <a:p>
          <a:endParaRPr lang="es-EC"/>
        </a:p>
      </dgm:t>
    </dgm:pt>
    <dgm:pt modelId="{8F65C5FE-F2B2-4171-805C-84767352D8B4}" type="sibTrans" cxnId="{52549ABB-F93A-44E5-9FBA-E75DDFA92812}">
      <dgm:prSet/>
      <dgm:spPr/>
      <dgm:t>
        <a:bodyPr/>
        <a:lstStyle/>
        <a:p>
          <a:endParaRPr lang="es-EC"/>
        </a:p>
      </dgm:t>
    </dgm:pt>
    <dgm:pt modelId="{30FFFF62-2F54-4D4B-B12C-D4B060ADCD13}">
      <dgm:prSet phldr="0"/>
      <dgm:spPr/>
      <dgm:t>
        <a:bodyPr/>
        <a:lstStyle/>
        <a:p>
          <a:pPr rtl="0"/>
          <a:r>
            <a:rPr lang="es-ES" sz="1400" b="1"/>
            <a:t>SharePoint:</a:t>
          </a:r>
          <a:r>
            <a:rPr lang="es-ES" sz="1400" b="1">
              <a:latin typeface="Arial"/>
            </a:rPr>
            <a:t> </a:t>
          </a:r>
          <a:r>
            <a:rPr lang="es-ES" sz="1800" b="0" i="1">
              <a:latin typeface="Arial"/>
            </a:rPr>
            <a:t>Gestión</a:t>
          </a:r>
          <a:r>
            <a:rPr lang="es-ES" sz="1800" b="0" i="1"/>
            <a:t> avanzada (metadatos, flujos, normativas).</a:t>
          </a:r>
          <a:endParaRPr lang="es-ES" sz="1400" b="0" i="1">
            <a:latin typeface="Arial"/>
          </a:endParaRPr>
        </a:p>
      </dgm:t>
    </dgm:pt>
    <dgm:pt modelId="{8409B2FB-7DCB-4311-A9E6-BF21E1A68D60}" type="parTrans" cxnId="{B464BA66-2517-459F-A6E6-52C58B6702C9}">
      <dgm:prSet/>
      <dgm:spPr/>
    </dgm:pt>
    <dgm:pt modelId="{FB4D9BC7-AC03-4A31-9491-BE8BCFAD0731}" type="sibTrans" cxnId="{B464BA66-2517-459F-A6E6-52C58B6702C9}">
      <dgm:prSet/>
      <dgm:spPr/>
    </dgm:pt>
    <dgm:pt modelId="{B9EB4016-5651-4C57-A57C-021D04451D51}">
      <dgm:prSet phldr="0"/>
      <dgm:spPr/>
      <dgm:t>
        <a:bodyPr/>
        <a:lstStyle/>
        <a:p>
          <a:pPr rtl="0"/>
          <a:r>
            <a:rPr lang="es-ES" sz="1400" b="1"/>
            <a:t>OneDrive/Google</a:t>
          </a:r>
          <a:r>
            <a:rPr lang="es-ES" sz="1400" b="1" i="1"/>
            <a:t> Drive</a:t>
          </a:r>
          <a:r>
            <a:rPr lang="es-ES" sz="1400" b="1" i="1">
              <a:latin typeface="Arial"/>
            </a:rPr>
            <a:t>:</a:t>
          </a:r>
          <a:r>
            <a:rPr lang="es-ES" sz="1400" b="0" i="1">
              <a:latin typeface="Arial"/>
            </a:rPr>
            <a:t> </a:t>
          </a:r>
          <a:r>
            <a:rPr lang="es-ES" sz="1800" b="0" i="1">
              <a:latin typeface="Arial"/>
            </a:rPr>
            <a:t>Almacenamiento</a:t>
          </a:r>
          <a:r>
            <a:rPr lang="es-ES" sz="1800" b="0" i="1"/>
            <a:t> personal.</a:t>
          </a:r>
          <a:endParaRPr lang="es-ES" sz="1400" b="0" i="1"/>
        </a:p>
      </dgm:t>
    </dgm:pt>
    <dgm:pt modelId="{5CD6785A-951D-41B4-BA29-0B6FDC4C9E1E}" type="parTrans" cxnId="{47CF12EA-6A6B-43BD-893C-87ABBC07210F}">
      <dgm:prSet/>
      <dgm:spPr/>
    </dgm:pt>
    <dgm:pt modelId="{F4400C28-D2D6-4310-A58F-0A5724C060A1}" type="sibTrans" cxnId="{47CF12EA-6A6B-43BD-893C-87ABBC07210F}">
      <dgm:prSet/>
      <dgm:spPr/>
    </dgm:pt>
    <dgm:pt modelId="{D62A5024-1B9A-4A8E-A78A-D7FA5C67E6C2}">
      <dgm:prSet phldr="0"/>
      <dgm:spPr/>
      <dgm:t>
        <a:bodyPr/>
        <a:lstStyle/>
        <a:p>
          <a:pPr rtl="0"/>
          <a:r>
            <a:rPr lang="es-ES" b="1"/>
            <a:t>Alcance del uso</a:t>
          </a:r>
          <a:endParaRPr lang="es-ES" b="1">
            <a:latin typeface="Arial"/>
          </a:endParaRPr>
        </a:p>
      </dgm:t>
    </dgm:pt>
    <dgm:pt modelId="{28461475-BB33-4D38-94E8-2E72DC0ACBE9}" type="parTrans" cxnId="{D10D629A-FF4D-4B9D-825F-EE7719B31F79}">
      <dgm:prSet/>
      <dgm:spPr/>
    </dgm:pt>
    <dgm:pt modelId="{A8E16F77-300B-452F-9A7F-FBA20FB4762B}" type="sibTrans" cxnId="{D10D629A-FF4D-4B9D-825F-EE7719B31F79}">
      <dgm:prSet/>
      <dgm:spPr/>
    </dgm:pt>
    <dgm:pt modelId="{83DE570F-9E88-4753-AEFF-BD756B19FC0D}">
      <dgm:prSet phldr="0"/>
      <dgm:spPr/>
      <dgm:t>
        <a:bodyPr/>
        <a:lstStyle/>
        <a:p>
          <a:pPr algn="l" rtl="0"/>
          <a:r>
            <a:rPr lang="es-ES" sz="1000" b="1"/>
            <a:t>OneDrive:</a:t>
          </a:r>
          <a:r>
            <a:rPr lang="es-ES" sz="1000" b="0"/>
            <a:t> </a:t>
          </a:r>
          <a:r>
            <a:rPr lang="es-ES" sz="1000" b="0" i="1"/>
            <a:t>archivos personales.</a:t>
          </a:r>
          <a:endParaRPr lang="es-ES" sz="1000" b="0" i="1">
            <a:latin typeface="Arial"/>
          </a:endParaRPr>
        </a:p>
      </dgm:t>
    </dgm:pt>
    <dgm:pt modelId="{6A480B4D-5386-42F8-8889-5D8E5CAB8B10}" type="parTrans" cxnId="{9D53A9C6-50E4-4F30-9486-A50CA51EEC09}">
      <dgm:prSet/>
      <dgm:spPr/>
    </dgm:pt>
    <dgm:pt modelId="{A86DB0C4-2923-4C25-B76B-9FC5DBB03B0F}" type="sibTrans" cxnId="{9D53A9C6-50E4-4F30-9486-A50CA51EEC09}">
      <dgm:prSet/>
      <dgm:spPr/>
    </dgm:pt>
    <dgm:pt modelId="{6467E189-622F-4A7C-8CE4-8CBA481A1429}">
      <dgm:prSet phldr="0"/>
      <dgm:spPr/>
      <dgm:t>
        <a:bodyPr/>
        <a:lstStyle/>
        <a:p>
          <a:pPr algn="l"/>
          <a:r>
            <a:rPr lang="es-ES" sz="1400" b="1"/>
            <a:t>SharePoint:</a:t>
          </a:r>
          <a:r>
            <a:rPr lang="es-ES" sz="1400" b="0"/>
            <a:t> </a:t>
          </a:r>
          <a:r>
            <a:rPr lang="es-ES" sz="1400" b="0" i="1"/>
            <a:t>contenido corporativo y compartido.</a:t>
          </a:r>
          <a:endParaRPr lang="es-ES" i="1"/>
        </a:p>
      </dgm:t>
    </dgm:pt>
    <dgm:pt modelId="{4EE4678A-1634-4768-B70D-15ED0F281CA7}" type="parTrans" cxnId="{36221A95-5BB7-4961-8C57-E86FA449A848}">
      <dgm:prSet/>
      <dgm:spPr/>
    </dgm:pt>
    <dgm:pt modelId="{0B3585C3-B7B6-43C9-BD8F-9E0C0614CFD5}" type="sibTrans" cxnId="{36221A95-5BB7-4961-8C57-E86FA449A848}">
      <dgm:prSet/>
      <dgm:spPr/>
    </dgm:pt>
    <dgm:pt modelId="{FE6D17C2-D020-4AD8-9826-70F70B4B9986}">
      <dgm:prSet phldr="0"/>
      <dgm:spPr/>
      <dgm:t>
        <a:bodyPr/>
        <a:lstStyle/>
        <a:p>
          <a:pPr algn="l"/>
          <a:r>
            <a:rPr lang="es-ES" sz="1400" b="1"/>
            <a:t>Google Drive:</a:t>
          </a:r>
          <a:r>
            <a:rPr lang="es-ES" sz="1400" b="0"/>
            <a:t> </a:t>
          </a:r>
          <a:r>
            <a:rPr lang="es-ES" sz="1400" b="0" i="1"/>
            <a:t>combina ambos, pero con menor control documental.</a:t>
          </a:r>
          <a:endParaRPr lang="es-ES" i="1"/>
        </a:p>
      </dgm:t>
    </dgm:pt>
    <dgm:pt modelId="{3D224D61-C2EF-4EA8-81A4-A8E1EC2A5A84}" type="parTrans" cxnId="{326403D9-BE20-40BA-8194-B0B7BB52687B}">
      <dgm:prSet/>
      <dgm:spPr/>
    </dgm:pt>
    <dgm:pt modelId="{F4957143-F12A-469D-8931-BFF2B775D727}" type="sibTrans" cxnId="{326403D9-BE20-40BA-8194-B0B7BB52687B}">
      <dgm:prSet/>
      <dgm:spPr/>
    </dgm:pt>
    <dgm:pt modelId="{B3232C6F-BDA6-40F9-938A-18A163B368DF}">
      <dgm:prSet phldr="0"/>
      <dgm:spPr/>
      <dgm:t>
        <a:bodyPr/>
        <a:lstStyle/>
        <a:p>
          <a:pPr algn="l" rtl="0"/>
          <a:r>
            <a:rPr lang="es-ES" sz="1800" b="1"/>
            <a:t>Integración ofimática</a:t>
          </a:r>
          <a:endParaRPr lang="es-ES" sz="1800" b="0">
            <a:latin typeface="Arial"/>
          </a:endParaRPr>
        </a:p>
      </dgm:t>
    </dgm:pt>
    <dgm:pt modelId="{B8E2AFAF-1B76-446C-A2C1-A4102DA75D91}" type="parTrans" cxnId="{E0C10FDB-6072-49D3-9407-FEF0B837C9E6}">
      <dgm:prSet/>
      <dgm:spPr/>
    </dgm:pt>
    <dgm:pt modelId="{BD60FDA1-9719-4E37-80DC-CB12C65945A9}" type="sibTrans" cxnId="{E0C10FDB-6072-49D3-9407-FEF0B837C9E6}">
      <dgm:prSet/>
      <dgm:spPr/>
    </dgm:pt>
    <dgm:pt modelId="{08342EB8-4CBC-40E2-860B-757435A0A007}">
      <dgm:prSet phldr="0"/>
      <dgm:spPr/>
      <dgm:t>
        <a:bodyPr/>
        <a:lstStyle/>
        <a:p>
          <a:pPr algn="l"/>
          <a:r>
            <a:rPr lang="es-ES" sz="1400" b="1"/>
            <a:t>Microsoft:</a:t>
          </a:r>
          <a:r>
            <a:rPr lang="es-ES" sz="1400" b="0"/>
            <a:t> </a:t>
          </a:r>
          <a:r>
            <a:rPr lang="es-ES" sz="1400" b="0" i="1"/>
            <a:t>total compatibilidad con Word, Excel, PowerPoint.</a:t>
          </a:r>
          <a:endParaRPr lang="es-ES" sz="1400" i="1"/>
        </a:p>
      </dgm:t>
    </dgm:pt>
    <dgm:pt modelId="{830F1E18-3D4E-4A5C-84DD-C6651C0B3AD9}" type="parTrans" cxnId="{139806A4-7286-4C9B-8D36-1C880DE5FE9D}">
      <dgm:prSet/>
      <dgm:spPr/>
    </dgm:pt>
    <dgm:pt modelId="{3E0F4064-8958-4085-99ED-4A0ABE81956A}" type="sibTrans" cxnId="{139806A4-7286-4C9B-8D36-1C880DE5FE9D}">
      <dgm:prSet/>
      <dgm:spPr/>
    </dgm:pt>
    <dgm:pt modelId="{E43F63FE-716B-4D2D-8066-7805C628A839}">
      <dgm:prSet phldr="0"/>
      <dgm:spPr/>
      <dgm:t>
        <a:bodyPr/>
        <a:lstStyle/>
        <a:p>
          <a:pPr algn="l"/>
          <a:r>
            <a:rPr lang="es-ES" sz="1400" b="1"/>
            <a:t>Google:</a:t>
          </a:r>
          <a:r>
            <a:rPr lang="es-ES" sz="1400" b="0"/>
            <a:t> </a:t>
          </a:r>
          <a:r>
            <a:rPr lang="es-ES" sz="1400" b="0" i="1"/>
            <a:t>mejor colaboración web (Docs, Sheets, Slides).</a:t>
          </a:r>
          <a:endParaRPr lang="es-ES" sz="1400" i="1"/>
        </a:p>
      </dgm:t>
    </dgm:pt>
    <dgm:pt modelId="{12F46603-D2FB-44D8-915D-CC777B1CDF15}" type="parTrans" cxnId="{E67D707A-94FD-4FCF-A1BA-FBFE48574E5B}">
      <dgm:prSet/>
      <dgm:spPr/>
    </dgm:pt>
    <dgm:pt modelId="{47E17856-D0AE-4ACE-B414-15EEEBE5630E}" type="sibTrans" cxnId="{E67D707A-94FD-4FCF-A1BA-FBFE48574E5B}">
      <dgm:prSet/>
      <dgm:spPr/>
    </dgm:pt>
    <dgm:pt modelId="{FFF8AF97-CDB8-4AA0-A662-30FFB4812EDA}" type="pres">
      <dgm:prSet presAssocID="{D5A3C983-8B3A-4FDE-91E9-84B46DE8EBD1}" presName="theList" presStyleCnt="0">
        <dgm:presLayoutVars>
          <dgm:dir/>
          <dgm:animLvl val="lvl"/>
          <dgm:resizeHandles val="exact"/>
        </dgm:presLayoutVars>
      </dgm:prSet>
      <dgm:spPr/>
    </dgm:pt>
    <dgm:pt modelId="{359DDC5E-0880-4547-BC74-9091CA1FF278}" type="pres">
      <dgm:prSet presAssocID="{CB7F7249-7410-484F-9379-CADE4D1A71A9}" presName="compNode" presStyleCnt="0"/>
      <dgm:spPr/>
    </dgm:pt>
    <dgm:pt modelId="{C6C0A5C8-2033-4999-94E3-315842DF9AC2}" type="pres">
      <dgm:prSet presAssocID="{CB7F7249-7410-484F-9379-CADE4D1A71A9}" presName="aNode" presStyleLbl="bgShp" presStyleIdx="0" presStyleCnt="3"/>
      <dgm:spPr/>
    </dgm:pt>
    <dgm:pt modelId="{EAE32DD6-3017-485A-AE9E-2284451FF4D5}" type="pres">
      <dgm:prSet presAssocID="{CB7F7249-7410-484F-9379-CADE4D1A71A9}" presName="textNode" presStyleLbl="bgShp" presStyleIdx="0" presStyleCnt="3"/>
      <dgm:spPr/>
    </dgm:pt>
    <dgm:pt modelId="{6E3010D2-AA69-4477-8BCE-5D26D4B90997}" type="pres">
      <dgm:prSet presAssocID="{CB7F7249-7410-484F-9379-CADE4D1A71A9}" presName="compChildNode" presStyleCnt="0"/>
      <dgm:spPr/>
    </dgm:pt>
    <dgm:pt modelId="{09B24F0B-197A-47C9-8FE5-A3C1ABB687C0}" type="pres">
      <dgm:prSet presAssocID="{CB7F7249-7410-484F-9379-CADE4D1A71A9}" presName="theInnerList" presStyleCnt="0"/>
      <dgm:spPr/>
    </dgm:pt>
    <dgm:pt modelId="{E7740E6F-608A-462E-931E-DCF53EA0486A}" type="pres">
      <dgm:prSet presAssocID="{30FFFF62-2F54-4D4B-B12C-D4B060ADCD13}" presName="childNode" presStyleLbl="node1" presStyleIdx="0" presStyleCnt="7">
        <dgm:presLayoutVars>
          <dgm:bulletEnabled val="1"/>
        </dgm:presLayoutVars>
      </dgm:prSet>
      <dgm:spPr/>
    </dgm:pt>
    <dgm:pt modelId="{57CED5E9-17B5-489C-AA5A-A9EDA8AA46FE}" type="pres">
      <dgm:prSet presAssocID="{30FFFF62-2F54-4D4B-B12C-D4B060ADCD13}" presName="aSpace2" presStyleCnt="0"/>
      <dgm:spPr/>
    </dgm:pt>
    <dgm:pt modelId="{1B33FA31-4F3A-4EFC-85CC-0C5BF1D46CE2}" type="pres">
      <dgm:prSet presAssocID="{B9EB4016-5651-4C57-A57C-021D04451D51}" presName="childNode" presStyleLbl="node1" presStyleIdx="1" presStyleCnt="7">
        <dgm:presLayoutVars>
          <dgm:bulletEnabled val="1"/>
        </dgm:presLayoutVars>
      </dgm:prSet>
      <dgm:spPr/>
    </dgm:pt>
    <dgm:pt modelId="{EE453533-C385-48F9-905A-546F6062A940}" type="pres">
      <dgm:prSet presAssocID="{CB7F7249-7410-484F-9379-CADE4D1A71A9}" presName="aSpace" presStyleCnt="0"/>
      <dgm:spPr/>
    </dgm:pt>
    <dgm:pt modelId="{7FFD8138-29C8-4F41-B1D0-165DB7054754}" type="pres">
      <dgm:prSet presAssocID="{D62A5024-1B9A-4A8E-A78A-D7FA5C67E6C2}" presName="compNode" presStyleCnt="0"/>
      <dgm:spPr/>
    </dgm:pt>
    <dgm:pt modelId="{71C13E46-3C55-4385-B1B1-DD5AD628B928}" type="pres">
      <dgm:prSet presAssocID="{D62A5024-1B9A-4A8E-A78A-D7FA5C67E6C2}" presName="aNode" presStyleLbl="bgShp" presStyleIdx="1" presStyleCnt="3"/>
      <dgm:spPr/>
    </dgm:pt>
    <dgm:pt modelId="{9CCB45A6-CAFB-40F0-93F5-8D887ABB3F56}" type="pres">
      <dgm:prSet presAssocID="{D62A5024-1B9A-4A8E-A78A-D7FA5C67E6C2}" presName="textNode" presStyleLbl="bgShp" presStyleIdx="1" presStyleCnt="3"/>
      <dgm:spPr/>
    </dgm:pt>
    <dgm:pt modelId="{91E5E71B-D2D2-425C-9429-8DA668729849}" type="pres">
      <dgm:prSet presAssocID="{D62A5024-1B9A-4A8E-A78A-D7FA5C67E6C2}" presName="compChildNode" presStyleCnt="0"/>
      <dgm:spPr/>
    </dgm:pt>
    <dgm:pt modelId="{77CB57A5-2957-49A2-A18D-43B3C5DFD303}" type="pres">
      <dgm:prSet presAssocID="{D62A5024-1B9A-4A8E-A78A-D7FA5C67E6C2}" presName="theInnerList" presStyleCnt="0"/>
      <dgm:spPr/>
    </dgm:pt>
    <dgm:pt modelId="{CD33B209-7E79-484E-9071-8082E33E6295}" type="pres">
      <dgm:prSet presAssocID="{83DE570F-9E88-4753-AEFF-BD756B19FC0D}" presName="childNode" presStyleLbl="node1" presStyleIdx="2" presStyleCnt="7">
        <dgm:presLayoutVars>
          <dgm:bulletEnabled val="1"/>
        </dgm:presLayoutVars>
      </dgm:prSet>
      <dgm:spPr/>
    </dgm:pt>
    <dgm:pt modelId="{CB778D14-F136-4AC3-BFE4-7841DBFAD4DB}" type="pres">
      <dgm:prSet presAssocID="{83DE570F-9E88-4753-AEFF-BD756B19FC0D}" presName="aSpace2" presStyleCnt="0"/>
      <dgm:spPr/>
    </dgm:pt>
    <dgm:pt modelId="{E7483CE2-427B-4184-A7C6-762153FA0900}" type="pres">
      <dgm:prSet presAssocID="{6467E189-622F-4A7C-8CE4-8CBA481A1429}" presName="childNode" presStyleLbl="node1" presStyleIdx="3" presStyleCnt="7">
        <dgm:presLayoutVars>
          <dgm:bulletEnabled val="1"/>
        </dgm:presLayoutVars>
      </dgm:prSet>
      <dgm:spPr/>
    </dgm:pt>
    <dgm:pt modelId="{0FB60FE8-1EC5-4EC7-8622-770DCA5A5D55}" type="pres">
      <dgm:prSet presAssocID="{6467E189-622F-4A7C-8CE4-8CBA481A1429}" presName="aSpace2" presStyleCnt="0"/>
      <dgm:spPr/>
    </dgm:pt>
    <dgm:pt modelId="{B143D89E-0661-436A-BABA-388998B9E106}" type="pres">
      <dgm:prSet presAssocID="{FE6D17C2-D020-4AD8-9826-70F70B4B9986}" presName="childNode" presStyleLbl="node1" presStyleIdx="4" presStyleCnt="7">
        <dgm:presLayoutVars>
          <dgm:bulletEnabled val="1"/>
        </dgm:presLayoutVars>
      </dgm:prSet>
      <dgm:spPr/>
    </dgm:pt>
    <dgm:pt modelId="{13326066-88BD-4D82-B51C-E62254B73200}" type="pres">
      <dgm:prSet presAssocID="{D62A5024-1B9A-4A8E-A78A-D7FA5C67E6C2}" presName="aSpace" presStyleCnt="0"/>
      <dgm:spPr/>
    </dgm:pt>
    <dgm:pt modelId="{2B7D2524-A885-41D1-BA15-6F08495682CF}" type="pres">
      <dgm:prSet presAssocID="{B3232C6F-BDA6-40F9-938A-18A163B368DF}" presName="compNode" presStyleCnt="0"/>
      <dgm:spPr/>
    </dgm:pt>
    <dgm:pt modelId="{DA0E6EB2-0F7B-4040-81D6-EC5F454BF7EC}" type="pres">
      <dgm:prSet presAssocID="{B3232C6F-BDA6-40F9-938A-18A163B368DF}" presName="aNode" presStyleLbl="bgShp" presStyleIdx="2" presStyleCnt="3"/>
      <dgm:spPr/>
    </dgm:pt>
    <dgm:pt modelId="{EC56D2E8-A062-4AE6-A91E-B44DD6FC95C3}" type="pres">
      <dgm:prSet presAssocID="{B3232C6F-BDA6-40F9-938A-18A163B368DF}" presName="textNode" presStyleLbl="bgShp" presStyleIdx="2" presStyleCnt="3"/>
      <dgm:spPr/>
    </dgm:pt>
    <dgm:pt modelId="{A8AD60FA-BCE7-4B38-84A4-6E92A706EC6E}" type="pres">
      <dgm:prSet presAssocID="{B3232C6F-BDA6-40F9-938A-18A163B368DF}" presName="compChildNode" presStyleCnt="0"/>
      <dgm:spPr/>
    </dgm:pt>
    <dgm:pt modelId="{AAD8369B-E33F-474F-B728-C33691548174}" type="pres">
      <dgm:prSet presAssocID="{B3232C6F-BDA6-40F9-938A-18A163B368DF}" presName="theInnerList" presStyleCnt="0"/>
      <dgm:spPr/>
    </dgm:pt>
    <dgm:pt modelId="{088D3382-29E1-4E57-A56A-B4532F23D5BC}" type="pres">
      <dgm:prSet presAssocID="{08342EB8-4CBC-40E2-860B-757435A0A007}" presName="childNode" presStyleLbl="node1" presStyleIdx="5" presStyleCnt="7">
        <dgm:presLayoutVars>
          <dgm:bulletEnabled val="1"/>
        </dgm:presLayoutVars>
      </dgm:prSet>
      <dgm:spPr/>
    </dgm:pt>
    <dgm:pt modelId="{FA8F4D32-B202-490B-B44E-CC2F693084A8}" type="pres">
      <dgm:prSet presAssocID="{08342EB8-4CBC-40E2-860B-757435A0A007}" presName="aSpace2" presStyleCnt="0"/>
      <dgm:spPr/>
    </dgm:pt>
    <dgm:pt modelId="{B555C071-6F4C-4A20-8344-E811B20ECC97}" type="pres">
      <dgm:prSet presAssocID="{E43F63FE-716B-4D2D-8066-7805C628A839}" presName="childNode" presStyleLbl="node1" presStyleIdx="6" presStyleCnt="7">
        <dgm:presLayoutVars>
          <dgm:bulletEnabled val="1"/>
        </dgm:presLayoutVars>
      </dgm:prSet>
      <dgm:spPr/>
    </dgm:pt>
  </dgm:ptLst>
  <dgm:cxnLst>
    <dgm:cxn modelId="{9001460B-2B82-4D60-A682-134C6176C173}" type="presOf" srcId="{FE6D17C2-D020-4AD8-9826-70F70B4B9986}" destId="{B143D89E-0661-436A-BABA-388998B9E106}" srcOrd="0" destOrd="0" presId="urn:microsoft.com/office/officeart/2005/8/layout/lProcess2"/>
    <dgm:cxn modelId="{A31E6426-811D-4357-877B-12CD16F717C2}" type="presOf" srcId="{B3232C6F-BDA6-40F9-938A-18A163B368DF}" destId="{DA0E6EB2-0F7B-4040-81D6-EC5F454BF7EC}" srcOrd="0" destOrd="0" presId="urn:microsoft.com/office/officeart/2005/8/layout/lProcess2"/>
    <dgm:cxn modelId="{6FA87033-F820-4518-A7FE-645C1CD0108E}" type="presOf" srcId="{E43F63FE-716B-4D2D-8066-7805C628A839}" destId="{B555C071-6F4C-4A20-8344-E811B20ECC97}" srcOrd="0" destOrd="0" presId="urn:microsoft.com/office/officeart/2005/8/layout/lProcess2"/>
    <dgm:cxn modelId="{B269BB40-C06B-47C1-A307-7EFC6D5FA0DE}" type="presOf" srcId="{83DE570F-9E88-4753-AEFF-BD756B19FC0D}" destId="{CD33B209-7E79-484E-9071-8082E33E6295}" srcOrd="0" destOrd="0" presId="urn:microsoft.com/office/officeart/2005/8/layout/lProcess2"/>
    <dgm:cxn modelId="{B464BA66-2517-459F-A6E6-52C58B6702C9}" srcId="{CB7F7249-7410-484F-9379-CADE4D1A71A9}" destId="{30FFFF62-2F54-4D4B-B12C-D4B060ADCD13}" srcOrd="0" destOrd="0" parTransId="{8409B2FB-7DCB-4311-A9E6-BF21E1A68D60}" sibTransId="{FB4D9BC7-AC03-4A31-9491-BE8BCFAD0731}"/>
    <dgm:cxn modelId="{B067E647-C7D8-4413-A2B3-DD1AC9F70698}" type="presOf" srcId="{D62A5024-1B9A-4A8E-A78A-D7FA5C67E6C2}" destId="{71C13E46-3C55-4385-B1B1-DD5AD628B928}" srcOrd="0" destOrd="0" presId="urn:microsoft.com/office/officeart/2005/8/layout/lProcess2"/>
    <dgm:cxn modelId="{4602A56A-9587-4785-810F-8410E7983C6F}" type="presOf" srcId="{6467E189-622F-4A7C-8CE4-8CBA481A1429}" destId="{E7483CE2-427B-4184-A7C6-762153FA0900}" srcOrd="0" destOrd="0" presId="urn:microsoft.com/office/officeart/2005/8/layout/lProcess2"/>
    <dgm:cxn modelId="{E67D707A-94FD-4FCF-A1BA-FBFE48574E5B}" srcId="{B3232C6F-BDA6-40F9-938A-18A163B368DF}" destId="{E43F63FE-716B-4D2D-8066-7805C628A839}" srcOrd="1" destOrd="0" parTransId="{12F46603-D2FB-44D8-915D-CC777B1CDF15}" sibTransId="{47E17856-D0AE-4ACE-B414-15EEEBE5630E}"/>
    <dgm:cxn modelId="{C2255E7D-F79C-4DC5-9380-6502733E0AFF}" type="presOf" srcId="{D62A5024-1B9A-4A8E-A78A-D7FA5C67E6C2}" destId="{9CCB45A6-CAFB-40F0-93F5-8D887ABB3F56}" srcOrd="1" destOrd="0" presId="urn:microsoft.com/office/officeart/2005/8/layout/lProcess2"/>
    <dgm:cxn modelId="{1CF12287-8069-4683-A4F9-F9E4CD7333E7}" type="presOf" srcId="{CB7F7249-7410-484F-9379-CADE4D1A71A9}" destId="{C6C0A5C8-2033-4999-94E3-315842DF9AC2}" srcOrd="0" destOrd="0" presId="urn:microsoft.com/office/officeart/2005/8/layout/lProcess2"/>
    <dgm:cxn modelId="{3AC59C94-EFA4-4153-AEB5-A3B7A7B0B82C}" type="presOf" srcId="{B3232C6F-BDA6-40F9-938A-18A163B368DF}" destId="{EC56D2E8-A062-4AE6-A91E-B44DD6FC95C3}" srcOrd="1" destOrd="0" presId="urn:microsoft.com/office/officeart/2005/8/layout/lProcess2"/>
    <dgm:cxn modelId="{36221A95-5BB7-4961-8C57-E86FA449A848}" srcId="{D62A5024-1B9A-4A8E-A78A-D7FA5C67E6C2}" destId="{6467E189-622F-4A7C-8CE4-8CBA481A1429}" srcOrd="1" destOrd="0" parTransId="{4EE4678A-1634-4768-B70D-15ED0F281CA7}" sibTransId="{0B3585C3-B7B6-43C9-BD8F-9E0C0614CFD5}"/>
    <dgm:cxn modelId="{D10D629A-FF4D-4B9D-825F-EE7719B31F79}" srcId="{D5A3C983-8B3A-4FDE-91E9-84B46DE8EBD1}" destId="{D62A5024-1B9A-4A8E-A78A-D7FA5C67E6C2}" srcOrd="1" destOrd="0" parTransId="{28461475-BB33-4D38-94E8-2E72DC0ACBE9}" sibTransId="{A8E16F77-300B-452F-9A7F-FBA20FB4762B}"/>
    <dgm:cxn modelId="{A00B2A9B-9F6A-49E6-A41E-F77D99E6BEBA}" type="presOf" srcId="{D5A3C983-8B3A-4FDE-91E9-84B46DE8EBD1}" destId="{FFF8AF97-CDB8-4AA0-A662-30FFB4812EDA}" srcOrd="0" destOrd="0" presId="urn:microsoft.com/office/officeart/2005/8/layout/lProcess2"/>
    <dgm:cxn modelId="{139806A4-7286-4C9B-8D36-1C880DE5FE9D}" srcId="{B3232C6F-BDA6-40F9-938A-18A163B368DF}" destId="{08342EB8-4CBC-40E2-860B-757435A0A007}" srcOrd="0" destOrd="0" parTransId="{830F1E18-3D4E-4A5C-84DD-C6651C0B3AD9}" sibTransId="{3E0F4064-8958-4085-99ED-4A0ABE81956A}"/>
    <dgm:cxn modelId="{75F3DCA6-AE13-4752-A086-38D51B64A5AA}" type="presOf" srcId="{30FFFF62-2F54-4D4B-B12C-D4B060ADCD13}" destId="{E7740E6F-608A-462E-931E-DCF53EA0486A}" srcOrd="0" destOrd="0" presId="urn:microsoft.com/office/officeart/2005/8/layout/lProcess2"/>
    <dgm:cxn modelId="{52549ABB-F93A-44E5-9FBA-E75DDFA92812}" srcId="{D5A3C983-8B3A-4FDE-91E9-84B46DE8EBD1}" destId="{CB7F7249-7410-484F-9379-CADE4D1A71A9}" srcOrd="0" destOrd="0" parTransId="{3AA952A1-B037-4A1F-82C1-F4678FAD7EFD}" sibTransId="{8F65C5FE-F2B2-4171-805C-84767352D8B4}"/>
    <dgm:cxn modelId="{9D53A9C6-50E4-4F30-9486-A50CA51EEC09}" srcId="{D62A5024-1B9A-4A8E-A78A-D7FA5C67E6C2}" destId="{83DE570F-9E88-4753-AEFF-BD756B19FC0D}" srcOrd="0" destOrd="0" parTransId="{6A480B4D-5386-42F8-8889-5D8E5CAB8B10}" sibTransId="{A86DB0C4-2923-4C25-B76B-9FC5DBB03B0F}"/>
    <dgm:cxn modelId="{27189FD0-1174-4692-BF58-81D609479A6C}" type="presOf" srcId="{B9EB4016-5651-4C57-A57C-021D04451D51}" destId="{1B33FA31-4F3A-4EFC-85CC-0C5BF1D46CE2}" srcOrd="0" destOrd="0" presId="urn:microsoft.com/office/officeart/2005/8/layout/lProcess2"/>
    <dgm:cxn modelId="{326403D9-BE20-40BA-8194-B0B7BB52687B}" srcId="{D62A5024-1B9A-4A8E-A78A-D7FA5C67E6C2}" destId="{FE6D17C2-D020-4AD8-9826-70F70B4B9986}" srcOrd="2" destOrd="0" parTransId="{3D224D61-C2EF-4EA8-81A4-A8E1EC2A5A84}" sibTransId="{F4957143-F12A-469D-8931-BFF2B775D727}"/>
    <dgm:cxn modelId="{E0C10FDB-6072-49D3-9407-FEF0B837C9E6}" srcId="{D5A3C983-8B3A-4FDE-91E9-84B46DE8EBD1}" destId="{B3232C6F-BDA6-40F9-938A-18A163B368DF}" srcOrd="2" destOrd="0" parTransId="{B8E2AFAF-1B76-446C-A2C1-A4102DA75D91}" sibTransId="{BD60FDA1-9719-4E37-80DC-CB12C65945A9}"/>
    <dgm:cxn modelId="{47CF12EA-6A6B-43BD-893C-87ABBC07210F}" srcId="{CB7F7249-7410-484F-9379-CADE4D1A71A9}" destId="{B9EB4016-5651-4C57-A57C-021D04451D51}" srcOrd="1" destOrd="0" parTransId="{5CD6785A-951D-41B4-BA29-0B6FDC4C9E1E}" sibTransId="{F4400C28-D2D6-4310-A58F-0A5724C060A1}"/>
    <dgm:cxn modelId="{EFB9B7F0-A1BA-48FF-B82E-4D547B2101C7}" type="presOf" srcId="{CB7F7249-7410-484F-9379-CADE4D1A71A9}" destId="{EAE32DD6-3017-485A-AE9E-2284451FF4D5}" srcOrd="1" destOrd="0" presId="urn:microsoft.com/office/officeart/2005/8/layout/lProcess2"/>
    <dgm:cxn modelId="{A6D016FD-5763-4E78-8BD7-270ECA7E49EB}" type="presOf" srcId="{08342EB8-4CBC-40E2-860B-757435A0A007}" destId="{088D3382-29E1-4E57-A56A-B4532F23D5BC}" srcOrd="0" destOrd="0" presId="urn:microsoft.com/office/officeart/2005/8/layout/lProcess2"/>
    <dgm:cxn modelId="{B705D49B-922E-45F1-92EA-71E19E03F5ED}" type="presParOf" srcId="{FFF8AF97-CDB8-4AA0-A662-30FFB4812EDA}" destId="{359DDC5E-0880-4547-BC74-9091CA1FF278}" srcOrd="0" destOrd="0" presId="urn:microsoft.com/office/officeart/2005/8/layout/lProcess2"/>
    <dgm:cxn modelId="{3355BF38-4B2C-4B17-A569-880F21B932BB}" type="presParOf" srcId="{359DDC5E-0880-4547-BC74-9091CA1FF278}" destId="{C6C0A5C8-2033-4999-94E3-315842DF9AC2}" srcOrd="0" destOrd="0" presId="urn:microsoft.com/office/officeart/2005/8/layout/lProcess2"/>
    <dgm:cxn modelId="{265BB9D1-AAED-49AD-89CD-28873394E71F}" type="presParOf" srcId="{359DDC5E-0880-4547-BC74-9091CA1FF278}" destId="{EAE32DD6-3017-485A-AE9E-2284451FF4D5}" srcOrd="1" destOrd="0" presId="urn:microsoft.com/office/officeart/2005/8/layout/lProcess2"/>
    <dgm:cxn modelId="{795B0D48-6DAD-4C6E-972E-E8BA399A6E50}" type="presParOf" srcId="{359DDC5E-0880-4547-BC74-9091CA1FF278}" destId="{6E3010D2-AA69-4477-8BCE-5D26D4B90997}" srcOrd="2" destOrd="0" presId="urn:microsoft.com/office/officeart/2005/8/layout/lProcess2"/>
    <dgm:cxn modelId="{8A94D686-BEC9-46DE-AA79-17E07FE6099F}" type="presParOf" srcId="{6E3010D2-AA69-4477-8BCE-5D26D4B90997}" destId="{09B24F0B-197A-47C9-8FE5-A3C1ABB687C0}" srcOrd="0" destOrd="0" presId="urn:microsoft.com/office/officeart/2005/8/layout/lProcess2"/>
    <dgm:cxn modelId="{23DE0553-3E92-4185-A602-AA46E013545B}" type="presParOf" srcId="{09B24F0B-197A-47C9-8FE5-A3C1ABB687C0}" destId="{E7740E6F-608A-462E-931E-DCF53EA0486A}" srcOrd="0" destOrd="0" presId="urn:microsoft.com/office/officeart/2005/8/layout/lProcess2"/>
    <dgm:cxn modelId="{C223A3B4-C95B-4984-A457-C5659F955CAF}" type="presParOf" srcId="{09B24F0B-197A-47C9-8FE5-A3C1ABB687C0}" destId="{57CED5E9-17B5-489C-AA5A-A9EDA8AA46FE}" srcOrd="1" destOrd="0" presId="urn:microsoft.com/office/officeart/2005/8/layout/lProcess2"/>
    <dgm:cxn modelId="{29AFB78E-057D-426B-84A7-59072907B8D5}" type="presParOf" srcId="{09B24F0B-197A-47C9-8FE5-A3C1ABB687C0}" destId="{1B33FA31-4F3A-4EFC-85CC-0C5BF1D46CE2}" srcOrd="2" destOrd="0" presId="urn:microsoft.com/office/officeart/2005/8/layout/lProcess2"/>
    <dgm:cxn modelId="{613F4C05-C867-4C57-8CA3-9F5F210B76C9}" type="presParOf" srcId="{FFF8AF97-CDB8-4AA0-A662-30FFB4812EDA}" destId="{EE453533-C385-48F9-905A-546F6062A940}" srcOrd="1" destOrd="0" presId="urn:microsoft.com/office/officeart/2005/8/layout/lProcess2"/>
    <dgm:cxn modelId="{C03D0340-5233-479B-A791-1DE61928F69A}" type="presParOf" srcId="{FFF8AF97-CDB8-4AA0-A662-30FFB4812EDA}" destId="{7FFD8138-29C8-4F41-B1D0-165DB7054754}" srcOrd="2" destOrd="0" presId="urn:microsoft.com/office/officeart/2005/8/layout/lProcess2"/>
    <dgm:cxn modelId="{1B39719C-49D4-45D7-B053-EBC7CE1A6C62}" type="presParOf" srcId="{7FFD8138-29C8-4F41-B1D0-165DB7054754}" destId="{71C13E46-3C55-4385-B1B1-DD5AD628B928}" srcOrd="0" destOrd="0" presId="urn:microsoft.com/office/officeart/2005/8/layout/lProcess2"/>
    <dgm:cxn modelId="{6E50B0CC-0655-4078-826D-5E9E58A69F14}" type="presParOf" srcId="{7FFD8138-29C8-4F41-B1D0-165DB7054754}" destId="{9CCB45A6-CAFB-40F0-93F5-8D887ABB3F56}" srcOrd="1" destOrd="0" presId="urn:microsoft.com/office/officeart/2005/8/layout/lProcess2"/>
    <dgm:cxn modelId="{A2840BE9-C054-44C3-9638-9B097BC0AE5D}" type="presParOf" srcId="{7FFD8138-29C8-4F41-B1D0-165DB7054754}" destId="{91E5E71B-D2D2-425C-9429-8DA668729849}" srcOrd="2" destOrd="0" presId="urn:microsoft.com/office/officeart/2005/8/layout/lProcess2"/>
    <dgm:cxn modelId="{A4BC84DF-0B08-4BCF-B95A-0F7ABB9BD2B3}" type="presParOf" srcId="{91E5E71B-D2D2-425C-9429-8DA668729849}" destId="{77CB57A5-2957-49A2-A18D-43B3C5DFD303}" srcOrd="0" destOrd="0" presId="urn:microsoft.com/office/officeart/2005/8/layout/lProcess2"/>
    <dgm:cxn modelId="{31FA9B49-AD87-48F1-849B-F0F52DFA1D98}" type="presParOf" srcId="{77CB57A5-2957-49A2-A18D-43B3C5DFD303}" destId="{CD33B209-7E79-484E-9071-8082E33E6295}" srcOrd="0" destOrd="0" presId="urn:microsoft.com/office/officeart/2005/8/layout/lProcess2"/>
    <dgm:cxn modelId="{9D43620F-BC67-4CFF-9958-D4F857A816F3}" type="presParOf" srcId="{77CB57A5-2957-49A2-A18D-43B3C5DFD303}" destId="{CB778D14-F136-4AC3-BFE4-7841DBFAD4DB}" srcOrd="1" destOrd="0" presId="urn:microsoft.com/office/officeart/2005/8/layout/lProcess2"/>
    <dgm:cxn modelId="{C48A6DDC-06AF-4BBD-A730-B17DA5CEBDF0}" type="presParOf" srcId="{77CB57A5-2957-49A2-A18D-43B3C5DFD303}" destId="{E7483CE2-427B-4184-A7C6-762153FA0900}" srcOrd="2" destOrd="0" presId="urn:microsoft.com/office/officeart/2005/8/layout/lProcess2"/>
    <dgm:cxn modelId="{201D40F7-C355-46F1-8783-297987E55F49}" type="presParOf" srcId="{77CB57A5-2957-49A2-A18D-43B3C5DFD303}" destId="{0FB60FE8-1EC5-4EC7-8622-770DCA5A5D55}" srcOrd="3" destOrd="0" presId="urn:microsoft.com/office/officeart/2005/8/layout/lProcess2"/>
    <dgm:cxn modelId="{C0490510-DC48-4909-9BF4-8412EFE87C7B}" type="presParOf" srcId="{77CB57A5-2957-49A2-A18D-43B3C5DFD303}" destId="{B143D89E-0661-436A-BABA-388998B9E106}" srcOrd="4" destOrd="0" presId="urn:microsoft.com/office/officeart/2005/8/layout/lProcess2"/>
    <dgm:cxn modelId="{62D1DF4C-C5F0-4833-9B99-274B90291543}" type="presParOf" srcId="{FFF8AF97-CDB8-4AA0-A662-30FFB4812EDA}" destId="{13326066-88BD-4D82-B51C-E62254B73200}" srcOrd="3" destOrd="0" presId="urn:microsoft.com/office/officeart/2005/8/layout/lProcess2"/>
    <dgm:cxn modelId="{9C4DD6CF-54D4-4F45-A5BD-E71E9A004C2E}" type="presParOf" srcId="{FFF8AF97-CDB8-4AA0-A662-30FFB4812EDA}" destId="{2B7D2524-A885-41D1-BA15-6F08495682CF}" srcOrd="4" destOrd="0" presId="urn:microsoft.com/office/officeart/2005/8/layout/lProcess2"/>
    <dgm:cxn modelId="{C3271F7D-B992-4898-9780-53B49C250456}" type="presParOf" srcId="{2B7D2524-A885-41D1-BA15-6F08495682CF}" destId="{DA0E6EB2-0F7B-4040-81D6-EC5F454BF7EC}" srcOrd="0" destOrd="0" presId="urn:microsoft.com/office/officeart/2005/8/layout/lProcess2"/>
    <dgm:cxn modelId="{AAA366C1-E536-4777-8481-EE458C3F430D}" type="presParOf" srcId="{2B7D2524-A885-41D1-BA15-6F08495682CF}" destId="{EC56D2E8-A062-4AE6-A91E-B44DD6FC95C3}" srcOrd="1" destOrd="0" presId="urn:microsoft.com/office/officeart/2005/8/layout/lProcess2"/>
    <dgm:cxn modelId="{4CBB55BD-7476-4FDD-AEFB-FA261018DC45}" type="presParOf" srcId="{2B7D2524-A885-41D1-BA15-6F08495682CF}" destId="{A8AD60FA-BCE7-4B38-84A4-6E92A706EC6E}" srcOrd="2" destOrd="0" presId="urn:microsoft.com/office/officeart/2005/8/layout/lProcess2"/>
    <dgm:cxn modelId="{0A2D843C-7505-4FD9-BC54-B7E45C98EF1D}" type="presParOf" srcId="{A8AD60FA-BCE7-4B38-84A4-6E92A706EC6E}" destId="{AAD8369B-E33F-474F-B728-C33691548174}" srcOrd="0" destOrd="0" presId="urn:microsoft.com/office/officeart/2005/8/layout/lProcess2"/>
    <dgm:cxn modelId="{3231F590-7B8F-4C2A-9897-DD2FFAA2D088}" type="presParOf" srcId="{AAD8369B-E33F-474F-B728-C33691548174}" destId="{088D3382-29E1-4E57-A56A-B4532F23D5BC}" srcOrd="0" destOrd="0" presId="urn:microsoft.com/office/officeart/2005/8/layout/lProcess2"/>
    <dgm:cxn modelId="{5A0DD55E-9C7D-4C89-A65F-5B490CDBAFE3}" type="presParOf" srcId="{AAD8369B-E33F-474F-B728-C33691548174}" destId="{FA8F4D32-B202-490B-B44E-CC2F693084A8}" srcOrd="1" destOrd="0" presId="urn:microsoft.com/office/officeart/2005/8/layout/lProcess2"/>
    <dgm:cxn modelId="{E0D0E324-3694-459C-9BD3-20AD9D28AA22}" type="presParOf" srcId="{AAD8369B-E33F-474F-B728-C33691548174}" destId="{B555C071-6F4C-4A20-8344-E811B20ECC9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" loCatId="process" qsTypeId="urn:microsoft.com/office/officeart/2005/8/quickstyle/simple3" qsCatId="simple" csTypeId="urn:microsoft.com/office/officeart/2005/8/colors/accent6_2" csCatId="accent6" phldr="1"/>
      <dgm:spPr/>
      <dgm:t>
        <a:bodyPr/>
        <a:lstStyle/>
        <a:p>
          <a:endParaRPr lang="es-ES"/>
        </a:p>
      </dgm:t>
    </dgm:pt>
    <dgm:pt modelId="{70378F17-BFA4-4AA2-91CB-FE7DFE6B7A95}">
      <dgm:prSet phldrT="[Texto]" phldr="0"/>
      <dgm:spPr/>
      <dgm:t>
        <a:bodyPr/>
        <a:lstStyle/>
        <a:p>
          <a:r>
            <a:rPr lang="es-EC" b="1" dirty="0">
              <a:latin typeface="Arial"/>
              <a:cs typeface="Arial"/>
            </a:rPr>
            <a:t>DLP</a:t>
          </a:r>
          <a:endParaRPr lang="es-EC" b="1" dirty="0">
            <a:cs typeface="Arial"/>
          </a:endParaRPr>
        </a:p>
      </dgm:t>
    </dgm:pt>
    <dgm:pt modelId="{C3966D0E-ACBF-46F3-BECF-078A3E1084D7}" type="parTrans" cxnId="{F81DFEC0-22EC-4812-AA3A-4D6D42306E50}">
      <dgm:prSet/>
      <dgm:spPr/>
      <dgm:t>
        <a:bodyPr/>
        <a:lstStyle/>
        <a:p>
          <a:endParaRPr lang="es-ES"/>
        </a:p>
      </dgm:t>
    </dgm:pt>
    <dgm:pt modelId="{E18291E9-0160-4BD1-B202-44A6F5B16BB5}" type="sibTrans" cxnId="{F81DFEC0-22EC-4812-AA3A-4D6D42306E50}">
      <dgm:prSet/>
      <dgm:spPr/>
      <dgm:t>
        <a:bodyPr/>
        <a:lstStyle/>
        <a:p>
          <a:endParaRPr lang="es-ES"/>
        </a:p>
      </dgm:t>
    </dgm:pt>
    <dgm:pt modelId="{69AD657D-DD35-4C5F-890C-4459F784FA6E}">
      <dgm:prSet phldrT="[Texto]"/>
      <dgm:spPr/>
      <dgm:t>
        <a:bodyPr/>
        <a:lstStyle/>
        <a:p>
          <a:pPr rtl="0"/>
          <a:r>
            <a:rPr lang="es-ES" dirty="0">
              <a:latin typeface="Arial"/>
              <a:cs typeface="Arial"/>
            </a:rPr>
            <a:t>Garantiza que los usuarios no envíen información sensible o delicada fuera de la red corporativa. Es un conjunto de procedimientos y políticas que monitorea y protege datos confidenciales de una corporación en sí. </a:t>
          </a:r>
          <a:endParaRPr lang="es-ES" dirty="0">
            <a:cs typeface="Arial"/>
          </a:endParaRPr>
        </a:p>
      </dgm:t>
    </dgm:pt>
    <dgm:pt modelId="{B8B20F21-817C-40C2-A385-44AFBC7828E3}" type="parTrans" cxnId="{CC46C340-6E5C-48FD-BA52-34B4EABFC045}">
      <dgm:prSet/>
      <dgm:spPr/>
      <dgm:t>
        <a:bodyPr/>
        <a:lstStyle/>
        <a:p>
          <a:endParaRPr lang="es-ES"/>
        </a:p>
      </dgm:t>
    </dgm:pt>
    <dgm:pt modelId="{2EF7016D-78FD-4660-B782-AF6B11224173}" type="sibTrans" cxnId="{CC46C340-6E5C-48FD-BA52-34B4EABFC045}">
      <dgm:prSet/>
      <dgm:spPr/>
      <dgm:t>
        <a:bodyPr/>
        <a:lstStyle/>
        <a:p>
          <a:endParaRPr lang="es-ES"/>
        </a:p>
      </dgm:t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537EFF73-660F-4576-BE9F-9CBFF99A026F}" type="pres">
      <dgm:prSet presAssocID="{70378F17-BFA4-4AA2-91CB-FE7DFE6B7A95}" presName="composite" presStyleCnt="0"/>
      <dgm:spPr/>
    </dgm:pt>
    <dgm:pt modelId="{CBDC6576-E07A-456E-AA1A-BC80AEB1C472}" type="pres">
      <dgm:prSet presAssocID="{70378F17-BFA4-4AA2-91CB-FE7DFE6B7A95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36DAE28C-D040-4D10-8B58-AD362B328C2A}" type="pres">
      <dgm:prSet presAssocID="{70378F17-BFA4-4AA2-91CB-FE7DFE6B7A95}" presName="parSh" presStyleLbl="node1" presStyleIdx="0" presStyleCnt="1"/>
      <dgm:spPr/>
    </dgm:pt>
    <dgm:pt modelId="{D95F0515-B6EB-4884-9C58-E27D272A34C0}" type="pres">
      <dgm:prSet presAssocID="{70378F17-BFA4-4AA2-91CB-FE7DFE6B7A95}" presName="desTx" presStyleLbl="fgAcc1" presStyleIdx="0" presStyleCnt="1">
        <dgm:presLayoutVars>
          <dgm:bulletEnabled val="1"/>
        </dgm:presLayoutVars>
      </dgm:prSet>
      <dgm:spPr/>
    </dgm:pt>
  </dgm:ptLst>
  <dgm:cxnLst>
    <dgm:cxn modelId="{6C2EA415-CC55-40C4-9308-58AFC54A5B36}" type="presOf" srcId="{17377101-814E-4BB6-BEB4-A6CFA83DA9D8}" destId="{F82FB510-7AF3-4EFC-8DD3-AB31E9B359E9}" srcOrd="0" destOrd="0" presId="urn:microsoft.com/office/officeart/2005/8/layout/process3"/>
    <dgm:cxn modelId="{CC46C340-6E5C-48FD-BA52-34B4EABFC045}" srcId="{70378F17-BFA4-4AA2-91CB-FE7DFE6B7A95}" destId="{69AD657D-DD35-4C5F-890C-4459F784FA6E}" srcOrd="0" destOrd="0" parTransId="{B8B20F21-817C-40C2-A385-44AFBC7828E3}" sibTransId="{2EF7016D-78FD-4660-B782-AF6B11224173}"/>
    <dgm:cxn modelId="{349A6D5A-B1F3-4179-BA5D-7284B57DCF9C}" type="presOf" srcId="{69AD657D-DD35-4C5F-890C-4459F784FA6E}" destId="{D95F0515-B6EB-4884-9C58-E27D272A34C0}" srcOrd="0" destOrd="0" presId="urn:microsoft.com/office/officeart/2005/8/layout/process3"/>
    <dgm:cxn modelId="{128864BA-3903-48C0-B91E-B66236FECE36}" type="presOf" srcId="{70378F17-BFA4-4AA2-91CB-FE7DFE6B7A95}" destId="{CBDC6576-E07A-456E-AA1A-BC80AEB1C472}" srcOrd="0" destOrd="0" presId="urn:microsoft.com/office/officeart/2005/8/layout/process3"/>
    <dgm:cxn modelId="{D105F1BD-29AA-4259-99CC-48356130964F}" type="presOf" srcId="{70378F17-BFA4-4AA2-91CB-FE7DFE6B7A95}" destId="{36DAE28C-D040-4D10-8B58-AD362B328C2A}" srcOrd="1" destOrd="0" presId="urn:microsoft.com/office/officeart/2005/8/layout/process3"/>
    <dgm:cxn modelId="{F81DFEC0-22EC-4812-AA3A-4D6D42306E50}" srcId="{17377101-814E-4BB6-BEB4-A6CFA83DA9D8}" destId="{70378F17-BFA4-4AA2-91CB-FE7DFE6B7A95}" srcOrd="0" destOrd="0" parTransId="{C3966D0E-ACBF-46F3-BECF-078A3E1084D7}" sibTransId="{E18291E9-0160-4BD1-B202-44A6F5B16BB5}"/>
    <dgm:cxn modelId="{A5D4499C-319A-43B4-BAA3-6A96A34D7C4E}" type="presParOf" srcId="{F82FB510-7AF3-4EFC-8DD3-AB31E9B359E9}" destId="{537EFF73-660F-4576-BE9F-9CBFF99A026F}" srcOrd="0" destOrd="0" presId="urn:microsoft.com/office/officeart/2005/8/layout/process3"/>
    <dgm:cxn modelId="{9CF29A3D-96D0-4A27-86AD-22C94C61582F}" type="presParOf" srcId="{537EFF73-660F-4576-BE9F-9CBFF99A026F}" destId="{CBDC6576-E07A-456E-AA1A-BC80AEB1C472}" srcOrd="0" destOrd="0" presId="urn:microsoft.com/office/officeart/2005/8/layout/process3"/>
    <dgm:cxn modelId="{FF27AEE5-B1AA-4AE5-9DE5-26084CCDE791}" type="presParOf" srcId="{537EFF73-660F-4576-BE9F-9CBFF99A026F}" destId="{36DAE28C-D040-4D10-8B58-AD362B328C2A}" srcOrd="1" destOrd="0" presId="urn:microsoft.com/office/officeart/2005/8/layout/process3"/>
    <dgm:cxn modelId="{D4E8EA55-DF0E-4975-AF37-59113502854D}" type="presParOf" srcId="{537EFF73-660F-4576-BE9F-9CBFF99A026F}" destId="{D95F0515-B6EB-4884-9C58-E27D272A34C0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5A3C983-8B3A-4FDE-91E9-84B46DE8EBD1}" type="doc">
      <dgm:prSet loTypeId="urn:microsoft.com/office/officeart/2005/8/layout/hList6" loCatId="list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es-EC"/>
        </a:p>
      </dgm:t>
    </dgm:pt>
    <dgm:pt modelId="{A99FAB7D-1BA2-4928-8F18-4175D894A95C}">
      <dgm:prSet phldr="0" custT="1"/>
      <dgm:spPr/>
      <dgm:t>
        <a:bodyPr/>
        <a:lstStyle/>
        <a:p>
          <a:pPr rtl="0">
            <a:buNone/>
          </a:pPr>
          <a:r>
            <a:rPr lang="es-ES" sz="2000" b="1" dirty="0">
              <a:latin typeface="Arial"/>
              <a:cs typeface="Arial"/>
            </a:rPr>
            <a:t>Endpoint DLP</a:t>
          </a:r>
        </a:p>
      </dgm:t>
    </dgm:pt>
    <dgm:pt modelId="{999CBD78-4F1C-4D03-B71D-205184D54FCC}" type="parTrans" cxnId="{10BC45C7-5D57-4741-89C7-59EF914F3D01}">
      <dgm:prSet/>
      <dgm:spPr/>
    </dgm:pt>
    <dgm:pt modelId="{794595EC-FC78-43FE-A7FB-3EC1D3C10C26}" type="sibTrans" cxnId="{10BC45C7-5D57-4741-89C7-59EF914F3D01}">
      <dgm:prSet/>
      <dgm:spPr/>
    </dgm:pt>
    <dgm:pt modelId="{B7F78107-C89B-48EF-A1DC-05C10E41C66D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2000" b="1" dirty="0">
              <a:latin typeface="Arial"/>
              <a:cs typeface="Arial"/>
            </a:rPr>
            <a:t>Cloud DLP</a:t>
          </a:r>
          <a:endParaRPr lang="en-US" sz="2000" b="1" dirty="0">
            <a:cs typeface="Arial"/>
          </a:endParaRPr>
        </a:p>
      </dgm:t>
    </dgm:pt>
    <dgm:pt modelId="{EAFF2558-A33B-4CD8-B829-2AFBD58E345B}" type="parTrans" cxnId="{1F5E6B42-88AF-46EE-BBD6-7D3ACBA71CB0}">
      <dgm:prSet/>
      <dgm:spPr/>
    </dgm:pt>
    <dgm:pt modelId="{FF8F883E-AEE1-4C44-AB5F-B75785759802}" type="sibTrans" cxnId="{1F5E6B42-88AF-46EE-BBD6-7D3ACBA71CB0}">
      <dgm:prSet/>
      <dgm:spPr/>
    </dgm:pt>
    <dgm:pt modelId="{8C8E8C46-F67B-487E-ACE5-920B09A970E3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 sz="2000" b="1" dirty="0">
              <a:latin typeface="Arial"/>
              <a:cs typeface="Arial"/>
            </a:rPr>
            <a:t> Network DLP</a:t>
          </a:r>
          <a:endParaRPr lang="es-ES" sz="2000" b="1" dirty="0">
            <a:cs typeface="Arial"/>
          </a:endParaRPr>
        </a:p>
      </dgm:t>
    </dgm:pt>
    <dgm:pt modelId="{495BB1CC-2E26-46C7-AAD6-7E7AF4794189}" type="parTrans" cxnId="{308F5537-881B-4C3E-8150-A4C824219848}">
      <dgm:prSet/>
      <dgm:spPr/>
    </dgm:pt>
    <dgm:pt modelId="{5B93511E-523A-4029-9666-144B65B53B29}" type="sibTrans" cxnId="{308F5537-881B-4C3E-8150-A4C824219848}">
      <dgm:prSet/>
      <dgm:spPr/>
    </dgm:pt>
    <dgm:pt modelId="{3A2B1482-6368-482B-97CA-A238230990EF}">
      <dgm:prSet phldr="0" custT="1"/>
      <dgm:spPr/>
      <dgm:t>
        <a:bodyPr/>
        <a:lstStyle/>
        <a:p>
          <a:pPr rtl="0"/>
          <a:r>
            <a:rPr lang="es-ES" sz="2000" b="0" dirty="0">
              <a:latin typeface="Arial"/>
              <a:cs typeface="Arial"/>
            </a:rPr>
            <a:t>Supervisa actividad en dispositivos que acceden a la red instalando esta solución en dichos equipos, impidiendo a los usuarios a realizar acciones indebidas.</a:t>
          </a:r>
        </a:p>
      </dgm:t>
    </dgm:pt>
    <dgm:pt modelId="{13E0D64E-7C1A-4B93-B37A-4214DE24E751}" type="parTrans" cxnId="{1C931601-657F-4002-88DF-3D92E1B0C5FA}">
      <dgm:prSet/>
      <dgm:spPr/>
    </dgm:pt>
    <dgm:pt modelId="{34D43773-DD26-46AE-AD9E-29DBA8A45745}" type="sibTrans" cxnId="{1C931601-657F-4002-88DF-3D92E1B0C5FA}">
      <dgm:prSet/>
      <dgm:spPr/>
    </dgm:pt>
    <dgm:pt modelId="{702E3245-BCDA-4CC0-A158-2D74AC3B1161}">
      <dgm:prSet phldr="0"/>
      <dgm:spPr/>
      <dgm:t>
        <a:bodyPr/>
        <a:lstStyle/>
        <a:p>
          <a:pPr rtl="0"/>
          <a:r>
            <a:rPr lang="es-ES" sz="2000" b="0" dirty="0">
              <a:latin typeface="Arial"/>
              <a:cs typeface="Arial"/>
            </a:rPr>
            <a:t>Monitorea el tráfico de red saliente. Detecta datos sensibles que se intentan enviar por correo, web, etc.</a:t>
          </a:r>
          <a:endParaRPr lang="es-ES" sz="2000" b="1" dirty="0">
            <a:latin typeface="Arial"/>
            <a:cs typeface="Arial"/>
          </a:endParaRPr>
        </a:p>
      </dgm:t>
    </dgm:pt>
    <dgm:pt modelId="{10E177DD-6012-49BF-A2E3-423B0C6500DB}" type="parTrans" cxnId="{A8D4EDA5-9E8F-4EA1-81A3-44AB437EC51F}">
      <dgm:prSet/>
      <dgm:spPr/>
    </dgm:pt>
    <dgm:pt modelId="{485E68F0-14A1-4CAB-B207-D0BA10542CAD}" type="sibTrans" cxnId="{A8D4EDA5-9E8F-4EA1-81A3-44AB437EC51F}">
      <dgm:prSet/>
      <dgm:spPr/>
    </dgm:pt>
    <dgm:pt modelId="{62705D22-1F25-4868-8FE9-D6041AA8A045}">
      <dgm:prSet phldr="0"/>
      <dgm:spPr/>
      <dgm:t>
        <a:bodyPr/>
        <a:lstStyle/>
        <a:p>
          <a:pPr rtl="0"/>
          <a:r>
            <a:rPr lang="es-ES" sz="2000" dirty="0">
              <a:latin typeface="Arial"/>
              <a:cs typeface="Arial"/>
            </a:rPr>
            <a:t>Se centra en los datos </a:t>
          </a:r>
          <a:r>
            <a:rPr lang="es-ES" sz="2000" b="0" dirty="0">
              <a:latin typeface="Arial"/>
              <a:cs typeface="Arial"/>
            </a:rPr>
            <a:t>almacenados y accedidos a través de servicios en la nube, controlando quiénes pueden compartir archivos o acceder a ellos.</a:t>
          </a:r>
        </a:p>
      </dgm:t>
    </dgm:pt>
    <dgm:pt modelId="{4A4FE6FF-120D-4848-BBD9-9EED5142E99D}" type="parTrans" cxnId="{00920FCB-4DE1-4005-BA37-0B28C1A69048}">
      <dgm:prSet/>
      <dgm:spPr/>
    </dgm:pt>
    <dgm:pt modelId="{E20400FB-AC80-4FA7-8ADD-07A78E4E2FAD}" type="sibTrans" cxnId="{00920FCB-4DE1-4005-BA37-0B28C1A69048}">
      <dgm:prSet/>
      <dgm:spPr/>
    </dgm:pt>
    <dgm:pt modelId="{76498472-38FA-49BD-9F9F-15717DD52E48}">
      <dgm:prSet phldr="0"/>
      <dgm:spPr/>
      <dgm:t>
        <a:bodyPr/>
        <a:lstStyle/>
        <a:p>
          <a:endParaRPr lang="es-ES" sz="2000" b="1" dirty="0"/>
        </a:p>
      </dgm:t>
    </dgm:pt>
    <dgm:pt modelId="{8598DAC3-0A49-4987-99E1-996171286075}" type="parTrans" cxnId="{F7B590CF-A550-4349-BD9B-7B339AE355AE}">
      <dgm:prSet/>
      <dgm:spPr/>
    </dgm:pt>
    <dgm:pt modelId="{4874FDC8-08DF-4390-88C1-D0A9A5A4095C}" type="sibTrans" cxnId="{F7B590CF-A550-4349-BD9B-7B339AE355AE}">
      <dgm:prSet/>
      <dgm:spPr/>
    </dgm:pt>
    <dgm:pt modelId="{305B9094-2BD9-44DE-9555-60CC3680E330}" type="pres">
      <dgm:prSet presAssocID="{D5A3C983-8B3A-4FDE-91E9-84B46DE8EBD1}" presName="Name0" presStyleCnt="0">
        <dgm:presLayoutVars>
          <dgm:dir/>
          <dgm:resizeHandles val="exact"/>
        </dgm:presLayoutVars>
      </dgm:prSet>
      <dgm:spPr/>
    </dgm:pt>
    <dgm:pt modelId="{5474DD16-27B1-46B7-A9B6-6DE0C3AD1EB4}" type="pres">
      <dgm:prSet presAssocID="{A99FAB7D-1BA2-4928-8F18-4175D894A95C}" presName="node" presStyleLbl="node1" presStyleIdx="0" presStyleCnt="3">
        <dgm:presLayoutVars>
          <dgm:bulletEnabled val="1"/>
        </dgm:presLayoutVars>
      </dgm:prSet>
      <dgm:spPr/>
    </dgm:pt>
    <dgm:pt modelId="{270AEA80-E6DE-4255-A3D9-979DFC9E829C}" type="pres">
      <dgm:prSet presAssocID="{794595EC-FC78-43FE-A7FB-3EC1D3C10C26}" presName="sibTrans" presStyleCnt="0"/>
      <dgm:spPr/>
    </dgm:pt>
    <dgm:pt modelId="{19DB5B80-20D8-449C-AEAD-5805CFB58DB3}" type="pres">
      <dgm:prSet presAssocID="{8C8E8C46-F67B-487E-ACE5-920B09A970E3}" presName="node" presStyleLbl="node1" presStyleIdx="1" presStyleCnt="3">
        <dgm:presLayoutVars>
          <dgm:bulletEnabled val="1"/>
        </dgm:presLayoutVars>
      </dgm:prSet>
      <dgm:spPr/>
    </dgm:pt>
    <dgm:pt modelId="{E84CC9E7-000A-4A7F-97EA-75A011653CB9}" type="pres">
      <dgm:prSet presAssocID="{5B93511E-523A-4029-9666-144B65B53B29}" presName="sibTrans" presStyleCnt="0"/>
      <dgm:spPr/>
    </dgm:pt>
    <dgm:pt modelId="{5A94FDB7-E427-4DFA-8D89-1C0D87DC9075}" type="pres">
      <dgm:prSet presAssocID="{B7F78107-C89B-48EF-A1DC-05C10E41C66D}" presName="node" presStyleLbl="node1" presStyleIdx="2" presStyleCnt="3">
        <dgm:presLayoutVars>
          <dgm:bulletEnabled val="1"/>
        </dgm:presLayoutVars>
      </dgm:prSet>
      <dgm:spPr/>
    </dgm:pt>
  </dgm:ptLst>
  <dgm:cxnLst>
    <dgm:cxn modelId="{1C931601-657F-4002-88DF-3D92E1B0C5FA}" srcId="{A99FAB7D-1BA2-4928-8F18-4175D894A95C}" destId="{3A2B1482-6368-482B-97CA-A238230990EF}" srcOrd="0" destOrd="0" parTransId="{13E0D64E-7C1A-4B93-B37A-4214DE24E751}" sibTransId="{34D43773-DD26-46AE-AD9E-29DBA8A45745}"/>
    <dgm:cxn modelId="{EE665E1E-A66D-4368-BF20-FA90D05CE7E0}" type="presOf" srcId="{B7F78107-C89B-48EF-A1DC-05C10E41C66D}" destId="{5A94FDB7-E427-4DFA-8D89-1C0D87DC9075}" srcOrd="0" destOrd="0" presId="urn:microsoft.com/office/officeart/2005/8/layout/hList6"/>
    <dgm:cxn modelId="{20F04325-3CB6-44F8-9905-77EAFB664D70}" type="presOf" srcId="{A99FAB7D-1BA2-4928-8F18-4175D894A95C}" destId="{5474DD16-27B1-46B7-A9B6-6DE0C3AD1EB4}" srcOrd="0" destOrd="0" presId="urn:microsoft.com/office/officeart/2005/8/layout/hList6"/>
    <dgm:cxn modelId="{308F5537-881B-4C3E-8150-A4C824219848}" srcId="{D5A3C983-8B3A-4FDE-91E9-84B46DE8EBD1}" destId="{8C8E8C46-F67B-487E-ACE5-920B09A970E3}" srcOrd="1" destOrd="0" parTransId="{495BB1CC-2E26-46C7-AAD6-7E7AF4794189}" sibTransId="{5B93511E-523A-4029-9666-144B65B53B29}"/>
    <dgm:cxn modelId="{5A189D3F-AAD6-4F78-AA75-CE49927B6D61}" type="presOf" srcId="{62705D22-1F25-4868-8FE9-D6041AA8A045}" destId="{5A94FDB7-E427-4DFA-8D89-1C0D87DC9075}" srcOrd="0" destOrd="1" presId="urn:microsoft.com/office/officeart/2005/8/layout/hList6"/>
    <dgm:cxn modelId="{1F5E6B42-88AF-46EE-BBD6-7D3ACBA71CB0}" srcId="{D5A3C983-8B3A-4FDE-91E9-84B46DE8EBD1}" destId="{B7F78107-C89B-48EF-A1DC-05C10E41C66D}" srcOrd="2" destOrd="0" parTransId="{EAFF2558-A33B-4CD8-B829-2AFBD58E345B}" sibTransId="{FF8F883E-AEE1-4C44-AB5F-B75785759802}"/>
    <dgm:cxn modelId="{9B506A96-BC4A-4C15-86D3-474C99E1B865}" type="presOf" srcId="{76498472-38FA-49BD-9F9F-15717DD52E48}" destId="{5A94FDB7-E427-4DFA-8D89-1C0D87DC9075}" srcOrd="0" destOrd="2" presId="urn:microsoft.com/office/officeart/2005/8/layout/hList6"/>
    <dgm:cxn modelId="{A8D4EDA5-9E8F-4EA1-81A3-44AB437EC51F}" srcId="{8C8E8C46-F67B-487E-ACE5-920B09A970E3}" destId="{702E3245-BCDA-4CC0-A158-2D74AC3B1161}" srcOrd="0" destOrd="0" parTransId="{10E177DD-6012-49BF-A2E3-423B0C6500DB}" sibTransId="{485E68F0-14A1-4CAB-B207-D0BA10542CAD}"/>
    <dgm:cxn modelId="{5417FBB4-444C-4A93-8816-1F9FB724344F}" type="presOf" srcId="{8C8E8C46-F67B-487E-ACE5-920B09A970E3}" destId="{19DB5B80-20D8-449C-AEAD-5805CFB58DB3}" srcOrd="0" destOrd="0" presId="urn:microsoft.com/office/officeart/2005/8/layout/hList6"/>
    <dgm:cxn modelId="{6594A2B9-975D-4348-A82D-5AFC2CD077DB}" type="presOf" srcId="{D5A3C983-8B3A-4FDE-91E9-84B46DE8EBD1}" destId="{305B9094-2BD9-44DE-9555-60CC3680E330}" srcOrd="0" destOrd="0" presId="urn:microsoft.com/office/officeart/2005/8/layout/hList6"/>
    <dgm:cxn modelId="{10BC45C7-5D57-4741-89C7-59EF914F3D01}" srcId="{D5A3C983-8B3A-4FDE-91E9-84B46DE8EBD1}" destId="{A99FAB7D-1BA2-4928-8F18-4175D894A95C}" srcOrd="0" destOrd="0" parTransId="{999CBD78-4F1C-4D03-B71D-205184D54FCC}" sibTransId="{794595EC-FC78-43FE-A7FB-3EC1D3C10C26}"/>
    <dgm:cxn modelId="{00920FCB-4DE1-4005-BA37-0B28C1A69048}" srcId="{B7F78107-C89B-48EF-A1DC-05C10E41C66D}" destId="{62705D22-1F25-4868-8FE9-D6041AA8A045}" srcOrd="0" destOrd="0" parTransId="{4A4FE6FF-120D-4848-BBD9-9EED5142E99D}" sibTransId="{E20400FB-AC80-4FA7-8ADD-07A78E4E2FAD}"/>
    <dgm:cxn modelId="{F7B590CF-A550-4349-BD9B-7B339AE355AE}" srcId="{B7F78107-C89B-48EF-A1DC-05C10E41C66D}" destId="{76498472-38FA-49BD-9F9F-15717DD52E48}" srcOrd="1" destOrd="0" parTransId="{8598DAC3-0A49-4987-99E1-996171286075}" sibTransId="{4874FDC8-08DF-4390-88C1-D0A9A5A4095C}"/>
    <dgm:cxn modelId="{4EC303E1-5A79-4534-9BE4-24606A252CBA}" type="presOf" srcId="{702E3245-BCDA-4CC0-A158-2D74AC3B1161}" destId="{19DB5B80-20D8-449C-AEAD-5805CFB58DB3}" srcOrd="0" destOrd="1" presId="urn:microsoft.com/office/officeart/2005/8/layout/hList6"/>
    <dgm:cxn modelId="{7B2175EB-8D11-48E3-9291-78C907AB4D0C}" type="presOf" srcId="{3A2B1482-6368-482B-97CA-A238230990EF}" destId="{5474DD16-27B1-46B7-A9B6-6DE0C3AD1EB4}" srcOrd="0" destOrd="1" presId="urn:microsoft.com/office/officeart/2005/8/layout/hList6"/>
    <dgm:cxn modelId="{0BCD0654-A378-4C58-9DD6-DAE4C242964D}" type="presParOf" srcId="{305B9094-2BD9-44DE-9555-60CC3680E330}" destId="{5474DD16-27B1-46B7-A9B6-6DE0C3AD1EB4}" srcOrd="0" destOrd="0" presId="urn:microsoft.com/office/officeart/2005/8/layout/hList6"/>
    <dgm:cxn modelId="{0611AD69-5BDC-4D5A-AAAC-6DF73EA65019}" type="presParOf" srcId="{305B9094-2BD9-44DE-9555-60CC3680E330}" destId="{270AEA80-E6DE-4255-A3D9-979DFC9E829C}" srcOrd="1" destOrd="0" presId="urn:microsoft.com/office/officeart/2005/8/layout/hList6"/>
    <dgm:cxn modelId="{D3494CBB-B169-41D1-83C0-574392239A35}" type="presParOf" srcId="{305B9094-2BD9-44DE-9555-60CC3680E330}" destId="{19DB5B80-20D8-449C-AEAD-5805CFB58DB3}" srcOrd="2" destOrd="0" presId="urn:microsoft.com/office/officeart/2005/8/layout/hList6"/>
    <dgm:cxn modelId="{2CA955CC-6AC7-4003-8002-A1D43EBAFCCB}" type="presParOf" srcId="{305B9094-2BD9-44DE-9555-60CC3680E330}" destId="{E84CC9E7-000A-4A7F-97EA-75A011653CB9}" srcOrd="3" destOrd="0" presId="urn:microsoft.com/office/officeart/2005/8/layout/hList6"/>
    <dgm:cxn modelId="{E14A80A8-AB71-4124-B799-8A4581AFBE58}" type="presParOf" srcId="{305B9094-2BD9-44DE-9555-60CC3680E330}" destId="{5A94FDB7-E427-4DFA-8D89-1C0D87DC9075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5A3C983-8B3A-4FDE-91E9-84B46DE8EBD1}" type="doc">
      <dgm:prSet loTypeId="urn:microsoft.com/office/officeart/2005/8/layout/chevron2" loCatId="process" qsTypeId="urn:microsoft.com/office/officeart/2005/8/quickstyle/simple3" qsCatId="simple" csTypeId="urn:microsoft.com/office/officeart/2005/8/colors/accent6_5" csCatId="accent6" phldr="1"/>
      <dgm:spPr/>
      <dgm:t>
        <a:bodyPr/>
        <a:lstStyle/>
        <a:p>
          <a:endParaRPr lang="es-EC"/>
        </a:p>
      </dgm:t>
    </dgm:pt>
    <dgm:pt modelId="{A99FAB7D-1BA2-4928-8F18-4175D894A95C}">
      <dgm:prSet phldr="0" custT="1"/>
      <dgm:spPr/>
      <dgm:t>
        <a:bodyPr/>
        <a:lstStyle/>
        <a:p>
          <a:pPr rtl="0">
            <a:buNone/>
          </a:pPr>
          <a:r>
            <a:rPr lang="es-ES" sz="1600" b="0" dirty="0">
              <a:latin typeface="Arial"/>
              <a:cs typeface="Arial"/>
            </a:rPr>
            <a:t>Microsoft Purview DLP</a:t>
          </a:r>
        </a:p>
      </dgm:t>
    </dgm:pt>
    <dgm:pt modelId="{999CBD78-4F1C-4D03-B71D-205184D54FCC}" type="parTrans" cxnId="{10BC45C7-5D57-4741-89C7-59EF914F3D01}">
      <dgm:prSet/>
      <dgm:spPr/>
    </dgm:pt>
    <dgm:pt modelId="{794595EC-FC78-43FE-A7FB-3EC1D3C10C26}" type="sibTrans" cxnId="{10BC45C7-5D57-4741-89C7-59EF914F3D01}">
      <dgm:prSet/>
      <dgm:spPr/>
    </dgm:pt>
    <dgm:pt modelId="{B7F78107-C89B-48EF-A1DC-05C10E41C66D}">
      <dgm:prSet phldr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2000" b="0" dirty="0"/>
            <a:t>McAfee Total Protection for </a:t>
          </a:r>
          <a:r>
            <a:rPr lang="en-US" sz="2000" b="0" dirty="0">
              <a:latin typeface="Arial"/>
            </a:rPr>
            <a:t>DLP</a:t>
          </a:r>
        </a:p>
      </dgm:t>
    </dgm:pt>
    <dgm:pt modelId="{EAFF2558-A33B-4CD8-B829-2AFBD58E345B}" type="parTrans" cxnId="{1F5E6B42-88AF-46EE-BBD6-7D3ACBA71CB0}">
      <dgm:prSet/>
      <dgm:spPr/>
    </dgm:pt>
    <dgm:pt modelId="{FF8F883E-AEE1-4C44-AB5F-B75785759802}" type="sibTrans" cxnId="{1F5E6B42-88AF-46EE-BBD6-7D3ACBA71CB0}">
      <dgm:prSet/>
      <dgm:spPr/>
    </dgm:pt>
    <dgm:pt modelId="{8C8E8C46-F67B-487E-ACE5-920B09A970E3}">
      <dgm:prSet phldr="0" custT="0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s-ES" sz="2000" b="1" dirty="0">
              <a:latin typeface="Arial"/>
              <a:cs typeface="Arial"/>
            </a:rPr>
            <a:t> Symantec DLP</a:t>
          </a:r>
          <a:endParaRPr lang="es-ES" sz="2000" b="1" dirty="0">
            <a:cs typeface="Arial"/>
          </a:endParaRPr>
        </a:p>
      </dgm:t>
    </dgm:pt>
    <dgm:pt modelId="{495BB1CC-2E26-46C7-AAD6-7E7AF4794189}" type="parTrans" cxnId="{308F5537-881B-4C3E-8150-A4C824219848}">
      <dgm:prSet/>
      <dgm:spPr/>
    </dgm:pt>
    <dgm:pt modelId="{5B93511E-523A-4029-9666-144B65B53B29}" type="sibTrans" cxnId="{308F5537-881B-4C3E-8150-A4C824219848}">
      <dgm:prSet/>
      <dgm:spPr/>
    </dgm:pt>
    <dgm:pt modelId="{3A2B1482-6368-482B-97CA-A238230990EF}">
      <dgm:prSet phldr="0"/>
      <dgm:spPr/>
      <dgm:t>
        <a:bodyPr/>
        <a:lstStyle/>
        <a:p>
          <a:pPr rtl="0"/>
          <a:r>
            <a:rPr lang="es-ES" sz="2000" dirty="0"/>
            <a:t>Escanea</a:t>
          </a:r>
          <a:r>
            <a:rPr lang="es-ES" sz="2000" b="0" dirty="0"/>
            <a:t> datos en reposo y en uso en ubicaciones como SharePoint, OneDrive, Teams, Exchange, puntos de conexión y aplicaciones en la nube</a:t>
          </a:r>
          <a:r>
            <a:rPr lang="es-ES" sz="2000" b="0" dirty="0">
              <a:latin typeface="Arial"/>
              <a:cs typeface="Arial"/>
            </a:rPr>
            <a:t>.</a:t>
          </a:r>
        </a:p>
      </dgm:t>
    </dgm:pt>
    <dgm:pt modelId="{13E0D64E-7C1A-4B93-B37A-4214DE24E751}" type="parTrans" cxnId="{1C931601-657F-4002-88DF-3D92E1B0C5FA}">
      <dgm:prSet/>
      <dgm:spPr/>
    </dgm:pt>
    <dgm:pt modelId="{34D43773-DD26-46AE-AD9E-29DBA8A45745}" type="sibTrans" cxnId="{1C931601-657F-4002-88DF-3D92E1B0C5FA}">
      <dgm:prSet/>
      <dgm:spPr/>
    </dgm:pt>
    <dgm:pt modelId="{702E3245-BCDA-4CC0-A158-2D74AC3B1161}">
      <dgm:prSet phldr="0"/>
      <dgm:spPr/>
      <dgm:t>
        <a:bodyPr/>
        <a:lstStyle/>
        <a:p>
          <a:pPr rtl="0"/>
          <a:r>
            <a:rPr lang="es-ES" sz="2000" b="0" dirty="0">
              <a:latin typeface="Arial"/>
            </a:rPr>
            <a:t>Escanea redes, endpoints y servidores </a:t>
          </a:r>
          <a:r>
            <a:rPr lang="es-ES" sz="2000" b="0" dirty="0"/>
            <a:t>de correo</a:t>
          </a:r>
          <a:r>
            <a:rPr lang="es-ES" sz="2000" b="0" dirty="0">
              <a:latin typeface="Arial"/>
            </a:rPr>
            <a:t>, usando reglas predefinidas para detectar información sensible.</a:t>
          </a:r>
          <a:endParaRPr lang="es-ES" sz="2000" b="1" dirty="0"/>
        </a:p>
      </dgm:t>
    </dgm:pt>
    <dgm:pt modelId="{10E177DD-6012-49BF-A2E3-423B0C6500DB}" type="parTrans" cxnId="{A8D4EDA5-9E8F-4EA1-81A3-44AB437EC51F}">
      <dgm:prSet/>
      <dgm:spPr/>
    </dgm:pt>
    <dgm:pt modelId="{485E68F0-14A1-4CAB-B207-D0BA10542CAD}" type="sibTrans" cxnId="{A8D4EDA5-9E8F-4EA1-81A3-44AB437EC51F}">
      <dgm:prSet/>
      <dgm:spPr/>
    </dgm:pt>
    <dgm:pt modelId="{76498472-38FA-49BD-9F9F-15717DD52E48}">
      <dgm:prSet phldr="0"/>
      <dgm:spPr/>
      <dgm:t>
        <a:bodyPr/>
        <a:lstStyle/>
        <a:p>
          <a:endParaRPr lang="es-ES" sz="2000" b="1" dirty="0"/>
        </a:p>
      </dgm:t>
    </dgm:pt>
    <dgm:pt modelId="{8598DAC3-0A49-4987-99E1-996171286075}" type="parTrans" cxnId="{F7B590CF-A550-4349-BD9B-7B339AE355AE}">
      <dgm:prSet/>
      <dgm:spPr/>
    </dgm:pt>
    <dgm:pt modelId="{4874FDC8-08DF-4390-88C1-D0A9A5A4095C}" type="sibTrans" cxnId="{F7B590CF-A550-4349-BD9B-7B339AE355AE}">
      <dgm:prSet/>
      <dgm:spPr/>
    </dgm:pt>
    <dgm:pt modelId="{DD626089-791E-4A86-A2DE-BB539EDDD1F1}">
      <dgm:prSet phldr="0"/>
      <dgm:spPr/>
      <dgm:t>
        <a:bodyPr/>
        <a:lstStyle/>
        <a:p>
          <a:pPr rtl="0"/>
          <a:r>
            <a:rPr lang="es-ES" sz="2000" b="0" dirty="0">
              <a:latin typeface="Arial"/>
            </a:rPr>
            <a:t>Reporta en</a:t>
          </a:r>
          <a:r>
            <a:rPr lang="es-ES" sz="2000" dirty="0">
              <a:latin typeface="Arial"/>
            </a:rPr>
            <a:t> tiempo real las acciones, permitiendo clasificar por usuario, grupo o departamento las políticas establecidas.</a:t>
          </a:r>
          <a:endParaRPr lang="es-ES" sz="2000" dirty="0"/>
        </a:p>
      </dgm:t>
    </dgm:pt>
    <dgm:pt modelId="{030D5F99-EFAF-4BD3-9269-12CD0D1E7D50}" type="parTrans" cxnId="{D2AC3F81-0A14-436E-9569-3464CD6568C5}">
      <dgm:prSet/>
      <dgm:spPr/>
    </dgm:pt>
    <dgm:pt modelId="{019340A4-3849-419D-98C8-32715BCF34DB}" type="sibTrans" cxnId="{D2AC3F81-0A14-436E-9569-3464CD6568C5}">
      <dgm:prSet/>
      <dgm:spPr/>
    </dgm:pt>
    <dgm:pt modelId="{6EA6A3DC-4780-43B0-B4F7-BF61C00D50BE}" type="pres">
      <dgm:prSet presAssocID="{D5A3C983-8B3A-4FDE-91E9-84B46DE8EBD1}" presName="linearFlow" presStyleCnt="0">
        <dgm:presLayoutVars>
          <dgm:dir/>
          <dgm:animLvl val="lvl"/>
          <dgm:resizeHandles val="exact"/>
        </dgm:presLayoutVars>
      </dgm:prSet>
      <dgm:spPr/>
    </dgm:pt>
    <dgm:pt modelId="{6EE21977-EF0A-4BC7-A312-5ED9A18CB954}" type="pres">
      <dgm:prSet presAssocID="{A99FAB7D-1BA2-4928-8F18-4175D894A95C}" presName="composite" presStyleCnt="0"/>
      <dgm:spPr/>
    </dgm:pt>
    <dgm:pt modelId="{1BB95E10-19AE-4622-85B5-1995AFDBBBF4}" type="pres">
      <dgm:prSet presAssocID="{A99FAB7D-1BA2-4928-8F18-4175D894A95C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519DB15-F68D-4BF6-9A71-322798C33F38}" type="pres">
      <dgm:prSet presAssocID="{A99FAB7D-1BA2-4928-8F18-4175D894A95C}" presName="descendantText" presStyleLbl="alignAcc1" presStyleIdx="0" presStyleCnt="3">
        <dgm:presLayoutVars>
          <dgm:bulletEnabled val="1"/>
        </dgm:presLayoutVars>
      </dgm:prSet>
      <dgm:spPr/>
    </dgm:pt>
    <dgm:pt modelId="{F60B8E98-8FCF-474B-B6D4-5EA371A3E1CE}" type="pres">
      <dgm:prSet presAssocID="{794595EC-FC78-43FE-A7FB-3EC1D3C10C26}" presName="sp" presStyleCnt="0"/>
      <dgm:spPr/>
    </dgm:pt>
    <dgm:pt modelId="{C0118DE2-A1B8-4A9D-897E-2FA34BA4D901}" type="pres">
      <dgm:prSet presAssocID="{8C8E8C46-F67B-487E-ACE5-920B09A970E3}" presName="composite" presStyleCnt="0"/>
      <dgm:spPr/>
    </dgm:pt>
    <dgm:pt modelId="{31FA11D9-1EFE-4837-BF8E-A4D25D57A2E5}" type="pres">
      <dgm:prSet presAssocID="{8C8E8C46-F67B-487E-ACE5-920B09A970E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C52F3A9-29BD-4DE5-A6FC-2E580B9A6E12}" type="pres">
      <dgm:prSet presAssocID="{8C8E8C46-F67B-487E-ACE5-920B09A970E3}" presName="descendantText" presStyleLbl="alignAcc1" presStyleIdx="1" presStyleCnt="3">
        <dgm:presLayoutVars>
          <dgm:bulletEnabled val="1"/>
        </dgm:presLayoutVars>
      </dgm:prSet>
      <dgm:spPr/>
    </dgm:pt>
    <dgm:pt modelId="{E5554FA3-C801-4228-BB0D-ABF87EA60B38}" type="pres">
      <dgm:prSet presAssocID="{5B93511E-523A-4029-9666-144B65B53B29}" presName="sp" presStyleCnt="0"/>
      <dgm:spPr/>
    </dgm:pt>
    <dgm:pt modelId="{BAD0B7EC-36F3-4EB1-A772-08B17597DB15}" type="pres">
      <dgm:prSet presAssocID="{B7F78107-C89B-48EF-A1DC-05C10E41C66D}" presName="composite" presStyleCnt="0"/>
      <dgm:spPr/>
    </dgm:pt>
    <dgm:pt modelId="{05B25527-3AE0-4388-8A01-9869C189F5C7}" type="pres">
      <dgm:prSet presAssocID="{B7F78107-C89B-48EF-A1DC-05C10E41C66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5910381-EAFD-489D-AFC5-1F0F5D99F452}" type="pres">
      <dgm:prSet presAssocID="{B7F78107-C89B-48EF-A1DC-05C10E41C66D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1C931601-657F-4002-88DF-3D92E1B0C5FA}" srcId="{A99FAB7D-1BA2-4928-8F18-4175D894A95C}" destId="{3A2B1482-6368-482B-97CA-A238230990EF}" srcOrd="0" destOrd="0" parTransId="{13E0D64E-7C1A-4B93-B37A-4214DE24E751}" sibTransId="{34D43773-DD26-46AE-AD9E-29DBA8A45745}"/>
    <dgm:cxn modelId="{66215609-040C-472E-BF06-69DF24BEF21C}" type="presOf" srcId="{DD626089-791E-4A86-A2DE-BB539EDDD1F1}" destId="{75910381-EAFD-489D-AFC5-1F0F5D99F452}" srcOrd="0" destOrd="0" presId="urn:microsoft.com/office/officeart/2005/8/layout/chevron2"/>
    <dgm:cxn modelId="{ABE57D1B-0BFF-4152-924C-8C9AFFA2CF61}" type="presOf" srcId="{B7F78107-C89B-48EF-A1DC-05C10E41C66D}" destId="{05B25527-3AE0-4388-8A01-9869C189F5C7}" srcOrd="0" destOrd="0" presId="urn:microsoft.com/office/officeart/2005/8/layout/chevron2"/>
    <dgm:cxn modelId="{3ADB402F-F821-41BE-8EE7-ABD1B6E3B6FB}" type="presOf" srcId="{3A2B1482-6368-482B-97CA-A238230990EF}" destId="{4519DB15-F68D-4BF6-9A71-322798C33F38}" srcOrd="0" destOrd="0" presId="urn:microsoft.com/office/officeart/2005/8/layout/chevron2"/>
    <dgm:cxn modelId="{308F5537-881B-4C3E-8150-A4C824219848}" srcId="{D5A3C983-8B3A-4FDE-91E9-84B46DE8EBD1}" destId="{8C8E8C46-F67B-487E-ACE5-920B09A970E3}" srcOrd="1" destOrd="0" parTransId="{495BB1CC-2E26-46C7-AAD6-7E7AF4794189}" sibTransId="{5B93511E-523A-4029-9666-144B65B53B29}"/>
    <dgm:cxn modelId="{B4B7DB3C-F7CB-4867-B7D1-D484BFB522B8}" type="presOf" srcId="{702E3245-BCDA-4CC0-A158-2D74AC3B1161}" destId="{4C52F3A9-29BD-4DE5-A6FC-2E580B9A6E12}" srcOrd="0" destOrd="0" presId="urn:microsoft.com/office/officeart/2005/8/layout/chevron2"/>
    <dgm:cxn modelId="{1F5E6B42-88AF-46EE-BBD6-7D3ACBA71CB0}" srcId="{D5A3C983-8B3A-4FDE-91E9-84B46DE8EBD1}" destId="{B7F78107-C89B-48EF-A1DC-05C10E41C66D}" srcOrd="2" destOrd="0" parTransId="{EAFF2558-A33B-4CD8-B829-2AFBD58E345B}" sibTransId="{FF8F883E-AEE1-4C44-AB5F-B75785759802}"/>
    <dgm:cxn modelId="{D2AC3F81-0A14-436E-9569-3464CD6568C5}" srcId="{B7F78107-C89B-48EF-A1DC-05C10E41C66D}" destId="{DD626089-791E-4A86-A2DE-BB539EDDD1F1}" srcOrd="0" destOrd="0" parTransId="{030D5F99-EFAF-4BD3-9269-12CD0D1E7D50}" sibTransId="{019340A4-3849-419D-98C8-32715BCF34DB}"/>
    <dgm:cxn modelId="{BCF6FC95-B6DC-476A-BAE5-F9EADC4FE55F}" type="presOf" srcId="{8C8E8C46-F67B-487E-ACE5-920B09A970E3}" destId="{31FA11D9-1EFE-4837-BF8E-A4D25D57A2E5}" srcOrd="0" destOrd="0" presId="urn:microsoft.com/office/officeart/2005/8/layout/chevron2"/>
    <dgm:cxn modelId="{3875EE9A-CBBE-4521-8BEE-7D8216A8CBDC}" type="presOf" srcId="{76498472-38FA-49BD-9F9F-15717DD52E48}" destId="{75910381-EAFD-489D-AFC5-1F0F5D99F452}" srcOrd="0" destOrd="1" presId="urn:microsoft.com/office/officeart/2005/8/layout/chevron2"/>
    <dgm:cxn modelId="{A8D4EDA5-9E8F-4EA1-81A3-44AB437EC51F}" srcId="{8C8E8C46-F67B-487E-ACE5-920B09A970E3}" destId="{702E3245-BCDA-4CC0-A158-2D74AC3B1161}" srcOrd="0" destOrd="0" parTransId="{10E177DD-6012-49BF-A2E3-423B0C6500DB}" sibTransId="{485E68F0-14A1-4CAB-B207-D0BA10542CAD}"/>
    <dgm:cxn modelId="{697147AA-C9EE-4C0B-80CB-3B731EF21B40}" type="presOf" srcId="{A99FAB7D-1BA2-4928-8F18-4175D894A95C}" destId="{1BB95E10-19AE-4622-85B5-1995AFDBBBF4}" srcOrd="0" destOrd="0" presId="urn:microsoft.com/office/officeart/2005/8/layout/chevron2"/>
    <dgm:cxn modelId="{10BC45C7-5D57-4741-89C7-59EF914F3D01}" srcId="{D5A3C983-8B3A-4FDE-91E9-84B46DE8EBD1}" destId="{A99FAB7D-1BA2-4928-8F18-4175D894A95C}" srcOrd="0" destOrd="0" parTransId="{999CBD78-4F1C-4D03-B71D-205184D54FCC}" sibTransId="{794595EC-FC78-43FE-A7FB-3EC1D3C10C26}"/>
    <dgm:cxn modelId="{F7B590CF-A550-4349-BD9B-7B339AE355AE}" srcId="{B7F78107-C89B-48EF-A1DC-05C10E41C66D}" destId="{76498472-38FA-49BD-9F9F-15717DD52E48}" srcOrd="1" destOrd="0" parTransId="{8598DAC3-0A49-4987-99E1-996171286075}" sibTransId="{4874FDC8-08DF-4390-88C1-D0A9A5A4095C}"/>
    <dgm:cxn modelId="{9C7C4AE3-C43C-4536-BA6C-4CE1D51C4CBE}" type="presOf" srcId="{D5A3C983-8B3A-4FDE-91E9-84B46DE8EBD1}" destId="{6EA6A3DC-4780-43B0-B4F7-BF61C00D50BE}" srcOrd="0" destOrd="0" presId="urn:microsoft.com/office/officeart/2005/8/layout/chevron2"/>
    <dgm:cxn modelId="{B7E0E3FB-4AA4-4AAC-B98D-3D2A423B742C}" type="presParOf" srcId="{6EA6A3DC-4780-43B0-B4F7-BF61C00D50BE}" destId="{6EE21977-EF0A-4BC7-A312-5ED9A18CB954}" srcOrd="0" destOrd="0" presId="urn:microsoft.com/office/officeart/2005/8/layout/chevron2"/>
    <dgm:cxn modelId="{9B36A715-A03F-4C79-B087-A4804165C1AF}" type="presParOf" srcId="{6EE21977-EF0A-4BC7-A312-5ED9A18CB954}" destId="{1BB95E10-19AE-4622-85B5-1995AFDBBBF4}" srcOrd="0" destOrd="0" presId="urn:microsoft.com/office/officeart/2005/8/layout/chevron2"/>
    <dgm:cxn modelId="{949D6F9D-892D-413F-8CFE-67DAC6389134}" type="presParOf" srcId="{6EE21977-EF0A-4BC7-A312-5ED9A18CB954}" destId="{4519DB15-F68D-4BF6-9A71-322798C33F38}" srcOrd="1" destOrd="0" presId="urn:microsoft.com/office/officeart/2005/8/layout/chevron2"/>
    <dgm:cxn modelId="{D18E9FB1-67E3-422E-9277-B584CDD1EE64}" type="presParOf" srcId="{6EA6A3DC-4780-43B0-B4F7-BF61C00D50BE}" destId="{F60B8E98-8FCF-474B-B6D4-5EA371A3E1CE}" srcOrd="1" destOrd="0" presId="urn:microsoft.com/office/officeart/2005/8/layout/chevron2"/>
    <dgm:cxn modelId="{8B059B37-C240-4573-BB9B-A5482418172C}" type="presParOf" srcId="{6EA6A3DC-4780-43B0-B4F7-BF61C00D50BE}" destId="{C0118DE2-A1B8-4A9D-897E-2FA34BA4D901}" srcOrd="2" destOrd="0" presId="urn:microsoft.com/office/officeart/2005/8/layout/chevron2"/>
    <dgm:cxn modelId="{EA052D6C-7B95-49A9-9606-9C18E4048FF4}" type="presParOf" srcId="{C0118DE2-A1B8-4A9D-897E-2FA34BA4D901}" destId="{31FA11D9-1EFE-4837-BF8E-A4D25D57A2E5}" srcOrd="0" destOrd="0" presId="urn:microsoft.com/office/officeart/2005/8/layout/chevron2"/>
    <dgm:cxn modelId="{5C703C87-5BF2-4DB1-8FD1-1DF9189853DF}" type="presParOf" srcId="{C0118DE2-A1B8-4A9D-897E-2FA34BA4D901}" destId="{4C52F3A9-29BD-4DE5-A6FC-2E580B9A6E12}" srcOrd="1" destOrd="0" presId="urn:microsoft.com/office/officeart/2005/8/layout/chevron2"/>
    <dgm:cxn modelId="{147F8B05-FFB9-45F8-AEE0-9B2D76F9A057}" type="presParOf" srcId="{6EA6A3DC-4780-43B0-B4F7-BF61C00D50BE}" destId="{E5554FA3-C801-4228-BB0D-ABF87EA60B38}" srcOrd="3" destOrd="0" presId="urn:microsoft.com/office/officeart/2005/8/layout/chevron2"/>
    <dgm:cxn modelId="{B90DC56D-E820-4AD2-ACE2-AC5A35014EF1}" type="presParOf" srcId="{6EA6A3DC-4780-43B0-B4F7-BF61C00D50BE}" destId="{BAD0B7EC-36F3-4EB1-A772-08B17597DB15}" srcOrd="4" destOrd="0" presId="urn:microsoft.com/office/officeart/2005/8/layout/chevron2"/>
    <dgm:cxn modelId="{E0EDA9B9-A853-454E-B637-C4FA82282FEA}" type="presParOf" srcId="{BAD0B7EC-36F3-4EB1-A772-08B17597DB15}" destId="{05B25527-3AE0-4388-8A01-9869C189F5C7}" srcOrd="0" destOrd="0" presId="urn:microsoft.com/office/officeart/2005/8/layout/chevron2"/>
    <dgm:cxn modelId="{7A5459C6-32C1-4155-A5D4-CE3A8DFB07F3}" type="presParOf" srcId="{BAD0B7EC-36F3-4EB1-A772-08B17597DB15}" destId="{75910381-EAFD-489D-AFC5-1F0F5D99F45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5/8/layout/vList2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D374130D-2237-427D-AA4A-389DDE541B39}">
      <dgm:prSet phldrT="[Texto]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700" b="0">
              <a:latin typeface="Arial"/>
              <a:ea typeface="+mn-ea"/>
              <a:cs typeface="Arial"/>
            </a:rPr>
            <a:t>Forman </a:t>
          </a:r>
          <a:r>
            <a:rPr lang="en-US" sz="2700" b="0" err="1">
              <a:latin typeface="Arial"/>
              <a:ea typeface="+mn-ea"/>
              <a:cs typeface="Arial"/>
            </a:rPr>
            <a:t>parte</a:t>
          </a:r>
          <a:r>
            <a:rPr lang="en-US" sz="2700" b="0">
              <a:latin typeface="Arial"/>
              <a:ea typeface="+mn-ea"/>
              <a:cs typeface="Arial"/>
            </a:rPr>
            <a:t> de </a:t>
          </a:r>
          <a:r>
            <a:rPr lang="en-US" sz="2700" b="0" err="1">
              <a:latin typeface="Arial"/>
              <a:ea typeface="+mn-ea"/>
              <a:cs typeface="Arial"/>
            </a:rPr>
            <a:t>una</a:t>
          </a:r>
          <a:r>
            <a:rPr lang="en-US" sz="2700" b="0">
              <a:latin typeface="Arial"/>
              <a:ea typeface="+mn-ea"/>
              <a:cs typeface="Arial"/>
            </a:rPr>
            <a:t> base </a:t>
          </a:r>
          <a:r>
            <a:rPr lang="en-US" sz="2700" b="0" err="1">
              <a:latin typeface="Arial"/>
              <a:ea typeface="+mn-ea"/>
              <a:cs typeface="Arial"/>
            </a:rPr>
            <a:t>en</a:t>
          </a:r>
          <a:r>
            <a:rPr lang="en-US" sz="2700" b="0">
              <a:latin typeface="Arial"/>
              <a:ea typeface="+mn-ea"/>
              <a:cs typeface="Arial"/>
            </a:rPr>
            <a:t> la </a:t>
          </a:r>
          <a:r>
            <a:rPr lang="en-US" sz="2700" b="0" err="1">
              <a:latin typeface="Arial"/>
              <a:ea typeface="+mn-ea"/>
              <a:cs typeface="Arial"/>
            </a:rPr>
            <a:t>comunicación</a:t>
          </a:r>
          <a:r>
            <a:rPr lang="en-US" sz="2700" b="0">
              <a:latin typeface="Arial"/>
              <a:ea typeface="+mn-ea"/>
              <a:cs typeface="Arial"/>
            </a:rPr>
            <a:t> y </a:t>
          </a:r>
          <a:r>
            <a:rPr lang="en-US" sz="2700" b="0" err="1">
              <a:latin typeface="Arial"/>
              <a:ea typeface="+mn-ea"/>
              <a:cs typeface="Arial"/>
            </a:rPr>
            <a:t>gestión</a:t>
          </a:r>
          <a:r>
            <a:rPr lang="en-US" sz="2700" b="0">
              <a:latin typeface="Arial"/>
              <a:ea typeface="+mn-ea"/>
              <a:cs typeface="Arial"/>
            </a:rPr>
            <a:t> de </a:t>
          </a:r>
          <a:r>
            <a:rPr lang="en-US" sz="2700" b="0" err="1">
              <a:latin typeface="Arial"/>
              <a:ea typeface="+mn-ea"/>
              <a:cs typeface="Arial"/>
            </a:rPr>
            <a:t>datos</a:t>
          </a:r>
          <a:r>
            <a:rPr lang="en-US" sz="2700" b="0">
              <a:latin typeface="Arial"/>
              <a:ea typeface="+mn-ea"/>
              <a:cs typeface="Arial"/>
            </a:rPr>
            <a:t> </a:t>
          </a:r>
          <a:r>
            <a:rPr lang="en-US" sz="2700" b="0" err="1">
              <a:latin typeface="Arial"/>
              <a:ea typeface="+mn-ea"/>
              <a:cs typeface="Arial"/>
            </a:rPr>
            <a:t>eficiente</a:t>
          </a:r>
          <a:r>
            <a:rPr lang="en-US" sz="2700" b="0">
              <a:latin typeface="Arial"/>
              <a:ea typeface="+mn-ea"/>
              <a:cs typeface="Arial"/>
            </a:rPr>
            <a:t>.</a:t>
          </a:r>
          <a:endParaRPr lang="en-US" sz="2700" b="0">
            <a:ea typeface="+mn-ea"/>
            <a:cs typeface="Arial"/>
          </a:endParaRPr>
        </a:p>
      </dgm:t>
    </dgm:pt>
    <dgm:pt modelId="{D329AE92-E804-4BCB-91E0-C1DB52558738}" type="parTrans" cxnId="{1FB56344-ADB9-49B2-B535-BAD1FE915926}">
      <dgm:prSet/>
      <dgm:spPr/>
      <dgm:t>
        <a:bodyPr/>
        <a:lstStyle/>
        <a:p>
          <a:endParaRPr lang="es-EC"/>
        </a:p>
      </dgm:t>
    </dgm:pt>
    <dgm:pt modelId="{6C1C40AE-44FC-42A7-A288-A8BBB677EA96}" type="sibTrans" cxnId="{1FB56344-ADB9-49B2-B535-BAD1FE915926}">
      <dgm:prSet/>
      <dgm:spPr/>
      <dgm:t>
        <a:bodyPr/>
        <a:lstStyle/>
        <a:p>
          <a:endParaRPr lang="es-EC"/>
        </a:p>
      </dgm:t>
    </dgm:pt>
    <dgm:pt modelId="{C57F4E74-FF63-4946-8914-7EF14E6B8D79}">
      <dgm:prSet phldrT="[Texto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2700" b="0">
              <a:latin typeface="Arial"/>
              <a:ea typeface="+mn-ea"/>
              <a:cs typeface="Arial"/>
            </a:rPr>
            <a:t>Fortalecerán la seguridad de la información, así como la integridad  de los recursos dentro de una organización.</a:t>
          </a:r>
          <a:endParaRPr lang="es-ES" sz="2700" b="0">
            <a:ea typeface="+mn-ea"/>
            <a:cs typeface="Arial"/>
          </a:endParaRPr>
        </a:p>
      </dgm:t>
    </dgm:pt>
    <dgm:pt modelId="{883C1241-38B9-4596-ACEA-C0BD67D0839B}" type="parTrans" cxnId="{5EF17738-F453-4680-826A-4CBE0283EE8D}">
      <dgm:prSet/>
      <dgm:spPr/>
    </dgm:pt>
    <dgm:pt modelId="{2B2AAC7A-B7A4-4CEC-9099-B4BBDB77B527}" type="sibTrans" cxnId="{5EF17738-F453-4680-826A-4CBE0283EE8D}">
      <dgm:prSet/>
      <dgm:spPr/>
    </dgm:pt>
    <dgm:pt modelId="{24C96424-6DA5-4077-A58B-4451FCA0F432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2700" b="0">
              <a:latin typeface="Arial"/>
              <a:ea typeface="+mn-ea"/>
              <a:cs typeface="Arial"/>
            </a:rPr>
            <a:t>Esenciales en cualquier empresa en cuanto a seguridad se refiere.</a:t>
          </a:r>
        </a:p>
      </dgm:t>
    </dgm:pt>
    <dgm:pt modelId="{6FD60736-BCF3-4A34-8156-86ADDB0C7CAD}" type="parTrans" cxnId="{9958872C-0664-48FF-953A-31DA20FFB2B8}">
      <dgm:prSet/>
      <dgm:spPr/>
    </dgm:pt>
    <dgm:pt modelId="{7ABA370D-450B-4EB6-BECD-1216A6342FD3}" type="sibTrans" cxnId="{9958872C-0664-48FF-953A-31DA20FFB2B8}">
      <dgm:prSet/>
      <dgm:spPr/>
    </dgm:pt>
    <dgm:pt modelId="{78155981-8FAD-4ADA-A860-4CB43956D7B9}" type="pres">
      <dgm:prSet presAssocID="{F2C29202-7EC6-4DE0-9F77-6549215033CF}" presName="linear" presStyleCnt="0">
        <dgm:presLayoutVars>
          <dgm:animLvl val="lvl"/>
          <dgm:resizeHandles val="exact"/>
        </dgm:presLayoutVars>
      </dgm:prSet>
      <dgm:spPr/>
    </dgm:pt>
    <dgm:pt modelId="{48871C4A-3812-4B37-95AD-A50F1B9CFE5D}" type="pres">
      <dgm:prSet presAssocID="{D374130D-2237-427D-AA4A-389DDE541B3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F7F600-DA27-42DC-BB93-FE3F47E1064D}" type="pres">
      <dgm:prSet presAssocID="{6C1C40AE-44FC-42A7-A288-A8BBB677EA96}" presName="spacer" presStyleCnt="0"/>
      <dgm:spPr/>
    </dgm:pt>
    <dgm:pt modelId="{B437BC81-DB43-4D83-81FF-212F17094952}" type="pres">
      <dgm:prSet presAssocID="{C57F4E74-FF63-4946-8914-7EF14E6B8D7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DE576F-FC31-433B-91CC-83454C3A3008}" type="pres">
      <dgm:prSet presAssocID="{2B2AAC7A-B7A4-4CEC-9099-B4BBDB77B527}" presName="spacer" presStyleCnt="0"/>
      <dgm:spPr/>
    </dgm:pt>
    <dgm:pt modelId="{9715C6AC-1A9F-48F7-9562-3124128FD7F3}" type="pres">
      <dgm:prSet presAssocID="{24C96424-6DA5-4077-A58B-4451FCA0F43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FCD702-09B7-4698-8ED5-74453CD196A9}" type="presOf" srcId="{F2C29202-7EC6-4DE0-9F77-6549215033CF}" destId="{78155981-8FAD-4ADA-A860-4CB43956D7B9}" srcOrd="0" destOrd="0" presId="urn:microsoft.com/office/officeart/2005/8/layout/vList2"/>
    <dgm:cxn modelId="{808B9D14-B475-4DF9-95DA-6D8D75FCD964}" type="presOf" srcId="{C57F4E74-FF63-4946-8914-7EF14E6B8D79}" destId="{B437BC81-DB43-4D83-81FF-212F17094952}" srcOrd="0" destOrd="0" presId="urn:microsoft.com/office/officeart/2005/8/layout/vList2"/>
    <dgm:cxn modelId="{9958872C-0664-48FF-953A-31DA20FFB2B8}" srcId="{F2C29202-7EC6-4DE0-9F77-6549215033CF}" destId="{24C96424-6DA5-4077-A58B-4451FCA0F432}" srcOrd="2" destOrd="0" parTransId="{6FD60736-BCF3-4A34-8156-86ADDB0C7CAD}" sibTransId="{7ABA370D-450B-4EB6-BECD-1216A6342FD3}"/>
    <dgm:cxn modelId="{5EF17738-F453-4680-826A-4CBE0283EE8D}" srcId="{F2C29202-7EC6-4DE0-9F77-6549215033CF}" destId="{C57F4E74-FF63-4946-8914-7EF14E6B8D79}" srcOrd="1" destOrd="0" parTransId="{883C1241-38B9-4596-ACEA-C0BD67D0839B}" sibTransId="{2B2AAC7A-B7A4-4CEC-9099-B4BBDB77B527}"/>
    <dgm:cxn modelId="{1FB56344-ADB9-49B2-B535-BAD1FE915926}" srcId="{F2C29202-7EC6-4DE0-9F77-6549215033CF}" destId="{D374130D-2237-427D-AA4A-389DDE541B39}" srcOrd="0" destOrd="0" parTransId="{D329AE92-E804-4BCB-91E0-C1DB52558738}" sibTransId="{6C1C40AE-44FC-42A7-A288-A8BBB677EA96}"/>
    <dgm:cxn modelId="{448C668D-95CF-4199-8341-E19000428C8F}" type="presOf" srcId="{D374130D-2237-427D-AA4A-389DDE541B39}" destId="{48871C4A-3812-4B37-95AD-A50F1B9CFE5D}" srcOrd="0" destOrd="0" presId="urn:microsoft.com/office/officeart/2005/8/layout/vList2"/>
    <dgm:cxn modelId="{147596EC-DD43-4F41-B22C-6E5C73DCB215}" type="presOf" srcId="{24C96424-6DA5-4077-A58B-4451FCA0F432}" destId="{9715C6AC-1A9F-48F7-9562-3124128FD7F3}" srcOrd="0" destOrd="0" presId="urn:microsoft.com/office/officeart/2005/8/layout/vList2"/>
    <dgm:cxn modelId="{6D686CC6-8C06-4830-8A23-F8603CE8AA68}" type="presParOf" srcId="{78155981-8FAD-4ADA-A860-4CB43956D7B9}" destId="{48871C4A-3812-4B37-95AD-A50F1B9CFE5D}" srcOrd="0" destOrd="0" presId="urn:microsoft.com/office/officeart/2005/8/layout/vList2"/>
    <dgm:cxn modelId="{081689F6-9E84-4520-BF5E-08BBED52BBB0}" type="presParOf" srcId="{78155981-8FAD-4ADA-A860-4CB43956D7B9}" destId="{A1F7F600-DA27-42DC-BB93-FE3F47E1064D}" srcOrd="1" destOrd="0" presId="urn:microsoft.com/office/officeart/2005/8/layout/vList2"/>
    <dgm:cxn modelId="{892EF310-2E73-45E9-80CE-C7A8081C9C4E}" type="presParOf" srcId="{78155981-8FAD-4ADA-A860-4CB43956D7B9}" destId="{B437BC81-DB43-4D83-81FF-212F17094952}" srcOrd="2" destOrd="0" presId="urn:microsoft.com/office/officeart/2005/8/layout/vList2"/>
    <dgm:cxn modelId="{D2121DE8-0583-4DA4-AA45-E6E4F65B9F47}" type="presParOf" srcId="{78155981-8FAD-4ADA-A860-4CB43956D7B9}" destId="{B3DE576F-FC31-433B-91CC-83454C3A3008}" srcOrd="3" destOrd="0" presId="urn:microsoft.com/office/officeart/2005/8/layout/vList2"/>
    <dgm:cxn modelId="{6C55CF0A-01D0-49CC-85E2-C7F4C0FE179D}" type="presParOf" srcId="{78155981-8FAD-4ADA-A860-4CB43956D7B9}" destId="{9715C6AC-1A9F-48F7-9562-3124128FD7F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2159A-68FD-44EF-A2F8-3C9487119087}">
      <dsp:nvSpPr>
        <dsp:cNvPr id="0" name=""/>
        <dsp:cNvSpPr/>
      </dsp:nvSpPr>
      <dsp:spPr>
        <a:xfrm>
          <a:off x="0" y="58882"/>
          <a:ext cx="8330467" cy="684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>
              <a:latin typeface="Arial"/>
              <a:ea typeface="+mn-ea"/>
              <a:cs typeface="Arial"/>
            </a:rPr>
            <a:t>Almacenamiento</a:t>
          </a:r>
        </a:p>
      </dsp:txBody>
      <dsp:txXfrm>
        <a:off x="33412" y="92294"/>
        <a:ext cx="8263643" cy="617626"/>
      </dsp:txXfrm>
    </dsp:sp>
    <dsp:sp modelId="{B485BEE7-60AD-4761-9BD2-B209C1E1756D}">
      <dsp:nvSpPr>
        <dsp:cNvPr id="0" name=""/>
        <dsp:cNvSpPr/>
      </dsp:nvSpPr>
      <dsp:spPr>
        <a:xfrm>
          <a:off x="0" y="829732"/>
          <a:ext cx="8330467" cy="684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>
              <a:latin typeface="Arial"/>
              <a:ea typeface="+mn-ea"/>
              <a:cs typeface="Arial"/>
            </a:rPr>
            <a:t>Seguridad Informática</a:t>
          </a:r>
        </a:p>
      </dsp:txBody>
      <dsp:txXfrm>
        <a:off x="33412" y="863144"/>
        <a:ext cx="8263643" cy="617626"/>
      </dsp:txXfrm>
    </dsp:sp>
    <dsp:sp modelId="{EAEE634F-851C-458A-8B44-2B2C4F3B32F4}">
      <dsp:nvSpPr>
        <dsp:cNvPr id="0" name=""/>
        <dsp:cNvSpPr/>
      </dsp:nvSpPr>
      <dsp:spPr>
        <a:xfrm>
          <a:off x="0" y="1600582"/>
          <a:ext cx="8330467" cy="684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>
              <a:latin typeface="Arial"/>
              <a:ea typeface="+mn-ea"/>
              <a:cs typeface="Arial"/>
            </a:rPr>
            <a:t>Control de Acceso</a:t>
          </a:r>
        </a:p>
      </dsp:txBody>
      <dsp:txXfrm>
        <a:off x="33412" y="1633994"/>
        <a:ext cx="8263643" cy="617626"/>
      </dsp:txXfrm>
    </dsp:sp>
    <dsp:sp modelId="{5B019127-A9C8-4568-871A-A8A39E2D4862}">
      <dsp:nvSpPr>
        <dsp:cNvPr id="0" name=""/>
        <dsp:cNvSpPr/>
      </dsp:nvSpPr>
      <dsp:spPr>
        <a:xfrm>
          <a:off x="0" y="2371432"/>
          <a:ext cx="8330467" cy="684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>
              <a:latin typeface="Arial"/>
              <a:ea typeface="+mn-ea"/>
              <a:cs typeface="Arial"/>
            </a:rPr>
            <a:t>Sincronización</a:t>
          </a:r>
        </a:p>
      </dsp:txBody>
      <dsp:txXfrm>
        <a:off x="33412" y="2404844"/>
        <a:ext cx="8263643" cy="617626"/>
      </dsp:txXfrm>
    </dsp:sp>
    <dsp:sp modelId="{846E5F62-97A4-43C3-9AE8-31E1CC70AC57}">
      <dsp:nvSpPr>
        <dsp:cNvPr id="0" name=""/>
        <dsp:cNvSpPr/>
      </dsp:nvSpPr>
      <dsp:spPr>
        <a:xfrm>
          <a:off x="0" y="3142282"/>
          <a:ext cx="8330467" cy="684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>
              <a:latin typeface="Arial"/>
              <a:ea typeface="+mn-ea"/>
              <a:cs typeface="Arial"/>
            </a:rPr>
            <a:t>Autenticación</a:t>
          </a:r>
        </a:p>
      </dsp:txBody>
      <dsp:txXfrm>
        <a:off x="33412" y="3175694"/>
        <a:ext cx="8263643" cy="617626"/>
      </dsp:txXfrm>
    </dsp:sp>
    <dsp:sp modelId="{37316702-2806-45B9-80D4-818E0FB6DA42}">
      <dsp:nvSpPr>
        <dsp:cNvPr id="0" name=""/>
        <dsp:cNvSpPr/>
      </dsp:nvSpPr>
      <dsp:spPr>
        <a:xfrm>
          <a:off x="0" y="3913132"/>
          <a:ext cx="8330467" cy="684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>
              <a:latin typeface="Arial"/>
              <a:ea typeface="+mn-ea"/>
              <a:cs typeface="Arial"/>
            </a:rPr>
            <a:t>Cifrado</a:t>
          </a:r>
        </a:p>
      </dsp:txBody>
      <dsp:txXfrm>
        <a:off x="33412" y="3946544"/>
        <a:ext cx="8263643" cy="617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D1EC6-A5B3-41C0-BC57-BF706AD14B21}">
      <dsp:nvSpPr>
        <dsp:cNvPr id="0" name=""/>
        <dsp:cNvSpPr/>
      </dsp:nvSpPr>
      <dsp:spPr>
        <a:xfrm>
          <a:off x="1239190" y="2807"/>
          <a:ext cx="3691843" cy="22151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solidFill>
                <a:srgbClr val="000000"/>
              </a:solidFill>
              <a:latin typeface="Arial"/>
              <a:cs typeface="Arial"/>
            </a:rPr>
            <a:t>Funcionamiento</a:t>
          </a:r>
          <a:endParaRPr lang="en-US" sz="2000" b="1" kern="1200">
            <a:solidFill>
              <a:srgbClr val="000000"/>
            </a:solidFill>
            <a:latin typeface="Arial"/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1600" kern="1200">
              <a:latin typeface="Arial"/>
              <a:cs typeface="Arial"/>
            </a:rPr>
            <a:t>Los correos son almacenados en el servidor y son sincronizados con los clientes como Outlook, Gmail, etc.</a:t>
          </a:r>
          <a:endParaRPr lang="es-ES" sz="1600" kern="1200"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600" b="0" kern="1200">
            <a:latin typeface="Arial"/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0" kern="1200">
              <a:latin typeface="Arial"/>
              <a:cs typeface="Arial"/>
            </a:rPr>
            <a:t>Si se modifica de alguna manera algún mensaje, este cambio se sincroniza en el resto de los dispositivos con acceso.</a:t>
          </a:r>
        </a:p>
      </dsp:txBody>
      <dsp:txXfrm>
        <a:off x="1239190" y="2807"/>
        <a:ext cx="3691843" cy="2215106"/>
      </dsp:txXfrm>
    </dsp:sp>
    <dsp:sp modelId="{7DCD6BDB-7010-4577-9AF4-D1D8510AF73F}">
      <dsp:nvSpPr>
        <dsp:cNvPr id="0" name=""/>
        <dsp:cNvSpPr/>
      </dsp:nvSpPr>
      <dsp:spPr>
        <a:xfrm>
          <a:off x="5300218" y="2807"/>
          <a:ext cx="3691843" cy="22151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000" b="1" kern="1200">
              <a:latin typeface="Arial"/>
              <a:cs typeface="Arial"/>
            </a:rPr>
            <a:t> Usos más comunes</a:t>
          </a:r>
          <a:endParaRPr lang="es-ES" sz="2000" b="1" kern="1200"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1600" b="0" kern="1200">
              <a:latin typeface="Arial"/>
              <a:cs typeface="Arial"/>
            </a:rPr>
            <a:t>Acceso a múltiples dispositivos</a:t>
          </a:r>
          <a:endParaRPr lang="es-ES" sz="1600" b="1" kern="1200">
            <a:latin typeface="Arial"/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600" b="0" kern="1200">
            <a:latin typeface="Arial"/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0" kern="1200">
              <a:latin typeface="Arial"/>
              <a:cs typeface="Arial"/>
            </a:rPr>
            <a:t>Útil en entornos empresariales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600" b="0" kern="1200">
            <a:latin typeface="Arial"/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0" kern="1200">
              <a:latin typeface="Arial"/>
              <a:cs typeface="Arial"/>
            </a:rPr>
            <a:t>Organización superior</a:t>
          </a:r>
        </a:p>
      </dsp:txBody>
      <dsp:txXfrm>
        <a:off x="5300218" y="2807"/>
        <a:ext cx="3691843" cy="2215106"/>
      </dsp:txXfrm>
    </dsp:sp>
    <dsp:sp modelId="{A7964DB4-0EBA-4B3F-AFD5-1D989BDA6FA3}">
      <dsp:nvSpPr>
        <dsp:cNvPr id="0" name=""/>
        <dsp:cNvSpPr/>
      </dsp:nvSpPr>
      <dsp:spPr>
        <a:xfrm>
          <a:off x="1239190" y="2587097"/>
          <a:ext cx="3691843" cy="221510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>
              <a:latin typeface="Arial"/>
              <a:cs typeface="Arial"/>
            </a:rPr>
            <a:t>Ventajas</a:t>
          </a:r>
          <a:endParaRPr lang="es-ES" sz="2000" b="1" kern="1200"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1600" kern="1200">
              <a:latin typeface="Arial"/>
              <a:cs typeface="Arial"/>
            </a:rPr>
            <a:t>Sincronización automática</a:t>
          </a:r>
          <a:endParaRPr lang="es-ES" sz="1600" kern="1200"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600" b="0" kern="1200">
            <a:latin typeface="Arial"/>
            <a:cs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0" kern="1200">
              <a:latin typeface="Arial"/>
              <a:cs typeface="Arial"/>
            </a:rPr>
            <a:t>Gestión y consultas rápidas directamente en el servidor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600" b="1" kern="1200"/>
        </a:p>
      </dsp:txBody>
      <dsp:txXfrm>
        <a:off x="1239190" y="2587097"/>
        <a:ext cx="3691843" cy="2215106"/>
      </dsp:txXfrm>
    </dsp:sp>
    <dsp:sp modelId="{F30AC887-8CEE-461B-BEEE-655E9BDD1AF6}">
      <dsp:nvSpPr>
        <dsp:cNvPr id="0" name=""/>
        <dsp:cNvSpPr/>
      </dsp:nvSpPr>
      <dsp:spPr>
        <a:xfrm>
          <a:off x="5300218" y="2587097"/>
          <a:ext cx="3691843" cy="221510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latin typeface="Arial"/>
            </a:rPr>
            <a:t>Desventajas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>
              <a:latin typeface="Arial"/>
            </a:rPr>
            <a:t>Conexión a Internet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600" b="1" kern="1200">
            <a:latin typeface="Arial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>
              <a:latin typeface="Arial"/>
            </a:rPr>
            <a:t>Consume más espacio del servidor.</a:t>
          </a:r>
          <a:endParaRPr lang="es-ES" sz="1600" kern="1200"/>
        </a:p>
      </dsp:txBody>
      <dsp:txXfrm>
        <a:off x="5300218" y="2587097"/>
        <a:ext cx="3691843" cy="22151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8D2A-41C2-496D-ACAC-021D08E4DC6C}">
      <dsp:nvSpPr>
        <dsp:cNvPr id="0" name=""/>
        <dsp:cNvSpPr/>
      </dsp:nvSpPr>
      <dsp:spPr>
        <a:xfrm>
          <a:off x="-5495781" y="-841557"/>
          <a:ext cx="6544492" cy="6544492"/>
        </a:xfrm>
        <a:prstGeom prst="blockArc">
          <a:avLst>
            <a:gd name="adj1" fmla="val 18900000"/>
            <a:gd name="adj2" fmla="val 2700000"/>
            <a:gd name="adj3" fmla="val 33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500AD-F455-4DB6-9538-5615BEC1168F}">
      <dsp:nvSpPr>
        <dsp:cNvPr id="0" name=""/>
        <dsp:cNvSpPr/>
      </dsp:nvSpPr>
      <dsp:spPr>
        <a:xfrm>
          <a:off x="674759" y="486137"/>
          <a:ext cx="8581805" cy="9722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68580" rIns="68580" bIns="6858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Arial"/>
            </a:rPr>
            <a:t>Post Office Protocol</a:t>
          </a:r>
          <a:endParaRPr lang="es-ES" sz="2700" kern="1200"/>
        </a:p>
      </dsp:txBody>
      <dsp:txXfrm>
        <a:off x="674759" y="486137"/>
        <a:ext cx="8581805" cy="972275"/>
      </dsp:txXfrm>
    </dsp:sp>
    <dsp:sp modelId="{9753F69D-82D5-4AF4-9F82-F092FE20EF64}">
      <dsp:nvSpPr>
        <dsp:cNvPr id="0" name=""/>
        <dsp:cNvSpPr/>
      </dsp:nvSpPr>
      <dsp:spPr>
        <a:xfrm>
          <a:off x="67087" y="364603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C65E507-FC15-46ED-962A-01D45E9940B5}">
      <dsp:nvSpPr>
        <dsp:cNvPr id="0" name=""/>
        <dsp:cNvSpPr/>
      </dsp:nvSpPr>
      <dsp:spPr>
        <a:xfrm>
          <a:off x="1028181" y="1944551"/>
          <a:ext cx="8228383" cy="9722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68580" rIns="68580" bIns="6858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b="0" kern="1200">
              <a:latin typeface="Arial"/>
            </a:rPr>
            <a:t>Ideal para dispositivos únicos y configuraciones antiguas.</a:t>
          </a:r>
          <a:endParaRPr lang="es-MX" sz="2700" b="0" kern="1200"/>
        </a:p>
      </dsp:txBody>
      <dsp:txXfrm>
        <a:off x="1028181" y="1944551"/>
        <a:ext cx="8228383" cy="972275"/>
      </dsp:txXfrm>
    </dsp:sp>
    <dsp:sp modelId="{AE3EBC51-3BD1-471E-B3E2-93635B2C0E6A}">
      <dsp:nvSpPr>
        <dsp:cNvPr id="0" name=""/>
        <dsp:cNvSpPr/>
      </dsp:nvSpPr>
      <dsp:spPr>
        <a:xfrm>
          <a:off x="420509" y="1823016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B242F06-DEA5-43AC-B5EF-183004A6CCA6}">
      <dsp:nvSpPr>
        <dsp:cNvPr id="0" name=""/>
        <dsp:cNvSpPr/>
      </dsp:nvSpPr>
      <dsp:spPr>
        <a:xfrm>
          <a:off x="674759" y="3402964"/>
          <a:ext cx="8581805" cy="97227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68580" rIns="68580" bIns="6858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Arial"/>
            </a:rPr>
            <a:t>Permite el acceso sin internet, sin embargo, no sincroniza los cambios en el resto de idspositivos.</a:t>
          </a:r>
          <a:endParaRPr lang="es-ES" sz="2700" kern="1200"/>
        </a:p>
      </dsp:txBody>
      <dsp:txXfrm>
        <a:off x="674759" y="3402964"/>
        <a:ext cx="8581805" cy="972275"/>
      </dsp:txXfrm>
    </dsp:sp>
    <dsp:sp modelId="{5C0148BF-4680-4AC4-A4BF-CF1F54302492}">
      <dsp:nvSpPr>
        <dsp:cNvPr id="0" name=""/>
        <dsp:cNvSpPr/>
      </dsp:nvSpPr>
      <dsp:spPr>
        <a:xfrm>
          <a:off x="67087" y="3281430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E071C-730B-4635-A625-BE9402D82201}">
      <dsp:nvSpPr>
        <dsp:cNvPr id="0" name=""/>
        <dsp:cNvSpPr/>
      </dsp:nvSpPr>
      <dsp:spPr>
        <a:xfrm>
          <a:off x="1239190" y="2807"/>
          <a:ext cx="3691843" cy="22151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600" b="0" kern="1200">
              <a:latin typeface="Arial"/>
            </a:rPr>
            <a:t>(Simple Mail Transfer Protocol) Protocolo usado para enviar correos desde un cliente a un servidor o entre servidores.</a:t>
          </a:r>
          <a:endParaRPr lang="es-ES" sz="2600" b="0" kern="1200"/>
        </a:p>
      </dsp:txBody>
      <dsp:txXfrm>
        <a:off x="1239190" y="2807"/>
        <a:ext cx="3691843" cy="2215106"/>
      </dsp:txXfrm>
    </dsp:sp>
    <dsp:sp modelId="{0944151A-51EB-4466-8F79-FE05A5E7FD22}">
      <dsp:nvSpPr>
        <dsp:cNvPr id="0" name=""/>
        <dsp:cNvSpPr/>
      </dsp:nvSpPr>
      <dsp:spPr>
        <a:xfrm>
          <a:off x="5300218" y="2807"/>
          <a:ext cx="3691843" cy="22151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0" kern="1200">
              <a:latin typeface="Arial"/>
            </a:rPr>
            <a:t>Utilizado por clientes personales y servidores de correo.</a:t>
          </a:r>
        </a:p>
      </dsp:txBody>
      <dsp:txXfrm>
        <a:off x="5300218" y="2807"/>
        <a:ext cx="3691843" cy="2215106"/>
      </dsp:txXfrm>
    </dsp:sp>
    <dsp:sp modelId="{5AAEC9C4-F023-49DD-B811-8667BB5919EF}">
      <dsp:nvSpPr>
        <dsp:cNvPr id="0" name=""/>
        <dsp:cNvSpPr/>
      </dsp:nvSpPr>
      <dsp:spPr>
        <a:xfrm>
          <a:off x="1239190" y="2587097"/>
          <a:ext cx="3691843" cy="221510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0" kern="1200">
              <a:latin typeface="Arial"/>
            </a:rPr>
            <a:t>Es el estándar universal para el transporte del correo electrónico y posee cualidades de autenticación y cifrado.</a:t>
          </a:r>
        </a:p>
      </dsp:txBody>
      <dsp:txXfrm>
        <a:off x="1239190" y="2587097"/>
        <a:ext cx="3691843" cy="2215106"/>
      </dsp:txXfrm>
    </dsp:sp>
    <dsp:sp modelId="{82A9BAAA-5D9F-495B-94DE-56E7184991B0}">
      <dsp:nvSpPr>
        <dsp:cNvPr id="0" name=""/>
        <dsp:cNvSpPr/>
      </dsp:nvSpPr>
      <dsp:spPr>
        <a:xfrm>
          <a:off x="5300218" y="2587097"/>
          <a:ext cx="3691843" cy="221510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0" kern="1200">
              <a:latin typeface="Arial"/>
            </a:rPr>
            <a:t>Es posible que se use para enviar spam de manera masiva.</a:t>
          </a:r>
        </a:p>
      </dsp:txBody>
      <dsp:txXfrm>
        <a:off x="5300218" y="2587097"/>
        <a:ext cx="3691843" cy="22151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8D2A-41C2-496D-ACAC-021D08E4DC6C}">
      <dsp:nvSpPr>
        <dsp:cNvPr id="0" name=""/>
        <dsp:cNvSpPr/>
      </dsp:nvSpPr>
      <dsp:spPr>
        <a:xfrm>
          <a:off x="-5495781" y="-841557"/>
          <a:ext cx="6544492" cy="6544492"/>
        </a:xfrm>
        <a:prstGeom prst="blockArc">
          <a:avLst>
            <a:gd name="adj1" fmla="val 18900000"/>
            <a:gd name="adj2" fmla="val 2700000"/>
            <a:gd name="adj3" fmla="val 33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500AD-F455-4DB6-9538-5615BEC1168F}">
      <dsp:nvSpPr>
        <dsp:cNvPr id="0" name=""/>
        <dsp:cNvSpPr/>
      </dsp:nvSpPr>
      <dsp:spPr>
        <a:xfrm>
          <a:off x="674759" y="486137"/>
          <a:ext cx="8581805" cy="9722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err="1"/>
            <a:t>Redundant</a:t>
          </a:r>
          <a:r>
            <a:rPr lang="es-ES" sz="2200" kern="1200"/>
            <a:t> Array </a:t>
          </a:r>
          <a:r>
            <a:rPr lang="es-ES" sz="2200" kern="1200" err="1"/>
            <a:t>of</a:t>
          </a:r>
          <a:r>
            <a:rPr lang="es-ES" sz="2200" kern="1200"/>
            <a:t> </a:t>
          </a:r>
          <a:r>
            <a:rPr lang="es-ES" sz="2200" kern="1200" err="1"/>
            <a:t>Independent</a:t>
          </a:r>
          <a:r>
            <a:rPr lang="es-ES" sz="2200" kern="1200"/>
            <a:t> Disks</a:t>
          </a:r>
          <a:endParaRPr lang="es-MX" sz="2200" kern="1200"/>
        </a:p>
      </dsp:txBody>
      <dsp:txXfrm>
        <a:off x="674759" y="486137"/>
        <a:ext cx="8581805" cy="972275"/>
      </dsp:txXfrm>
    </dsp:sp>
    <dsp:sp modelId="{9753F69D-82D5-4AF4-9F82-F092FE20EF64}">
      <dsp:nvSpPr>
        <dsp:cNvPr id="0" name=""/>
        <dsp:cNvSpPr/>
      </dsp:nvSpPr>
      <dsp:spPr>
        <a:xfrm>
          <a:off x="67087" y="364603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C65E507-FC15-46ED-962A-01D45E9940B5}">
      <dsp:nvSpPr>
        <dsp:cNvPr id="0" name=""/>
        <dsp:cNvSpPr/>
      </dsp:nvSpPr>
      <dsp:spPr>
        <a:xfrm>
          <a:off x="1028181" y="1944551"/>
          <a:ext cx="8228383" cy="9722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>
              <a:latin typeface="Arial"/>
            </a:rPr>
            <a:t>Tecnología</a:t>
          </a:r>
          <a:r>
            <a:rPr lang="es-MX" sz="2200" kern="1200"/>
            <a:t> que </a:t>
          </a:r>
          <a:r>
            <a:rPr lang="es-MX" sz="2200" kern="1200">
              <a:latin typeface="Arial"/>
            </a:rPr>
            <a:t>combina discos</a:t>
          </a:r>
          <a:r>
            <a:rPr lang="es-MX" sz="2200" kern="1200"/>
            <a:t> duros físicos en una unidad lógica para mejorar el </a:t>
          </a:r>
          <a:r>
            <a:rPr lang="es-MX" sz="2200" b="0" kern="1200"/>
            <a:t>rendimiento</a:t>
          </a:r>
          <a:r>
            <a:rPr lang="es-MX" sz="2200" b="0" kern="1200">
              <a:latin typeface="Arial"/>
            </a:rPr>
            <a:t> y</a:t>
          </a:r>
          <a:r>
            <a:rPr lang="es-MX" sz="2200" b="0" kern="1200"/>
            <a:t> </a:t>
          </a:r>
          <a:r>
            <a:rPr lang="es-MX" sz="2200" kern="1200"/>
            <a:t>la </a:t>
          </a:r>
          <a:r>
            <a:rPr lang="es-MX" sz="2200" b="0" kern="1200"/>
            <a:t>capacidad</a:t>
          </a:r>
          <a:r>
            <a:rPr lang="es-MX" sz="2200" b="1" kern="1200">
              <a:latin typeface="Arial"/>
            </a:rPr>
            <a:t>.</a:t>
          </a:r>
          <a:endParaRPr lang="es-MX" sz="2200" b="0" kern="1200"/>
        </a:p>
      </dsp:txBody>
      <dsp:txXfrm>
        <a:off x="1028181" y="1944551"/>
        <a:ext cx="8228383" cy="972275"/>
      </dsp:txXfrm>
    </dsp:sp>
    <dsp:sp modelId="{AE3EBC51-3BD1-471E-B3E2-93635B2C0E6A}">
      <dsp:nvSpPr>
        <dsp:cNvPr id="0" name=""/>
        <dsp:cNvSpPr/>
      </dsp:nvSpPr>
      <dsp:spPr>
        <a:xfrm>
          <a:off x="420509" y="1823016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B242F06-DEA5-43AC-B5EF-183004A6CCA6}">
      <dsp:nvSpPr>
        <dsp:cNvPr id="0" name=""/>
        <dsp:cNvSpPr/>
      </dsp:nvSpPr>
      <dsp:spPr>
        <a:xfrm>
          <a:off x="674759" y="3402964"/>
          <a:ext cx="8581805" cy="97227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latin typeface="Arial"/>
            </a:rPr>
            <a:t>Garantiza</a:t>
          </a:r>
          <a:r>
            <a:rPr lang="es-ES" sz="2200" kern="1200"/>
            <a:t> la disponibilidad de los datos y la eficiencia del almacenamiento.</a:t>
          </a:r>
          <a:endParaRPr lang="es-MX" sz="2200" kern="1200"/>
        </a:p>
      </dsp:txBody>
      <dsp:txXfrm>
        <a:off x="674759" y="3402964"/>
        <a:ext cx="8581805" cy="972275"/>
      </dsp:txXfrm>
    </dsp:sp>
    <dsp:sp modelId="{5C0148BF-4680-4AC4-A4BF-CF1F54302492}">
      <dsp:nvSpPr>
        <dsp:cNvPr id="0" name=""/>
        <dsp:cNvSpPr/>
      </dsp:nvSpPr>
      <dsp:spPr>
        <a:xfrm>
          <a:off x="67087" y="3281430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57505-114F-4CF8-B9D1-607C33B92111}">
      <dsp:nvSpPr>
        <dsp:cNvPr id="0" name=""/>
        <dsp:cNvSpPr/>
      </dsp:nvSpPr>
      <dsp:spPr>
        <a:xfrm>
          <a:off x="2942" y="485515"/>
          <a:ext cx="2869248" cy="9816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Características</a:t>
          </a:r>
          <a:endParaRPr lang="es-ES" sz="2900" kern="1200"/>
        </a:p>
      </dsp:txBody>
      <dsp:txXfrm>
        <a:off x="2942" y="485515"/>
        <a:ext cx="2869248" cy="981684"/>
      </dsp:txXfrm>
    </dsp:sp>
    <dsp:sp modelId="{C3F6CB28-3DC5-4CC8-B0C7-381728C06789}">
      <dsp:nvSpPr>
        <dsp:cNvPr id="0" name=""/>
        <dsp:cNvSpPr/>
      </dsp:nvSpPr>
      <dsp:spPr>
        <a:xfrm>
          <a:off x="2942" y="1467199"/>
          <a:ext cx="2869248" cy="374392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/>
            <a:t>Divide </a:t>
          </a:r>
          <a:r>
            <a:rPr lang="es-ES" sz="2900" kern="1200">
              <a:latin typeface="Arial"/>
            </a:rPr>
            <a:t>datos</a:t>
          </a:r>
          <a:r>
            <a:rPr lang="es-ES" sz="2900" kern="1200"/>
            <a:t> en bloques y distribuye entre </a:t>
          </a:r>
          <a:r>
            <a:rPr lang="es-ES" sz="2900" kern="1200">
              <a:latin typeface="Arial"/>
            </a:rPr>
            <a:t>2 o </a:t>
          </a:r>
          <a:r>
            <a:rPr lang="es-ES" sz="2900" kern="1200"/>
            <a:t>más discos.</a:t>
          </a:r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No hay redundancia de datos.</a:t>
          </a:r>
          <a:endParaRPr lang="es-ES" sz="2900" kern="1200"/>
        </a:p>
      </dsp:txBody>
      <dsp:txXfrm>
        <a:off x="2942" y="1467199"/>
        <a:ext cx="2869248" cy="3743922"/>
      </dsp:txXfrm>
    </dsp:sp>
    <dsp:sp modelId="{27EFA2CF-97DF-46DC-A027-55BA4AAAFAED}">
      <dsp:nvSpPr>
        <dsp:cNvPr id="0" name=""/>
        <dsp:cNvSpPr/>
      </dsp:nvSpPr>
      <dsp:spPr>
        <a:xfrm>
          <a:off x="3273886" y="485515"/>
          <a:ext cx="2869248" cy="981684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Ventajas - Desventajas</a:t>
          </a:r>
          <a:endParaRPr lang="es-ES" sz="2900" kern="1200"/>
        </a:p>
      </dsp:txBody>
      <dsp:txXfrm>
        <a:off x="3273886" y="485515"/>
        <a:ext cx="2869248" cy="981684"/>
      </dsp:txXfrm>
    </dsp:sp>
    <dsp:sp modelId="{CF24A37F-7229-4D61-9AF8-EF1746C79B83}">
      <dsp:nvSpPr>
        <dsp:cNvPr id="0" name=""/>
        <dsp:cNvSpPr/>
      </dsp:nvSpPr>
      <dsp:spPr>
        <a:xfrm>
          <a:off x="3273886" y="1467199"/>
          <a:ext cx="2869248" cy="3743922"/>
        </a:xfrm>
        <a:prstGeom prst="rect">
          <a:avLst/>
        </a:prstGeom>
        <a:solidFill>
          <a:schemeClr val="accent4">
            <a:tint val="40000"/>
            <a:alpha val="90000"/>
            <a:hueOff val="-1972855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5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Aprovecha la capacidad de los discos.</a:t>
          </a:r>
          <a:endParaRPr lang="es-ES" sz="2900" kern="1200"/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Si un disco falla se pierde toda información.</a:t>
          </a:r>
          <a:endParaRPr lang="es-ES" sz="2900" kern="1200"/>
        </a:p>
      </dsp:txBody>
      <dsp:txXfrm>
        <a:off x="3273886" y="1467199"/>
        <a:ext cx="2869248" cy="3743922"/>
      </dsp:txXfrm>
    </dsp:sp>
    <dsp:sp modelId="{7AE805C7-D79F-4326-BD27-B9F53F6FC925}">
      <dsp:nvSpPr>
        <dsp:cNvPr id="0" name=""/>
        <dsp:cNvSpPr/>
      </dsp:nvSpPr>
      <dsp:spPr>
        <a:xfrm>
          <a:off x="6544830" y="485515"/>
          <a:ext cx="2869248" cy="981684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 Usos</a:t>
          </a:r>
          <a:endParaRPr lang="es-ES" sz="2900" kern="1200"/>
        </a:p>
      </dsp:txBody>
      <dsp:txXfrm>
        <a:off x="6544830" y="485515"/>
        <a:ext cx="2869248" cy="981684"/>
      </dsp:txXfrm>
    </dsp:sp>
    <dsp:sp modelId="{413DAB5F-AA1A-4DD5-B837-F3844D104CD1}">
      <dsp:nvSpPr>
        <dsp:cNvPr id="0" name=""/>
        <dsp:cNvSpPr/>
      </dsp:nvSpPr>
      <dsp:spPr>
        <a:xfrm>
          <a:off x="6544830" y="1467199"/>
          <a:ext cx="2869248" cy="3743922"/>
        </a:xfrm>
        <a:prstGeom prst="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 Sistemas donde el rendimiento importa más que la seguridad de los datos como videojuegos.</a:t>
          </a:r>
        </a:p>
      </dsp:txBody>
      <dsp:txXfrm>
        <a:off x="6544830" y="1467199"/>
        <a:ext cx="2869248" cy="37439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57505-114F-4CF8-B9D1-607C33B92111}">
      <dsp:nvSpPr>
        <dsp:cNvPr id="0" name=""/>
        <dsp:cNvSpPr/>
      </dsp:nvSpPr>
      <dsp:spPr>
        <a:xfrm>
          <a:off x="2942" y="914535"/>
          <a:ext cx="2869248" cy="9816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Características</a:t>
          </a:r>
          <a:endParaRPr lang="es-ES" sz="2900" kern="1200"/>
        </a:p>
      </dsp:txBody>
      <dsp:txXfrm>
        <a:off x="2942" y="914535"/>
        <a:ext cx="2869248" cy="981684"/>
      </dsp:txXfrm>
    </dsp:sp>
    <dsp:sp modelId="{C3F6CB28-3DC5-4CC8-B0C7-381728C06789}">
      <dsp:nvSpPr>
        <dsp:cNvPr id="0" name=""/>
        <dsp:cNvSpPr/>
      </dsp:nvSpPr>
      <dsp:spPr>
        <a:xfrm>
          <a:off x="2942" y="1896219"/>
          <a:ext cx="2869248" cy="310459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Duplica los datos en dos discos. </a:t>
          </a:r>
          <a:endParaRPr lang="es-ES" sz="2900" kern="1200"/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Si falla un disco el otro tiene la copia exacta.</a:t>
          </a:r>
          <a:endParaRPr lang="es-ES" sz="2900" kern="1200"/>
        </a:p>
      </dsp:txBody>
      <dsp:txXfrm>
        <a:off x="2942" y="1896219"/>
        <a:ext cx="2869248" cy="3104595"/>
      </dsp:txXfrm>
    </dsp:sp>
    <dsp:sp modelId="{27EFA2CF-97DF-46DC-A027-55BA4AAAFAED}">
      <dsp:nvSpPr>
        <dsp:cNvPr id="0" name=""/>
        <dsp:cNvSpPr/>
      </dsp:nvSpPr>
      <dsp:spPr>
        <a:xfrm>
          <a:off x="3273886" y="914535"/>
          <a:ext cx="2869248" cy="981684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Ventajas - Desventajas</a:t>
          </a:r>
          <a:endParaRPr lang="es-ES" sz="2900" kern="1200"/>
        </a:p>
      </dsp:txBody>
      <dsp:txXfrm>
        <a:off x="3273886" y="914535"/>
        <a:ext cx="2869248" cy="981684"/>
      </dsp:txXfrm>
    </dsp:sp>
    <dsp:sp modelId="{CF24A37F-7229-4D61-9AF8-EF1746C79B83}">
      <dsp:nvSpPr>
        <dsp:cNvPr id="0" name=""/>
        <dsp:cNvSpPr/>
      </dsp:nvSpPr>
      <dsp:spPr>
        <a:xfrm>
          <a:off x="3273886" y="1896219"/>
          <a:ext cx="2869248" cy="3104595"/>
        </a:xfrm>
        <a:prstGeom prst="rect">
          <a:avLst/>
        </a:prstGeom>
        <a:solidFill>
          <a:schemeClr val="accent4">
            <a:tint val="40000"/>
            <a:alpha val="90000"/>
            <a:hueOff val="-1972855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5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Fácil recuperación en caso de perdidas.</a:t>
          </a:r>
          <a:endParaRPr lang="es-ES" sz="2900" kern="1200"/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Costos más altos de hardware.</a:t>
          </a:r>
          <a:endParaRPr lang="es-ES" sz="2900" kern="1200"/>
        </a:p>
      </dsp:txBody>
      <dsp:txXfrm>
        <a:off x="3273886" y="1896219"/>
        <a:ext cx="2869248" cy="3104595"/>
      </dsp:txXfrm>
    </dsp:sp>
    <dsp:sp modelId="{7AE805C7-D79F-4326-BD27-B9F53F6FC925}">
      <dsp:nvSpPr>
        <dsp:cNvPr id="0" name=""/>
        <dsp:cNvSpPr/>
      </dsp:nvSpPr>
      <dsp:spPr>
        <a:xfrm>
          <a:off x="6544830" y="914535"/>
          <a:ext cx="2869248" cy="981684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 Usos</a:t>
          </a:r>
          <a:endParaRPr lang="es-ES" sz="2900" kern="1200"/>
        </a:p>
      </dsp:txBody>
      <dsp:txXfrm>
        <a:off x="6544830" y="914535"/>
        <a:ext cx="2869248" cy="981684"/>
      </dsp:txXfrm>
    </dsp:sp>
    <dsp:sp modelId="{413DAB5F-AA1A-4DD5-B837-F3844D104CD1}">
      <dsp:nvSpPr>
        <dsp:cNvPr id="0" name=""/>
        <dsp:cNvSpPr/>
      </dsp:nvSpPr>
      <dsp:spPr>
        <a:xfrm>
          <a:off x="6544830" y="1896219"/>
          <a:ext cx="2869248" cy="3104595"/>
        </a:xfrm>
        <a:prstGeom prst="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Equipos donde la seguridad de datos es lo principal.</a:t>
          </a:r>
          <a:endParaRPr lang="es-ES" sz="2900" kern="1200"/>
        </a:p>
      </dsp:txBody>
      <dsp:txXfrm>
        <a:off x="6544830" y="1896219"/>
        <a:ext cx="2869248" cy="310459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57505-114F-4CF8-B9D1-607C33B92111}">
      <dsp:nvSpPr>
        <dsp:cNvPr id="0" name=""/>
        <dsp:cNvSpPr/>
      </dsp:nvSpPr>
      <dsp:spPr>
        <a:xfrm>
          <a:off x="3187" y="2006333"/>
          <a:ext cx="3107629" cy="9230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Arial"/>
            </a:rPr>
            <a:t>Características</a:t>
          </a:r>
          <a:endParaRPr lang="es-ES" sz="2700" kern="1200"/>
        </a:p>
      </dsp:txBody>
      <dsp:txXfrm>
        <a:off x="3187" y="2006333"/>
        <a:ext cx="3107629" cy="923053"/>
      </dsp:txXfrm>
    </dsp:sp>
    <dsp:sp modelId="{C3F6CB28-3DC5-4CC8-B0C7-381728C06789}">
      <dsp:nvSpPr>
        <dsp:cNvPr id="0" name=""/>
        <dsp:cNvSpPr/>
      </dsp:nvSpPr>
      <dsp:spPr>
        <a:xfrm>
          <a:off x="3187" y="2929387"/>
          <a:ext cx="3107629" cy="289048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>
              <a:latin typeface="Arial"/>
            </a:rPr>
            <a:t>Requiere mínimo 3 discos.</a:t>
          </a:r>
          <a:endParaRPr lang="es-ES" sz="2700" kern="120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>
              <a:latin typeface="Arial"/>
            </a:rPr>
            <a:t>La información de paridad se divide entre todos los discos.</a:t>
          </a:r>
          <a:endParaRPr lang="es-ES" sz="2700" kern="1200"/>
        </a:p>
      </dsp:txBody>
      <dsp:txXfrm>
        <a:off x="3187" y="2929387"/>
        <a:ext cx="3107629" cy="2890484"/>
      </dsp:txXfrm>
    </dsp:sp>
    <dsp:sp modelId="{27EFA2CF-97DF-46DC-A027-55BA4AAAFAED}">
      <dsp:nvSpPr>
        <dsp:cNvPr id="0" name=""/>
        <dsp:cNvSpPr/>
      </dsp:nvSpPr>
      <dsp:spPr>
        <a:xfrm>
          <a:off x="3545884" y="2006333"/>
          <a:ext cx="3107629" cy="923053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Arial"/>
            </a:rPr>
            <a:t>Ventajas - Desventajas</a:t>
          </a:r>
          <a:endParaRPr lang="es-ES" sz="2700" kern="1200"/>
        </a:p>
      </dsp:txBody>
      <dsp:txXfrm>
        <a:off x="3545884" y="2006333"/>
        <a:ext cx="3107629" cy="923053"/>
      </dsp:txXfrm>
    </dsp:sp>
    <dsp:sp modelId="{CF24A37F-7229-4D61-9AF8-EF1746C79B83}">
      <dsp:nvSpPr>
        <dsp:cNvPr id="0" name=""/>
        <dsp:cNvSpPr/>
      </dsp:nvSpPr>
      <dsp:spPr>
        <a:xfrm>
          <a:off x="3545884" y="2929387"/>
          <a:ext cx="3107629" cy="2890484"/>
        </a:xfrm>
        <a:prstGeom prst="rect">
          <a:avLst/>
        </a:prstGeom>
        <a:solidFill>
          <a:schemeClr val="accent4">
            <a:tint val="40000"/>
            <a:alpha val="90000"/>
            <a:hueOff val="-1972855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5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>
              <a:latin typeface="Arial"/>
            </a:rPr>
            <a:t>Equilibrio entre rendimiento, capacidad y seguridad.</a:t>
          </a:r>
          <a:endParaRPr lang="es-ES" sz="2700" kern="120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>
              <a:latin typeface="Arial"/>
            </a:rPr>
            <a:t>No soporta la falla de más de un disco.</a:t>
          </a:r>
          <a:endParaRPr lang="es-ES" sz="2700" kern="1200"/>
        </a:p>
      </dsp:txBody>
      <dsp:txXfrm>
        <a:off x="3545884" y="2929387"/>
        <a:ext cx="3107629" cy="2890484"/>
      </dsp:txXfrm>
    </dsp:sp>
    <dsp:sp modelId="{7AE805C7-D79F-4326-BD27-B9F53F6FC925}">
      <dsp:nvSpPr>
        <dsp:cNvPr id="0" name=""/>
        <dsp:cNvSpPr/>
      </dsp:nvSpPr>
      <dsp:spPr>
        <a:xfrm>
          <a:off x="7088581" y="2006333"/>
          <a:ext cx="3107629" cy="923053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Arial"/>
            </a:rPr>
            <a:t> Usos</a:t>
          </a:r>
          <a:endParaRPr lang="es-ES" sz="2700" kern="1200"/>
        </a:p>
      </dsp:txBody>
      <dsp:txXfrm>
        <a:off x="7088581" y="2006333"/>
        <a:ext cx="3107629" cy="923053"/>
      </dsp:txXfrm>
    </dsp:sp>
    <dsp:sp modelId="{413DAB5F-AA1A-4DD5-B837-F3844D104CD1}">
      <dsp:nvSpPr>
        <dsp:cNvPr id="0" name=""/>
        <dsp:cNvSpPr/>
      </dsp:nvSpPr>
      <dsp:spPr>
        <a:xfrm>
          <a:off x="7088581" y="2929387"/>
          <a:ext cx="3107629" cy="2890484"/>
        </a:xfrm>
        <a:prstGeom prst="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>
              <a:latin typeface="Arial"/>
            </a:rPr>
            <a:t>Servidores empresariales, almacenamiento de bases de datos.</a:t>
          </a:r>
          <a:endParaRPr lang="es-ES" sz="2700" kern="1200"/>
        </a:p>
      </dsp:txBody>
      <dsp:txXfrm>
        <a:off x="7088581" y="2929387"/>
        <a:ext cx="3107629" cy="289048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57505-114F-4CF8-B9D1-607C33B92111}">
      <dsp:nvSpPr>
        <dsp:cNvPr id="0" name=""/>
        <dsp:cNvSpPr/>
      </dsp:nvSpPr>
      <dsp:spPr>
        <a:xfrm>
          <a:off x="2942" y="944387"/>
          <a:ext cx="2869248" cy="9816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Características</a:t>
          </a:r>
          <a:endParaRPr lang="es-ES" sz="2900" kern="1200"/>
        </a:p>
      </dsp:txBody>
      <dsp:txXfrm>
        <a:off x="2942" y="944387"/>
        <a:ext cx="2869248" cy="981684"/>
      </dsp:txXfrm>
    </dsp:sp>
    <dsp:sp modelId="{C3F6CB28-3DC5-4CC8-B0C7-381728C06789}">
      <dsp:nvSpPr>
        <dsp:cNvPr id="0" name=""/>
        <dsp:cNvSpPr/>
      </dsp:nvSpPr>
      <dsp:spPr>
        <a:xfrm>
          <a:off x="2942" y="1926071"/>
          <a:ext cx="2869248" cy="304489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Combina Raid 1 y  Raid 0.</a:t>
          </a:r>
          <a:endParaRPr lang="es-ES" sz="2900" kern="1200"/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Requiere mínimo 4 discos.</a:t>
          </a:r>
          <a:endParaRPr lang="es-ES" sz="2900" kern="1200"/>
        </a:p>
      </dsp:txBody>
      <dsp:txXfrm>
        <a:off x="2942" y="1926071"/>
        <a:ext cx="2869248" cy="3044891"/>
      </dsp:txXfrm>
    </dsp:sp>
    <dsp:sp modelId="{27EFA2CF-97DF-46DC-A027-55BA4AAAFAED}">
      <dsp:nvSpPr>
        <dsp:cNvPr id="0" name=""/>
        <dsp:cNvSpPr/>
      </dsp:nvSpPr>
      <dsp:spPr>
        <a:xfrm>
          <a:off x="3273886" y="944387"/>
          <a:ext cx="2869248" cy="981684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Ventajas - Desventajas</a:t>
          </a:r>
          <a:endParaRPr lang="es-ES" sz="2900" kern="1200"/>
        </a:p>
      </dsp:txBody>
      <dsp:txXfrm>
        <a:off x="3273886" y="944387"/>
        <a:ext cx="2869248" cy="981684"/>
      </dsp:txXfrm>
    </dsp:sp>
    <dsp:sp modelId="{CF24A37F-7229-4D61-9AF8-EF1746C79B83}">
      <dsp:nvSpPr>
        <dsp:cNvPr id="0" name=""/>
        <dsp:cNvSpPr/>
      </dsp:nvSpPr>
      <dsp:spPr>
        <a:xfrm>
          <a:off x="3273886" y="1926071"/>
          <a:ext cx="2869248" cy="3044891"/>
        </a:xfrm>
        <a:prstGeom prst="rect">
          <a:avLst/>
        </a:prstGeom>
        <a:solidFill>
          <a:schemeClr val="accent4">
            <a:tint val="40000"/>
            <a:alpha val="90000"/>
            <a:hueOff val="-1972855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5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Gran tolerancia ante fallos.</a:t>
          </a:r>
          <a:endParaRPr lang="es-ES" sz="2900" kern="1200"/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Requiere muchos discos.</a:t>
          </a:r>
          <a:endParaRPr lang="es-ES" sz="2900" kern="1200"/>
        </a:p>
      </dsp:txBody>
      <dsp:txXfrm>
        <a:off x="3273886" y="1926071"/>
        <a:ext cx="2869248" cy="3044891"/>
      </dsp:txXfrm>
    </dsp:sp>
    <dsp:sp modelId="{7AE805C7-D79F-4326-BD27-B9F53F6FC925}">
      <dsp:nvSpPr>
        <dsp:cNvPr id="0" name=""/>
        <dsp:cNvSpPr/>
      </dsp:nvSpPr>
      <dsp:spPr>
        <a:xfrm>
          <a:off x="6544830" y="944387"/>
          <a:ext cx="2869248" cy="981684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 Usos</a:t>
          </a:r>
          <a:endParaRPr lang="es-ES" sz="2900" kern="1200"/>
        </a:p>
      </dsp:txBody>
      <dsp:txXfrm>
        <a:off x="6544830" y="944387"/>
        <a:ext cx="2869248" cy="981684"/>
      </dsp:txXfrm>
    </dsp:sp>
    <dsp:sp modelId="{413DAB5F-AA1A-4DD5-B837-F3844D104CD1}">
      <dsp:nvSpPr>
        <dsp:cNvPr id="0" name=""/>
        <dsp:cNvSpPr/>
      </dsp:nvSpPr>
      <dsp:spPr>
        <a:xfrm>
          <a:off x="6544830" y="1926071"/>
          <a:ext cx="2869248" cy="3044891"/>
        </a:xfrm>
        <a:prstGeom prst="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900" kern="1200">
              <a:latin typeface="Arial"/>
            </a:rPr>
            <a:t>Sistemas de alto rendimiento, como servidores de bases de datos.</a:t>
          </a:r>
          <a:endParaRPr lang="es-ES" sz="2900" kern="1200"/>
        </a:p>
      </dsp:txBody>
      <dsp:txXfrm>
        <a:off x="6544830" y="1926071"/>
        <a:ext cx="2869248" cy="304489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AE28C-D040-4D10-8B58-AD362B328C2A}">
      <dsp:nvSpPr>
        <dsp:cNvPr id="0" name=""/>
        <dsp:cNvSpPr/>
      </dsp:nvSpPr>
      <dsp:spPr>
        <a:xfrm>
          <a:off x="0" y="19507"/>
          <a:ext cx="5562425" cy="1080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0" tIns="177800" rIns="177800" bIns="95250" numCol="1" spcCol="127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b="1" kern="1200" dirty="0">
              <a:latin typeface="Arial"/>
              <a:cs typeface="Arial"/>
            </a:rPr>
            <a:t>Active Directory</a:t>
          </a:r>
          <a:endParaRPr lang="es-EC" sz="2500" b="1" kern="1200" dirty="0">
            <a:cs typeface="Arial"/>
          </a:endParaRPr>
        </a:p>
      </dsp:txBody>
      <dsp:txXfrm>
        <a:off x="0" y="19507"/>
        <a:ext cx="5562425" cy="720000"/>
      </dsp:txXfrm>
    </dsp:sp>
    <dsp:sp modelId="{D95F0515-B6EB-4884-9C58-E27D272A34C0}">
      <dsp:nvSpPr>
        <dsp:cNvPr id="0" name=""/>
        <dsp:cNvSpPr/>
      </dsp:nvSpPr>
      <dsp:spPr>
        <a:xfrm>
          <a:off x="1139292" y="739507"/>
          <a:ext cx="5562425" cy="315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228600" lvl="1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500" kern="1200" dirty="0"/>
            <a:t>Active </a:t>
          </a:r>
          <a:r>
            <a:rPr lang="es-ES" sz="2500" kern="1200" dirty="0" err="1"/>
            <a:t>Directory</a:t>
          </a:r>
          <a:r>
            <a:rPr lang="es-ES" sz="2500" kern="1200" dirty="0"/>
            <a:t> es el servicio de directorio de Microsoft que centraliza la administración de recursos en una red corporativa. Proporciona una base de datos jerárquica para gestionar usuarios, equipos y políticas de seguridad de manera unificada.</a:t>
          </a:r>
          <a:r>
            <a:rPr lang="es-ES" sz="2500" kern="1200" dirty="0">
              <a:latin typeface="Arial"/>
            </a:rPr>
            <a:t> </a:t>
          </a:r>
          <a:endParaRPr lang="es-ES" sz="2500" kern="1200" dirty="0"/>
        </a:p>
      </dsp:txBody>
      <dsp:txXfrm>
        <a:off x="1231552" y="831767"/>
        <a:ext cx="5377905" cy="29654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4DD16-27B1-46B7-A9B6-6DE0C3AD1EB4}">
      <dsp:nvSpPr>
        <dsp:cNvPr id="0" name=""/>
        <dsp:cNvSpPr/>
      </dsp:nvSpPr>
      <dsp:spPr>
        <a:xfrm rot="16200000">
          <a:off x="-223659" y="228541"/>
          <a:ext cx="5153821" cy="4696738"/>
        </a:xfrm>
        <a:prstGeom prst="flowChartManualOperation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shade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Arial"/>
              <a:cs typeface="Arial"/>
            </a:rPr>
            <a:t>¿Qué es?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b="0" kern="1200" dirty="0"/>
            <a:t>El Controlador de Dominio es un servidor especializado que almacena la base de datos completa de Active Directory y funciona como punto central de autenticación y autorización en la red.</a:t>
          </a:r>
        </a:p>
      </dsp:txBody>
      <dsp:txXfrm rot="5400000">
        <a:off x="4883" y="1030763"/>
        <a:ext cx="4696738" cy="3092293"/>
      </dsp:txXfrm>
    </dsp:sp>
    <dsp:sp modelId="{19DB5B80-20D8-449C-AEAD-5805CFB58DB3}">
      <dsp:nvSpPr>
        <dsp:cNvPr id="0" name=""/>
        <dsp:cNvSpPr/>
      </dsp:nvSpPr>
      <dsp:spPr>
        <a:xfrm rot="16200000">
          <a:off x="4825334" y="228541"/>
          <a:ext cx="5153821" cy="4696738"/>
        </a:xfrm>
        <a:prstGeom prst="flowChartManualOperation">
          <a:avLst/>
        </a:prstGeom>
        <a:gradFill rotWithShape="0">
          <a:gsLst>
            <a:gs pos="0">
              <a:schemeClr val="accent6">
                <a:shade val="80000"/>
                <a:hueOff val="-381692"/>
                <a:satOff val="17009"/>
                <a:lumOff val="23779"/>
                <a:alphaOff val="0"/>
                <a:tint val="50000"/>
                <a:satMod val="300000"/>
              </a:schemeClr>
            </a:gs>
            <a:gs pos="35000">
              <a:schemeClr val="accent6">
                <a:shade val="80000"/>
                <a:hueOff val="-381692"/>
                <a:satOff val="17009"/>
                <a:lumOff val="23779"/>
                <a:alphaOff val="0"/>
                <a:tint val="37000"/>
                <a:satMod val="300000"/>
              </a:schemeClr>
            </a:gs>
            <a:gs pos="100000">
              <a:schemeClr val="accent6">
                <a:shade val="80000"/>
                <a:hueOff val="-381692"/>
                <a:satOff val="17009"/>
                <a:lumOff val="2377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850" tIns="0" rIns="199740" bIns="0" numCol="1" spcCol="1270" anchor="t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3100" b="1" kern="1200" dirty="0">
              <a:latin typeface="Arial"/>
              <a:cs typeface="Arial"/>
            </a:rPr>
            <a:t> Funciones</a:t>
          </a:r>
          <a:endParaRPr lang="es-ES" sz="3100" b="1" kern="1200" dirty="0">
            <a:cs typeface="Arial"/>
          </a:endParaRP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b="0" kern="1200" dirty="0">
              <a:latin typeface="Arial"/>
            </a:rPr>
            <a:t>Autenticación</a:t>
          </a:r>
          <a:r>
            <a:rPr lang="es-ES" sz="2400" b="0" kern="1200" dirty="0"/>
            <a:t> centralizada que verifica credenciales de usuarios y equipos, la autorización que define permisos de acceso a recursos, y la replicación que mantiene consistencia entre múltiples controladores.</a:t>
          </a:r>
          <a:endParaRPr lang="es-ES" sz="2400" b="1" kern="1200" dirty="0"/>
        </a:p>
      </dsp:txBody>
      <dsp:txXfrm rot="5400000">
        <a:off x="5053876" y="1030763"/>
        <a:ext cx="4696738" cy="309229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427FE-A9E5-485E-944E-B5F91649AB56}">
      <dsp:nvSpPr>
        <dsp:cNvPr id="0" name=""/>
        <dsp:cNvSpPr/>
      </dsp:nvSpPr>
      <dsp:spPr>
        <a:xfrm>
          <a:off x="0" y="477096"/>
          <a:ext cx="10319786" cy="121621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>
              <a:latin typeface="Arial"/>
              <a:ea typeface="+mn-ea"/>
              <a:cs typeface="+mn-cs"/>
            </a:rPr>
            <a:t>Conjuntos de configuraciones y reglas predefinidas aplicadas a usuarios y equipos del dominio</a:t>
          </a:r>
          <a:endParaRPr lang="es-ES" sz="3300" kern="1200" dirty="0">
            <a:ea typeface="+mn-ea"/>
            <a:cs typeface="+mn-cs"/>
          </a:endParaRPr>
        </a:p>
      </dsp:txBody>
      <dsp:txXfrm>
        <a:off x="59371" y="536467"/>
        <a:ext cx="10201044" cy="1097473"/>
      </dsp:txXfrm>
    </dsp:sp>
    <dsp:sp modelId="{2EA5F9FB-0847-477C-8F21-3201B87011AC}">
      <dsp:nvSpPr>
        <dsp:cNvPr id="0" name=""/>
        <dsp:cNvSpPr/>
      </dsp:nvSpPr>
      <dsp:spPr>
        <a:xfrm>
          <a:off x="0" y="1788351"/>
          <a:ext cx="10319786" cy="1216215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50000"/>
                <a:satMod val="300000"/>
              </a:schemeClr>
            </a:gs>
            <a:gs pos="35000">
              <a:schemeClr val="accent5">
                <a:hueOff val="-4966938"/>
                <a:satOff val="19906"/>
                <a:lumOff val="4314"/>
                <a:alphaOff val="0"/>
                <a:tint val="37000"/>
                <a:satMod val="30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>
              <a:latin typeface="Arial"/>
              <a:ea typeface="+mn-ea"/>
              <a:cs typeface="+mn-cs"/>
            </a:rPr>
            <a:t>Gestión centralizada desde un solo punto, aplicación constante de reglas para todos los objetos</a:t>
          </a:r>
          <a:endParaRPr lang="es-ES" sz="3300" kern="1200" dirty="0">
            <a:ea typeface="+mn-ea"/>
            <a:cs typeface="+mn-cs"/>
          </a:endParaRPr>
        </a:p>
      </dsp:txBody>
      <dsp:txXfrm>
        <a:off x="59371" y="1847722"/>
        <a:ext cx="10201044" cy="1097473"/>
      </dsp:txXfrm>
    </dsp:sp>
    <dsp:sp modelId="{F92A617C-D47C-47DE-951A-DD174578C727}">
      <dsp:nvSpPr>
        <dsp:cNvPr id="0" name=""/>
        <dsp:cNvSpPr/>
      </dsp:nvSpPr>
      <dsp:spPr>
        <a:xfrm>
          <a:off x="0" y="3099607"/>
          <a:ext cx="10319786" cy="121621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>
              <a:latin typeface="Arial"/>
              <a:ea typeface="+mn-ea"/>
              <a:cs typeface="+mn-cs"/>
            </a:rPr>
            <a:t>Un objeto actúa como un contenedor de configuraciones. Ejemplo: Usuario.</a:t>
          </a:r>
          <a:endParaRPr lang="es-ES" sz="3300" kern="1200" dirty="0">
            <a:ea typeface="+mn-ea"/>
            <a:cs typeface="+mn-cs"/>
          </a:endParaRPr>
        </a:p>
      </dsp:txBody>
      <dsp:txXfrm>
        <a:off x="59371" y="3158978"/>
        <a:ext cx="10201044" cy="109747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8D2A-41C2-496D-ACAC-021D08E4DC6C}">
      <dsp:nvSpPr>
        <dsp:cNvPr id="0" name=""/>
        <dsp:cNvSpPr/>
      </dsp:nvSpPr>
      <dsp:spPr>
        <a:xfrm>
          <a:off x="-5496474" y="-841557"/>
          <a:ext cx="6544492" cy="6544492"/>
        </a:xfrm>
        <a:prstGeom prst="blockArc">
          <a:avLst>
            <a:gd name="adj1" fmla="val 18900000"/>
            <a:gd name="adj2" fmla="val 2700000"/>
            <a:gd name="adj3" fmla="val 33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500AD-F455-4DB6-9538-5615BEC1168F}">
      <dsp:nvSpPr>
        <dsp:cNvPr id="0" name=""/>
        <dsp:cNvSpPr/>
      </dsp:nvSpPr>
      <dsp:spPr>
        <a:xfrm>
          <a:off x="458220" y="303738"/>
          <a:ext cx="8797650" cy="60786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8249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Política de contraseñas complejas con longitud mínima de 12 caracteres</a:t>
          </a:r>
          <a:endParaRPr lang="en-US" sz="1900" kern="1200" dirty="0"/>
        </a:p>
      </dsp:txBody>
      <dsp:txXfrm>
        <a:off x="458220" y="303738"/>
        <a:ext cx="8797650" cy="607866"/>
      </dsp:txXfrm>
    </dsp:sp>
    <dsp:sp modelId="{9753F69D-82D5-4AF4-9F82-F092FE20EF64}">
      <dsp:nvSpPr>
        <dsp:cNvPr id="0" name=""/>
        <dsp:cNvSpPr/>
      </dsp:nvSpPr>
      <dsp:spPr>
        <a:xfrm>
          <a:off x="78304" y="227755"/>
          <a:ext cx="759833" cy="75983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C65E507-FC15-46ED-962A-01D45E9940B5}">
      <dsp:nvSpPr>
        <dsp:cNvPr id="0" name=""/>
        <dsp:cNvSpPr/>
      </dsp:nvSpPr>
      <dsp:spPr>
        <a:xfrm>
          <a:off x="893800" y="1215247"/>
          <a:ext cx="8362071" cy="60786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82494" tIns="48260" rIns="48260" bIns="4826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Bloqueo automático de cuenta después de 5 intentos fallidos de inicio de sesión</a:t>
          </a:r>
          <a:endParaRPr lang="en-US" sz="1900" kern="1200" dirty="0">
            <a:latin typeface="Arial"/>
          </a:endParaRPr>
        </a:p>
      </dsp:txBody>
      <dsp:txXfrm>
        <a:off x="893800" y="1215247"/>
        <a:ext cx="8362071" cy="607866"/>
      </dsp:txXfrm>
    </dsp:sp>
    <dsp:sp modelId="{AE3EBC51-3BD1-471E-B3E2-93635B2C0E6A}">
      <dsp:nvSpPr>
        <dsp:cNvPr id="0" name=""/>
        <dsp:cNvSpPr/>
      </dsp:nvSpPr>
      <dsp:spPr>
        <a:xfrm>
          <a:off x="513883" y="1139263"/>
          <a:ext cx="759833" cy="75983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FA8AB413-A81F-43EB-901E-C4ECF216BC3A}">
      <dsp:nvSpPr>
        <dsp:cNvPr id="0" name=""/>
        <dsp:cNvSpPr/>
      </dsp:nvSpPr>
      <dsp:spPr>
        <a:xfrm>
          <a:off x="1027488" y="2126755"/>
          <a:ext cx="8228383" cy="60786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82494" tIns="48260" rIns="48260" bIns="4826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Restricción de acceso a dispositivos de almacenamiento USB extraíbles</a:t>
          </a:r>
          <a:endParaRPr lang="es-EC" sz="1900" kern="1200" dirty="0">
            <a:latin typeface="Arial"/>
          </a:endParaRPr>
        </a:p>
      </dsp:txBody>
      <dsp:txXfrm>
        <a:off x="1027488" y="2126755"/>
        <a:ext cx="8228383" cy="607866"/>
      </dsp:txXfrm>
    </dsp:sp>
    <dsp:sp modelId="{5C0148BF-4680-4AC4-A4BF-CF1F54302492}">
      <dsp:nvSpPr>
        <dsp:cNvPr id="0" name=""/>
        <dsp:cNvSpPr/>
      </dsp:nvSpPr>
      <dsp:spPr>
        <a:xfrm>
          <a:off x="647571" y="2050772"/>
          <a:ext cx="759833" cy="75983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21731167-C719-4120-8D79-B1C68C21026D}">
      <dsp:nvSpPr>
        <dsp:cNvPr id="0" name=""/>
        <dsp:cNvSpPr/>
      </dsp:nvSpPr>
      <dsp:spPr>
        <a:xfrm>
          <a:off x="893800" y="3038264"/>
          <a:ext cx="8362071" cy="60786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82494" tIns="48260" rIns="48260" bIns="4826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Ejecución automática de scripts de backup durante el apagado del sistema</a:t>
          </a:r>
          <a:endParaRPr lang="es-MX" sz="1900" kern="1200" dirty="0">
            <a:latin typeface="Arial"/>
          </a:endParaRPr>
        </a:p>
      </dsp:txBody>
      <dsp:txXfrm>
        <a:off x="893800" y="3038264"/>
        <a:ext cx="8362071" cy="607866"/>
      </dsp:txXfrm>
    </dsp:sp>
    <dsp:sp modelId="{F3C0F40A-4920-4548-A711-B5C3584D63D8}">
      <dsp:nvSpPr>
        <dsp:cNvPr id="0" name=""/>
        <dsp:cNvSpPr/>
      </dsp:nvSpPr>
      <dsp:spPr>
        <a:xfrm>
          <a:off x="513883" y="2962280"/>
          <a:ext cx="759833" cy="75983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9F8567AB-9C03-4D38-B57A-421D5A0B2609}">
      <dsp:nvSpPr>
        <dsp:cNvPr id="0" name=""/>
        <dsp:cNvSpPr/>
      </dsp:nvSpPr>
      <dsp:spPr>
        <a:xfrm>
          <a:off x="458220" y="3949772"/>
          <a:ext cx="8797650" cy="60786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82494" tIns="48260" rIns="48260" bIns="4826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Deshabilitación del Panel de Control para usuarios estándar</a:t>
          </a:r>
          <a:endParaRPr lang="es-MX" sz="1900" kern="1200" dirty="0">
            <a:latin typeface="Arial"/>
          </a:endParaRPr>
        </a:p>
      </dsp:txBody>
      <dsp:txXfrm>
        <a:off x="458220" y="3949772"/>
        <a:ext cx="8797650" cy="607866"/>
      </dsp:txXfrm>
    </dsp:sp>
    <dsp:sp modelId="{35748BFD-DAB5-41E1-8984-47FD2B9E24AB}">
      <dsp:nvSpPr>
        <dsp:cNvPr id="0" name=""/>
        <dsp:cNvSpPr/>
      </dsp:nvSpPr>
      <dsp:spPr>
        <a:xfrm>
          <a:off x="78304" y="3873789"/>
          <a:ext cx="759833" cy="75983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427FE-A9E5-485E-944E-B5F91649AB56}">
      <dsp:nvSpPr>
        <dsp:cNvPr id="0" name=""/>
        <dsp:cNvSpPr/>
      </dsp:nvSpPr>
      <dsp:spPr>
        <a:xfrm>
          <a:off x="0" y="679799"/>
          <a:ext cx="10319786" cy="8108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ea typeface="+mn-ea"/>
              <a:cs typeface="+mn-cs"/>
            </a:rPr>
            <a:t>La </a:t>
          </a:r>
          <a:r>
            <a:rPr lang="es-ES" sz="2200" b="1" kern="1200">
              <a:ea typeface="+mn-ea"/>
              <a:cs typeface="+mn-cs"/>
            </a:rPr>
            <a:t>Gestión Documental (GD)</a:t>
          </a:r>
          <a:r>
            <a:rPr lang="es-ES" sz="2200" kern="1200">
              <a:ea typeface="+mn-ea"/>
              <a:cs typeface="+mn-cs"/>
            </a:rPr>
            <a:t> organiza y controla el ciclo de vida de los documentos dentro de una empresa.</a:t>
          </a:r>
        </a:p>
      </dsp:txBody>
      <dsp:txXfrm>
        <a:off x="39580" y="719379"/>
        <a:ext cx="10240626" cy="731650"/>
      </dsp:txXfrm>
    </dsp:sp>
    <dsp:sp modelId="{2EA5F9FB-0847-477C-8F21-3201B87011AC}">
      <dsp:nvSpPr>
        <dsp:cNvPr id="0" name=""/>
        <dsp:cNvSpPr/>
      </dsp:nvSpPr>
      <dsp:spPr>
        <a:xfrm>
          <a:off x="0" y="1553969"/>
          <a:ext cx="10319786" cy="81081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ea typeface="+mn-ea"/>
              <a:cs typeface="+mn-cs"/>
            </a:rPr>
            <a:t>No solo almacena, sino que </a:t>
          </a:r>
          <a:r>
            <a:rPr lang="es-ES" sz="2200" b="1" kern="1200">
              <a:ea typeface="+mn-ea"/>
              <a:cs typeface="+mn-cs"/>
            </a:rPr>
            <a:t>garantiza trazabilidad, seguridad, cumplimiento y eficiencia</a:t>
          </a:r>
          <a:r>
            <a:rPr lang="es-ES" sz="2200" kern="1200">
              <a:ea typeface="+mn-ea"/>
              <a:cs typeface="+mn-cs"/>
            </a:rPr>
            <a:t>.</a:t>
          </a:r>
        </a:p>
      </dsp:txBody>
      <dsp:txXfrm>
        <a:off x="39580" y="1593549"/>
        <a:ext cx="10240626" cy="731650"/>
      </dsp:txXfrm>
    </dsp:sp>
    <dsp:sp modelId="{642EC606-6450-479C-ADE0-F3577B54607B}">
      <dsp:nvSpPr>
        <dsp:cNvPr id="0" name=""/>
        <dsp:cNvSpPr/>
      </dsp:nvSpPr>
      <dsp:spPr>
        <a:xfrm>
          <a:off x="0" y="2428139"/>
          <a:ext cx="10319786" cy="81081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ea typeface="+mn-ea"/>
              <a:cs typeface="+mn-cs"/>
            </a:rPr>
            <a:t>En la era digital, las </a:t>
          </a:r>
          <a:r>
            <a:rPr lang="es-ES" sz="2200" b="1" kern="1200">
              <a:ea typeface="+mn-ea"/>
              <a:cs typeface="+mn-cs"/>
            </a:rPr>
            <a:t>plataformas en la nube</a:t>
          </a:r>
          <a:r>
            <a:rPr lang="es-ES" sz="2200" kern="1200">
              <a:ea typeface="+mn-ea"/>
              <a:cs typeface="+mn-cs"/>
            </a:rPr>
            <a:t> son clave para la colaboración y la gestión eficiente.</a:t>
          </a:r>
        </a:p>
      </dsp:txBody>
      <dsp:txXfrm>
        <a:off x="39580" y="2467719"/>
        <a:ext cx="10240626" cy="731650"/>
      </dsp:txXfrm>
    </dsp:sp>
    <dsp:sp modelId="{F92A617C-D47C-47DE-951A-DD174578C727}">
      <dsp:nvSpPr>
        <dsp:cNvPr id="0" name=""/>
        <dsp:cNvSpPr/>
      </dsp:nvSpPr>
      <dsp:spPr>
        <a:xfrm>
          <a:off x="0" y="3302309"/>
          <a:ext cx="10319786" cy="81081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ea typeface="+mn-ea"/>
              <a:cs typeface="+mn-cs"/>
            </a:rPr>
            <a:t>Se analizan tres soluciones líderes:</a:t>
          </a:r>
          <a:br>
            <a:rPr lang="es-ES" sz="2200" kern="1200">
              <a:ea typeface="+mn-ea"/>
              <a:cs typeface="+mn-cs"/>
            </a:rPr>
          </a:br>
          <a:r>
            <a:rPr lang="es-ES" sz="2200" kern="1200">
              <a:ea typeface="+mn-ea"/>
              <a:cs typeface="+mn-cs"/>
            </a:rPr>
            <a:t> </a:t>
          </a:r>
          <a:r>
            <a:rPr lang="es-ES" sz="2200" b="1" kern="1200">
              <a:ea typeface="+mn-ea"/>
              <a:cs typeface="+mn-cs"/>
            </a:rPr>
            <a:t>SharePoint</a:t>
          </a:r>
          <a:r>
            <a:rPr lang="es-ES" sz="2200" kern="1200">
              <a:ea typeface="+mn-ea"/>
              <a:cs typeface="+mn-cs"/>
            </a:rPr>
            <a:t>, </a:t>
          </a:r>
          <a:r>
            <a:rPr lang="es-ES" sz="2200" b="1" kern="1200">
              <a:ea typeface="+mn-ea"/>
              <a:cs typeface="+mn-cs"/>
            </a:rPr>
            <a:t>OneDrive</a:t>
          </a:r>
          <a:r>
            <a:rPr lang="es-ES" sz="2200" kern="1200">
              <a:ea typeface="+mn-ea"/>
              <a:cs typeface="+mn-cs"/>
            </a:rPr>
            <a:t> (Microsoft 365) y </a:t>
          </a:r>
          <a:r>
            <a:rPr lang="es-ES" sz="2200" b="1" kern="1200">
              <a:ea typeface="+mn-ea"/>
              <a:cs typeface="+mn-cs"/>
            </a:rPr>
            <a:t>Google Drive</a:t>
          </a:r>
          <a:r>
            <a:rPr lang="es-ES" sz="2200" kern="1200">
              <a:ea typeface="+mn-ea"/>
              <a:cs typeface="+mn-cs"/>
            </a:rPr>
            <a:t> (Google </a:t>
          </a:r>
          <a:r>
            <a:rPr lang="es-ES" sz="2200" kern="1200" err="1">
              <a:ea typeface="+mn-ea"/>
              <a:cs typeface="+mn-cs"/>
            </a:rPr>
            <a:t>Workspace</a:t>
          </a:r>
          <a:r>
            <a:rPr lang="es-ES" sz="2200" kern="1200">
              <a:ea typeface="+mn-ea"/>
              <a:cs typeface="+mn-cs"/>
            </a:rPr>
            <a:t>).</a:t>
          </a:r>
        </a:p>
      </dsp:txBody>
      <dsp:txXfrm>
        <a:off x="39580" y="3341889"/>
        <a:ext cx="10240626" cy="73165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C2AFC5-1FC4-43C6-A2BC-44D89AA8A527}">
      <dsp:nvSpPr>
        <dsp:cNvPr id="0" name=""/>
        <dsp:cNvSpPr/>
      </dsp:nvSpPr>
      <dsp:spPr>
        <a:xfrm>
          <a:off x="1748243" y="-211589"/>
          <a:ext cx="3733841" cy="3733841"/>
        </a:xfrm>
        <a:prstGeom prst="circularArrow">
          <a:avLst>
            <a:gd name="adj1" fmla="val 5689"/>
            <a:gd name="adj2" fmla="val 340510"/>
            <a:gd name="adj3" fmla="val 12415880"/>
            <a:gd name="adj4" fmla="val 18273968"/>
            <a:gd name="adj5" fmla="val 5908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8D62E6E-D2C6-4D54-B105-A04BDA2F9FC9}">
      <dsp:nvSpPr>
        <dsp:cNvPr id="0" name=""/>
        <dsp:cNvSpPr/>
      </dsp:nvSpPr>
      <dsp:spPr>
        <a:xfrm>
          <a:off x="2300077" y="596"/>
          <a:ext cx="2630173" cy="131508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1" kern="1200"/>
            <a:t>Almacenamiento y sincronización</a:t>
          </a:r>
          <a:endParaRPr lang="es-EC" sz="2400" i="1" kern="1200">
            <a:latin typeface="Arial"/>
            <a:cs typeface="Arial"/>
          </a:endParaRPr>
        </a:p>
      </dsp:txBody>
      <dsp:txXfrm>
        <a:off x="2364274" y="64793"/>
        <a:ext cx="2501779" cy="1186692"/>
      </dsp:txXfrm>
    </dsp:sp>
    <dsp:sp modelId="{1ABF3604-FF4A-4ED7-81F5-49F3F5FFE485}">
      <dsp:nvSpPr>
        <dsp:cNvPr id="0" name=""/>
        <dsp:cNvSpPr/>
      </dsp:nvSpPr>
      <dsp:spPr>
        <a:xfrm>
          <a:off x="3715220" y="2451696"/>
          <a:ext cx="2630173" cy="1315086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50000"/>
                <a:satMod val="300000"/>
              </a:schemeClr>
            </a:gs>
            <a:gs pos="35000">
              <a:schemeClr val="accent5">
                <a:hueOff val="-4966938"/>
                <a:satOff val="19906"/>
                <a:lumOff val="4314"/>
                <a:alphaOff val="0"/>
                <a:tint val="37000"/>
                <a:satMod val="30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i="1" kern="1200"/>
            <a:t>Coautoría en tiempo real</a:t>
          </a:r>
        </a:p>
      </dsp:txBody>
      <dsp:txXfrm>
        <a:off x="3779417" y="2515893"/>
        <a:ext cx="2501779" cy="1186692"/>
      </dsp:txXfrm>
    </dsp:sp>
    <dsp:sp modelId="{D6C0C8B2-003B-4C84-84C4-2618B83B00CE}">
      <dsp:nvSpPr>
        <dsp:cNvPr id="0" name=""/>
        <dsp:cNvSpPr/>
      </dsp:nvSpPr>
      <dsp:spPr>
        <a:xfrm>
          <a:off x="884934" y="2451696"/>
          <a:ext cx="2630173" cy="1315086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i="1" kern="1200"/>
            <a:t>Historial de versiones</a:t>
          </a:r>
          <a:endParaRPr lang="es-EC" sz="2400" i="1" kern="1200">
            <a:latin typeface="Arial"/>
            <a:cs typeface="Arial"/>
          </a:endParaRPr>
        </a:p>
      </dsp:txBody>
      <dsp:txXfrm>
        <a:off x="949131" y="2515893"/>
        <a:ext cx="2501779" cy="118669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0A5C8-2033-4999-94E3-315842DF9AC2}">
      <dsp:nvSpPr>
        <dsp:cNvPr id="0" name=""/>
        <dsp:cNvSpPr/>
      </dsp:nvSpPr>
      <dsp:spPr>
        <a:xfrm>
          <a:off x="1248" y="0"/>
          <a:ext cx="3247223" cy="480501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3100" b="1" kern="1200"/>
            <a:t>Nivel de gestión documental</a:t>
          </a:r>
        </a:p>
      </dsp:txBody>
      <dsp:txXfrm>
        <a:off x="1248" y="0"/>
        <a:ext cx="3247223" cy="1441503"/>
      </dsp:txXfrm>
    </dsp:sp>
    <dsp:sp modelId="{E7740E6F-608A-462E-931E-DCF53EA0486A}">
      <dsp:nvSpPr>
        <dsp:cNvPr id="0" name=""/>
        <dsp:cNvSpPr/>
      </dsp:nvSpPr>
      <dsp:spPr>
        <a:xfrm>
          <a:off x="325971" y="1442911"/>
          <a:ext cx="2597778" cy="14487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SharePoint:</a:t>
          </a:r>
          <a:r>
            <a:rPr lang="es-ES" sz="1800" b="1" kern="1200">
              <a:latin typeface="Arial"/>
            </a:rPr>
            <a:t> </a:t>
          </a:r>
          <a:r>
            <a:rPr lang="es-ES" sz="1800" b="0" i="1" kern="1200">
              <a:latin typeface="Arial"/>
            </a:rPr>
            <a:t>Gestión</a:t>
          </a:r>
          <a:r>
            <a:rPr lang="es-ES" sz="1800" b="0" i="1" kern="1200"/>
            <a:t> avanzada (metadatos, flujos, normativas).</a:t>
          </a:r>
          <a:endParaRPr lang="es-ES" sz="1800" b="0" i="1" kern="1200">
            <a:latin typeface="Arial"/>
          </a:endParaRPr>
        </a:p>
      </dsp:txBody>
      <dsp:txXfrm>
        <a:off x="368404" y="1485344"/>
        <a:ext cx="2512912" cy="1363910"/>
      </dsp:txXfrm>
    </dsp:sp>
    <dsp:sp modelId="{1B33FA31-4F3A-4EFC-85CC-0C5BF1D46CE2}">
      <dsp:nvSpPr>
        <dsp:cNvPr id="0" name=""/>
        <dsp:cNvSpPr/>
      </dsp:nvSpPr>
      <dsp:spPr>
        <a:xfrm>
          <a:off x="325971" y="3114576"/>
          <a:ext cx="2597778" cy="14487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655646"/>
                <a:satOff val="6635"/>
                <a:lumOff val="1438"/>
                <a:alphaOff val="0"/>
                <a:tint val="50000"/>
                <a:satMod val="300000"/>
              </a:schemeClr>
            </a:gs>
            <a:gs pos="35000">
              <a:schemeClr val="accent5">
                <a:hueOff val="-1655646"/>
                <a:satOff val="6635"/>
                <a:lumOff val="1438"/>
                <a:alphaOff val="0"/>
                <a:tint val="37000"/>
                <a:satMod val="300000"/>
              </a:schemeClr>
            </a:gs>
            <a:gs pos="100000">
              <a:schemeClr val="accent5">
                <a:hueOff val="-1655646"/>
                <a:satOff val="6635"/>
                <a:lumOff val="143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OneDrive/Google</a:t>
          </a:r>
          <a:r>
            <a:rPr lang="es-ES" sz="1800" b="1" i="1" kern="1200"/>
            <a:t> Drive</a:t>
          </a:r>
          <a:r>
            <a:rPr lang="es-ES" sz="1800" b="1" i="1" kern="1200">
              <a:latin typeface="Arial"/>
            </a:rPr>
            <a:t>:</a:t>
          </a:r>
          <a:r>
            <a:rPr lang="es-ES" sz="1800" b="0" i="1" kern="1200">
              <a:latin typeface="Arial"/>
            </a:rPr>
            <a:t> Almacenamiento</a:t>
          </a:r>
          <a:r>
            <a:rPr lang="es-ES" sz="1800" b="0" i="1" kern="1200"/>
            <a:t> personal.</a:t>
          </a:r>
        </a:p>
      </dsp:txBody>
      <dsp:txXfrm>
        <a:off x="368404" y="3157009"/>
        <a:ext cx="2512912" cy="1363910"/>
      </dsp:txXfrm>
    </dsp:sp>
    <dsp:sp modelId="{71C13E46-3C55-4385-B1B1-DD5AD628B928}">
      <dsp:nvSpPr>
        <dsp:cNvPr id="0" name=""/>
        <dsp:cNvSpPr/>
      </dsp:nvSpPr>
      <dsp:spPr>
        <a:xfrm>
          <a:off x="3492014" y="0"/>
          <a:ext cx="3247223" cy="480501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kern="1200"/>
            <a:t>Alcance del uso</a:t>
          </a:r>
          <a:endParaRPr lang="es-ES" sz="3100" b="1" kern="1200">
            <a:latin typeface="Arial"/>
          </a:endParaRPr>
        </a:p>
      </dsp:txBody>
      <dsp:txXfrm>
        <a:off x="3492014" y="0"/>
        <a:ext cx="3247223" cy="1441503"/>
      </dsp:txXfrm>
    </dsp:sp>
    <dsp:sp modelId="{CD33B209-7E79-484E-9071-8082E33E6295}">
      <dsp:nvSpPr>
        <dsp:cNvPr id="0" name=""/>
        <dsp:cNvSpPr/>
      </dsp:nvSpPr>
      <dsp:spPr>
        <a:xfrm>
          <a:off x="3816736" y="1441913"/>
          <a:ext cx="2597778" cy="9439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OneDrive:</a:t>
          </a:r>
          <a:r>
            <a:rPr lang="es-ES" sz="1800" b="0" kern="1200"/>
            <a:t> </a:t>
          </a:r>
          <a:r>
            <a:rPr lang="es-ES" sz="1800" b="0" i="1" kern="1200"/>
            <a:t>archivos personales.</a:t>
          </a:r>
          <a:endParaRPr lang="es-ES" sz="1800" b="0" i="1" kern="1200">
            <a:latin typeface="Arial"/>
          </a:endParaRPr>
        </a:p>
      </dsp:txBody>
      <dsp:txXfrm>
        <a:off x="3844385" y="1469562"/>
        <a:ext cx="2542480" cy="888694"/>
      </dsp:txXfrm>
    </dsp:sp>
    <dsp:sp modelId="{E7483CE2-427B-4184-A7C6-762153FA0900}">
      <dsp:nvSpPr>
        <dsp:cNvPr id="0" name=""/>
        <dsp:cNvSpPr/>
      </dsp:nvSpPr>
      <dsp:spPr>
        <a:xfrm>
          <a:off x="3816736" y="2531135"/>
          <a:ext cx="2597778" cy="9439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50000"/>
                <a:satMod val="300000"/>
              </a:schemeClr>
            </a:gs>
            <a:gs pos="35000">
              <a:schemeClr val="accent5">
                <a:hueOff val="-4966938"/>
                <a:satOff val="19906"/>
                <a:lumOff val="4314"/>
                <a:alphaOff val="0"/>
                <a:tint val="37000"/>
                <a:satMod val="30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SharePoint:</a:t>
          </a:r>
          <a:r>
            <a:rPr lang="es-ES" sz="1800" b="0" kern="1200"/>
            <a:t> </a:t>
          </a:r>
          <a:r>
            <a:rPr lang="es-ES" sz="1800" b="0" i="1" kern="1200"/>
            <a:t>contenido corporativo y compartido.</a:t>
          </a:r>
          <a:endParaRPr lang="es-ES" sz="1800" i="1" kern="1200"/>
        </a:p>
      </dsp:txBody>
      <dsp:txXfrm>
        <a:off x="3844385" y="2558784"/>
        <a:ext cx="2542480" cy="888694"/>
      </dsp:txXfrm>
    </dsp:sp>
    <dsp:sp modelId="{B143D89E-0661-436A-BABA-388998B9E106}">
      <dsp:nvSpPr>
        <dsp:cNvPr id="0" name=""/>
        <dsp:cNvSpPr/>
      </dsp:nvSpPr>
      <dsp:spPr>
        <a:xfrm>
          <a:off x="3816736" y="3620357"/>
          <a:ext cx="2597778" cy="9439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Google Drive:</a:t>
          </a:r>
          <a:r>
            <a:rPr lang="es-ES" sz="1800" b="0" kern="1200"/>
            <a:t> </a:t>
          </a:r>
          <a:r>
            <a:rPr lang="es-ES" sz="1800" b="0" i="1" kern="1200"/>
            <a:t>combina ambos, pero con menor control documental.</a:t>
          </a:r>
          <a:endParaRPr lang="es-ES" sz="1800" i="1" kern="1200"/>
        </a:p>
      </dsp:txBody>
      <dsp:txXfrm>
        <a:off x="3844385" y="3648006"/>
        <a:ext cx="2542480" cy="888694"/>
      </dsp:txXfrm>
    </dsp:sp>
    <dsp:sp modelId="{DA0E6EB2-0F7B-4040-81D6-EC5F454BF7EC}">
      <dsp:nvSpPr>
        <dsp:cNvPr id="0" name=""/>
        <dsp:cNvSpPr/>
      </dsp:nvSpPr>
      <dsp:spPr>
        <a:xfrm>
          <a:off x="6982779" y="0"/>
          <a:ext cx="3247223" cy="480501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kern="1200"/>
            <a:t>Integración ofimática</a:t>
          </a:r>
          <a:endParaRPr lang="es-ES" sz="3100" b="0" kern="1200">
            <a:latin typeface="Arial"/>
          </a:endParaRPr>
        </a:p>
      </dsp:txBody>
      <dsp:txXfrm>
        <a:off x="6982779" y="0"/>
        <a:ext cx="3247223" cy="1441503"/>
      </dsp:txXfrm>
    </dsp:sp>
    <dsp:sp modelId="{088D3382-29E1-4E57-A56A-B4532F23D5BC}">
      <dsp:nvSpPr>
        <dsp:cNvPr id="0" name=""/>
        <dsp:cNvSpPr/>
      </dsp:nvSpPr>
      <dsp:spPr>
        <a:xfrm>
          <a:off x="7307501" y="1442911"/>
          <a:ext cx="2597778" cy="14487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8278230"/>
                <a:satOff val="33176"/>
                <a:lumOff val="7190"/>
                <a:alphaOff val="0"/>
                <a:tint val="50000"/>
                <a:satMod val="300000"/>
              </a:schemeClr>
            </a:gs>
            <a:gs pos="35000">
              <a:schemeClr val="accent5">
                <a:hueOff val="-8278230"/>
                <a:satOff val="33176"/>
                <a:lumOff val="7190"/>
                <a:alphaOff val="0"/>
                <a:tint val="37000"/>
                <a:satMod val="300000"/>
              </a:schemeClr>
            </a:gs>
            <a:gs pos="100000">
              <a:schemeClr val="accent5">
                <a:hueOff val="-8278230"/>
                <a:satOff val="33176"/>
                <a:lumOff val="719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Microsoft:</a:t>
          </a:r>
          <a:r>
            <a:rPr lang="es-ES" sz="1800" b="0" kern="1200"/>
            <a:t> </a:t>
          </a:r>
          <a:r>
            <a:rPr lang="es-ES" sz="1800" b="0" i="1" kern="1200"/>
            <a:t>total compatibilidad con Word, Excel, PowerPoint.</a:t>
          </a:r>
          <a:endParaRPr lang="es-ES" sz="1800" i="1" kern="1200"/>
        </a:p>
      </dsp:txBody>
      <dsp:txXfrm>
        <a:off x="7349934" y="1485344"/>
        <a:ext cx="2512912" cy="1363910"/>
      </dsp:txXfrm>
    </dsp:sp>
    <dsp:sp modelId="{B555C071-6F4C-4A20-8344-E811B20ECC97}">
      <dsp:nvSpPr>
        <dsp:cNvPr id="0" name=""/>
        <dsp:cNvSpPr/>
      </dsp:nvSpPr>
      <dsp:spPr>
        <a:xfrm>
          <a:off x="7307501" y="3114576"/>
          <a:ext cx="2597778" cy="14487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Google:</a:t>
          </a:r>
          <a:r>
            <a:rPr lang="es-ES" sz="1800" b="0" kern="1200"/>
            <a:t> </a:t>
          </a:r>
          <a:r>
            <a:rPr lang="es-ES" sz="1800" b="0" i="1" kern="1200"/>
            <a:t>mejor colaboración web (Docs, Sheets, Slides).</a:t>
          </a:r>
          <a:endParaRPr lang="es-ES" sz="1800" i="1" kern="1200"/>
        </a:p>
      </dsp:txBody>
      <dsp:txXfrm>
        <a:off x="7349934" y="3157009"/>
        <a:ext cx="2512912" cy="136391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AE28C-D040-4D10-8B58-AD362B328C2A}">
      <dsp:nvSpPr>
        <dsp:cNvPr id="0" name=""/>
        <dsp:cNvSpPr/>
      </dsp:nvSpPr>
      <dsp:spPr>
        <a:xfrm>
          <a:off x="0" y="249352"/>
          <a:ext cx="6098208" cy="1123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4912" tIns="184912" rIns="184912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600" b="1" kern="1200" dirty="0">
              <a:latin typeface="Arial"/>
              <a:cs typeface="Arial"/>
            </a:rPr>
            <a:t>DLP</a:t>
          </a:r>
          <a:endParaRPr lang="es-EC" sz="2600" b="1" kern="1200" dirty="0">
            <a:cs typeface="Arial"/>
          </a:endParaRPr>
        </a:p>
      </dsp:txBody>
      <dsp:txXfrm>
        <a:off x="0" y="249352"/>
        <a:ext cx="6098208" cy="748800"/>
      </dsp:txXfrm>
    </dsp:sp>
    <dsp:sp modelId="{D95F0515-B6EB-4884-9C58-E27D272A34C0}">
      <dsp:nvSpPr>
        <dsp:cNvPr id="0" name=""/>
        <dsp:cNvSpPr/>
      </dsp:nvSpPr>
      <dsp:spPr>
        <a:xfrm>
          <a:off x="1249030" y="998152"/>
          <a:ext cx="6098208" cy="2901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600" kern="1200" dirty="0">
              <a:latin typeface="Arial"/>
              <a:cs typeface="Arial"/>
            </a:rPr>
            <a:t>Garantiza que los usuarios no envíen información sensible o delicada fuera de la red corporativa. Es un conjunto de procedimientos y políticas que monitorea y protege datos confidenciales de una corporación en sí. </a:t>
          </a:r>
          <a:endParaRPr lang="es-ES" sz="2600" kern="1200" dirty="0">
            <a:cs typeface="Arial"/>
          </a:endParaRPr>
        </a:p>
      </dsp:txBody>
      <dsp:txXfrm>
        <a:off x="1334015" y="1083137"/>
        <a:ext cx="5928238" cy="273163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4DD16-27B1-46B7-A9B6-6DE0C3AD1EB4}">
      <dsp:nvSpPr>
        <dsp:cNvPr id="0" name=""/>
        <dsp:cNvSpPr/>
      </dsp:nvSpPr>
      <dsp:spPr>
        <a:xfrm rot="16200000">
          <a:off x="-702578" y="703769"/>
          <a:ext cx="4503766" cy="3096227"/>
        </a:xfrm>
        <a:prstGeom prst="flowChartManualOperation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shade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latin typeface="Arial"/>
              <a:cs typeface="Arial"/>
            </a:rPr>
            <a:t>Endpoint DLP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kern="1200" dirty="0">
              <a:latin typeface="Arial"/>
              <a:cs typeface="Arial"/>
            </a:rPr>
            <a:t>Supervisa actividad en dispositivos que acceden a la red instalando esta solución en dichos equipos, impidiendo a los usuarios a realizar acciones indebidas.</a:t>
          </a:r>
        </a:p>
      </dsp:txBody>
      <dsp:txXfrm rot="5400000">
        <a:off x="1192" y="900752"/>
        <a:ext cx="3096227" cy="2702260"/>
      </dsp:txXfrm>
    </dsp:sp>
    <dsp:sp modelId="{19DB5B80-20D8-449C-AEAD-5805CFB58DB3}">
      <dsp:nvSpPr>
        <dsp:cNvPr id="0" name=""/>
        <dsp:cNvSpPr/>
      </dsp:nvSpPr>
      <dsp:spPr>
        <a:xfrm rot="16200000">
          <a:off x="2625865" y="703769"/>
          <a:ext cx="4503766" cy="3096227"/>
        </a:xfrm>
        <a:prstGeom prst="flowChartManualOperation">
          <a:avLst/>
        </a:prstGeom>
        <a:gradFill rotWithShape="0">
          <a:gsLst>
            <a:gs pos="0">
              <a:schemeClr val="accent6">
                <a:shade val="80000"/>
                <a:hueOff val="-190846"/>
                <a:satOff val="8505"/>
                <a:lumOff val="11889"/>
                <a:alphaOff val="0"/>
                <a:tint val="50000"/>
                <a:satMod val="300000"/>
              </a:schemeClr>
            </a:gs>
            <a:gs pos="35000">
              <a:schemeClr val="accent6">
                <a:shade val="80000"/>
                <a:hueOff val="-190846"/>
                <a:satOff val="8505"/>
                <a:lumOff val="11889"/>
                <a:alphaOff val="0"/>
                <a:tint val="37000"/>
                <a:satMod val="300000"/>
              </a:schemeClr>
            </a:gs>
            <a:gs pos="100000">
              <a:schemeClr val="accent6">
                <a:shade val="80000"/>
                <a:hueOff val="-190846"/>
                <a:satOff val="8505"/>
                <a:lumOff val="1188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0" rIns="151118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400" b="1" kern="1200" dirty="0">
              <a:latin typeface="Arial"/>
              <a:cs typeface="Arial"/>
            </a:rPr>
            <a:t> Network DLP</a:t>
          </a:r>
          <a:endParaRPr lang="es-ES" sz="2400" b="1" kern="1200" dirty="0">
            <a:cs typeface="Arial"/>
          </a:endParaRP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b="0" kern="1200" dirty="0">
              <a:latin typeface="Arial"/>
              <a:cs typeface="Arial"/>
            </a:rPr>
            <a:t>Monitorea el tráfico de red saliente. Detecta datos sensibles que se intentan enviar por correo, web, etc.</a:t>
          </a:r>
          <a:endParaRPr lang="es-ES" sz="1900" b="1" kern="1200" dirty="0">
            <a:latin typeface="Arial"/>
            <a:cs typeface="Arial"/>
          </a:endParaRPr>
        </a:p>
      </dsp:txBody>
      <dsp:txXfrm rot="5400000">
        <a:off x="3329635" y="900752"/>
        <a:ext cx="3096227" cy="2702260"/>
      </dsp:txXfrm>
    </dsp:sp>
    <dsp:sp modelId="{5A94FDB7-E427-4DFA-8D89-1C0D87DC9075}">
      <dsp:nvSpPr>
        <dsp:cNvPr id="0" name=""/>
        <dsp:cNvSpPr/>
      </dsp:nvSpPr>
      <dsp:spPr>
        <a:xfrm rot="16200000">
          <a:off x="5954309" y="703769"/>
          <a:ext cx="4503766" cy="3096227"/>
        </a:xfrm>
        <a:prstGeom prst="flowChartManualOperation">
          <a:avLst/>
        </a:prstGeom>
        <a:gradFill rotWithShape="0">
          <a:gsLst>
            <a:gs pos="0">
              <a:schemeClr val="accent6">
                <a:shade val="80000"/>
                <a:hueOff val="-381692"/>
                <a:satOff val="17009"/>
                <a:lumOff val="23779"/>
                <a:alphaOff val="0"/>
                <a:tint val="50000"/>
                <a:satMod val="300000"/>
              </a:schemeClr>
            </a:gs>
            <a:gs pos="35000">
              <a:schemeClr val="accent6">
                <a:shade val="80000"/>
                <a:hueOff val="-381692"/>
                <a:satOff val="17009"/>
                <a:lumOff val="23779"/>
                <a:alphaOff val="0"/>
                <a:tint val="37000"/>
                <a:satMod val="300000"/>
              </a:schemeClr>
            </a:gs>
            <a:gs pos="100000">
              <a:schemeClr val="accent6">
                <a:shade val="80000"/>
                <a:hueOff val="-381692"/>
                <a:satOff val="17009"/>
                <a:lumOff val="2377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0" rIns="151118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kern="1200" dirty="0">
              <a:latin typeface="Arial"/>
              <a:cs typeface="Arial"/>
            </a:rPr>
            <a:t>Cloud DLP</a:t>
          </a:r>
          <a:endParaRPr lang="en-US" sz="2400" b="1" kern="1200" dirty="0">
            <a:cs typeface="Arial"/>
          </a:endParaRP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 dirty="0">
              <a:latin typeface="Arial"/>
              <a:cs typeface="Arial"/>
            </a:rPr>
            <a:t>Se centra en los datos </a:t>
          </a:r>
          <a:r>
            <a:rPr lang="es-ES" sz="1900" b="0" kern="1200" dirty="0">
              <a:latin typeface="Arial"/>
              <a:cs typeface="Arial"/>
            </a:rPr>
            <a:t>almacenados y accedidos a través de servicios en la nube, controlando quiénes pueden compartir archivos o acceder a ellos.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900" b="1" kern="1200" dirty="0"/>
        </a:p>
      </dsp:txBody>
      <dsp:txXfrm rot="5400000">
        <a:off x="6658079" y="900752"/>
        <a:ext cx="3096227" cy="270226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95E10-19AE-4622-85B5-1995AFDBBBF4}">
      <dsp:nvSpPr>
        <dsp:cNvPr id="0" name=""/>
        <dsp:cNvSpPr/>
      </dsp:nvSpPr>
      <dsp:spPr>
        <a:xfrm rot="5400000">
          <a:off x="-244191" y="247785"/>
          <a:ext cx="1627945" cy="1139561"/>
        </a:xfrm>
        <a:prstGeom prst="chevron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kern="1200" dirty="0">
              <a:latin typeface="Arial"/>
              <a:cs typeface="Arial"/>
            </a:rPr>
            <a:t>Microsoft Purview DLP</a:t>
          </a:r>
        </a:p>
      </dsp:txBody>
      <dsp:txXfrm rot="-5400000">
        <a:off x="2" y="573374"/>
        <a:ext cx="1139561" cy="488384"/>
      </dsp:txXfrm>
    </dsp:sp>
    <dsp:sp modelId="{4519DB15-F68D-4BF6-9A71-322798C33F38}">
      <dsp:nvSpPr>
        <dsp:cNvPr id="0" name=""/>
        <dsp:cNvSpPr/>
      </dsp:nvSpPr>
      <dsp:spPr>
        <a:xfrm rot="5400000">
          <a:off x="4918168" y="-3775013"/>
          <a:ext cx="1058720" cy="86159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Escanea</a:t>
          </a:r>
          <a:r>
            <a:rPr lang="es-ES" sz="2200" b="0" kern="1200" dirty="0"/>
            <a:t> datos en reposo y en uso en ubicaciones como SharePoint, OneDrive, Teams, Exchange, puntos de conexión y aplicaciones en la nube</a:t>
          </a:r>
          <a:r>
            <a:rPr lang="es-ES" sz="2200" b="0" kern="1200" dirty="0">
              <a:latin typeface="Arial"/>
              <a:cs typeface="Arial"/>
            </a:rPr>
            <a:t>.</a:t>
          </a:r>
        </a:p>
      </dsp:txBody>
      <dsp:txXfrm rot="-5400000">
        <a:off x="1139561" y="55276"/>
        <a:ext cx="8564253" cy="955356"/>
      </dsp:txXfrm>
    </dsp:sp>
    <dsp:sp modelId="{31FA11D9-1EFE-4837-BF8E-A4D25D57A2E5}">
      <dsp:nvSpPr>
        <dsp:cNvPr id="0" name=""/>
        <dsp:cNvSpPr/>
      </dsp:nvSpPr>
      <dsp:spPr>
        <a:xfrm rot="5400000">
          <a:off x="-244191" y="1682102"/>
          <a:ext cx="1627945" cy="1139561"/>
        </a:xfrm>
        <a:prstGeom prst="chevron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20000"/>
                <a:tint val="50000"/>
                <a:satMod val="300000"/>
              </a:schemeClr>
            </a:gs>
            <a:gs pos="35000">
              <a:schemeClr val="accent6">
                <a:alpha val="90000"/>
                <a:hueOff val="0"/>
                <a:satOff val="0"/>
                <a:lumOff val="0"/>
                <a:alphaOff val="-20000"/>
                <a:tint val="37000"/>
                <a:satMod val="3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2000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200" b="1" kern="1200" dirty="0">
              <a:latin typeface="Arial"/>
              <a:cs typeface="Arial"/>
            </a:rPr>
            <a:t> Symantec DLP</a:t>
          </a:r>
          <a:endParaRPr lang="es-ES" sz="1200" b="1" kern="1200" dirty="0">
            <a:cs typeface="Arial"/>
          </a:endParaRPr>
        </a:p>
      </dsp:txBody>
      <dsp:txXfrm rot="-5400000">
        <a:off x="2" y="2007691"/>
        <a:ext cx="1139561" cy="488384"/>
      </dsp:txXfrm>
    </dsp:sp>
    <dsp:sp modelId="{4C52F3A9-29BD-4DE5-A6FC-2E580B9A6E12}">
      <dsp:nvSpPr>
        <dsp:cNvPr id="0" name=""/>
        <dsp:cNvSpPr/>
      </dsp:nvSpPr>
      <dsp:spPr>
        <a:xfrm rot="5400000">
          <a:off x="4918447" y="-2340975"/>
          <a:ext cx="1058164" cy="86159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kern="1200" dirty="0">
              <a:latin typeface="Arial"/>
            </a:rPr>
            <a:t>Escanea redes, endpoints y servidores </a:t>
          </a:r>
          <a:r>
            <a:rPr lang="es-ES" sz="2200" b="0" kern="1200" dirty="0"/>
            <a:t>de correo</a:t>
          </a:r>
          <a:r>
            <a:rPr lang="es-ES" sz="2200" b="0" kern="1200" dirty="0">
              <a:latin typeface="Arial"/>
            </a:rPr>
            <a:t>, usando reglas predefinidas para detectar información sensible.</a:t>
          </a:r>
          <a:endParaRPr lang="es-ES" sz="2200" b="1" kern="1200" dirty="0"/>
        </a:p>
      </dsp:txBody>
      <dsp:txXfrm rot="-5400000">
        <a:off x="1139562" y="1489565"/>
        <a:ext cx="8564280" cy="954854"/>
      </dsp:txXfrm>
    </dsp:sp>
    <dsp:sp modelId="{05B25527-3AE0-4388-8A01-9869C189F5C7}">
      <dsp:nvSpPr>
        <dsp:cNvPr id="0" name=""/>
        <dsp:cNvSpPr/>
      </dsp:nvSpPr>
      <dsp:spPr>
        <a:xfrm rot="5400000">
          <a:off x="-244191" y="3116418"/>
          <a:ext cx="1627945" cy="1139561"/>
        </a:xfrm>
        <a:prstGeom prst="chevron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6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kern="1200" dirty="0"/>
            <a:t>McAfee Total Protection for </a:t>
          </a:r>
          <a:r>
            <a:rPr lang="en-US" sz="1200" b="0" kern="1200" dirty="0">
              <a:latin typeface="Arial"/>
            </a:rPr>
            <a:t>DLP</a:t>
          </a:r>
        </a:p>
      </dsp:txBody>
      <dsp:txXfrm rot="-5400000">
        <a:off x="2" y="3442007"/>
        <a:ext cx="1139561" cy="488384"/>
      </dsp:txXfrm>
    </dsp:sp>
    <dsp:sp modelId="{75910381-EAFD-489D-AFC5-1F0F5D99F452}">
      <dsp:nvSpPr>
        <dsp:cNvPr id="0" name=""/>
        <dsp:cNvSpPr/>
      </dsp:nvSpPr>
      <dsp:spPr>
        <a:xfrm rot="5400000">
          <a:off x="4918447" y="-906658"/>
          <a:ext cx="1058164" cy="86159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kern="1200" dirty="0">
              <a:latin typeface="Arial"/>
            </a:rPr>
            <a:t>Reporta en</a:t>
          </a:r>
          <a:r>
            <a:rPr lang="es-ES" sz="2200" kern="1200" dirty="0">
              <a:latin typeface="Arial"/>
            </a:rPr>
            <a:t> tiempo real las acciones, permitiendo clasificar por usuario, grupo o departamento las políticas establecidas.</a:t>
          </a:r>
          <a:endParaRPr lang="es-E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2200" b="1" kern="1200" dirty="0"/>
        </a:p>
      </dsp:txBody>
      <dsp:txXfrm rot="-5400000">
        <a:off x="1139562" y="2923882"/>
        <a:ext cx="8564280" cy="95485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71C4A-3812-4B37-95AD-A50F1B9CFE5D}">
      <dsp:nvSpPr>
        <dsp:cNvPr id="0" name=""/>
        <dsp:cNvSpPr/>
      </dsp:nvSpPr>
      <dsp:spPr>
        <a:xfrm>
          <a:off x="0" y="685896"/>
          <a:ext cx="8943048" cy="99508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>
              <a:latin typeface="Arial"/>
              <a:ea typeface="+mn-ea"/>
              <a:cs typeface="Arial"/>
            </a:rPr>
            <a:t>Forman </a:t>
          </a:r>
          <a:r>
            <a:rPr lang="en-US" sz="2700" b="0" kern="1200" err="1">
              <a:latin typeface="Arial"/>
              <a:ea typeface="+mn-ea"/>
              <a:cs typeface="Arial"/>
            </a:rPr>
            <a:t>parte</a:t>
          </a:r>
          <a:r>
            <a:rPr lang="en-US" sz="2700" b="0" kern="1200">
              <a:latin typeface="Arial"/>
              <a:ea typeface="+mn-ea"/>
              <a:cs typeface="Arial"/>
            </a:rPr>
            <a:t> de </a:t>
          </a:r>
          <a:r>
            <a:rPr lang="en-US" sz="2700" b="0" kern="1200" err="1">
              <a:latin typeface="Arial"/>
              <a:ea typeface="+mn-ea"/>
              <a:cs typeface="Arial"/>
            </a:rPr>
            <a:t>una</a:t>
          </a:r>
          <a:r>
            <a:rPr lang="en-US" sz="2700" b="0" kern="1200">
              <a:latin typeface="Arial"/>
              <a:ea typeface="+mn-ea"/>
              <a:cs typeface="Arial"/>
            </a:rPr>
            <a:t> base </a:t>
          </a:r>
          <a:r>
            <a:rPr lang="en-US" sz="2700" b="0" kern="1200" err="1">
              <a:latin typeface="Arial"/>
              <a:ea typeface="+mn-ea"/>
              <a:cs typeface="Arial"/>
            </a:rPr>
            <a:t>en</a:t>
          </a:r>
          <a:r>
            <a:rPr lang="en-US" sz="2700" b="0" kern="1200">
              <a:latin typeface="Arial"/>
              <a:ea typeface="+mn-ea"/>
              <a:cs typeface="Arial"/>
            </a:rPr>
            <a:t> la </a:t>
          </a:r>
          <a:r>
            <a:rPr lang="en-US" sz="2700" b="0" kern="1200" err="1">
              <a:latin typeface="Arial"/>
              <a:ea typeface="+mn-ea"/>
              <a:cs typeface="Arial"/>
            </a:rPr>
            <a:t>comunicación</a:t>
          </a:r>
          <a:r>
            <a:rPr lang="en-US" sz="2700" b="0" kern="1200">
              <a:latin typeface="Arial"/>
              <a:ea typeface="+mn-ea"/>
              <a:cs typeface="Arial"/>
            </a:rPr>
            <a:t> y </a:t>
          </a:r>
          <a:r>
            <a:rPr lang="en-US" sz="2700" b="0" kern="1200" err="1">
              <a:latin typeface="Arial"/>
              <a:ea typeface="+mn-ea"/>
              <a:cs typeface="Arial"/>
            </a:rPr>
            <a:t>gestión</a:t>
          </a:r>
          <a:r>
            <a:rPr lang="en-US" sz="2700" b="0" kern="1200">
              <a:latin typeface="Arial"/>
              <a:ea typeface="+mn-ea"/>
              <a:cs typeface="Arial"/>
            </a:rPr>
            <a:t> de </a:t>
          </a:r>
          <a:r>
            <a:rPr lang="en-US" sz="2700" b="0" kern="1200" err="1">
              <a:latin typeface="Arial"/>
              <a:ea typeface="+mn-ea"/>
              <a:cs typeface="Arial"/>
            </a:rPr>
            <a:t>datos</a:t>
          </a:r>
          <a:r>
            <a:rPr lang="en-US" sz="2700" b="0" kern="1200">
              <a:latin typeface="Arial"/>
              <a:ea typeface="+mn-ea"/>
              <a:cs typeface="Arial"/>
            </a:rPr>
            <a:t> </a:t>
          </a:r>
          <a:r>
            <a:rPr lang="en-US" sz="2700" b="0" kern="1200" err="1">
              <a:latin typeface="Arial"/>
              <a:ea typeface="+mn-ea"/>
              <a:cs typeface="Arial"/>
            </a:rPr>
            <a:t>eficiente</a:t>
          </a:r>
          <a:r>
            <a:rPr lang="en-US" sz="2700" b="0" kern="1200">
              <a:latin typeface="Arial"/>
              <a:ea typeface="+mn-ea"/>
              <a:cs typeface="Arial"/>
            </a:rPr>
            <a:t>.</a:t>
          </a:r>
          <a:endParaRPr lang="en-US" sz="2700" b="0" kern="1200">
            <a:ea typeface="+mn-ea"/>
            <a:cs typeface="Arial"/>
          </a:endParaRPr>
        </a:p>
      </dsp:txBody>
      <dsp:txXfrm>
        <a:off x="48576" y="734472"/>
        <a:ext cx="8845896" cy="897933"/>
      </dsp:txXfrm>
    </dsp:sp>
    <dsp:sp modelId="{B437BC81-DB43-4D83-81FF-212F17094952}">
      <dsp:nvSpPr>
        <dsp:cNvPr id="0" name=""/>
        <dsp:cNvSpPr/>
      </dsp:nvSpPr>
      <dsp:spPr>
        <a:xfrm>
          <a:off x="0" y="1758741"/>
          <a:ext cx="8943048" cy="99508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0" kern="1200">
              <a:latin typeface="Arial"/>
              <a:ea typeface="+mn-ea"/>
              <a:cs typeface="Arial"/>
            </a:rPr>
            <a:t>Fortalecerán la seguridad de la información, así como la integridad  de los recursos dentro de una organización.</a:t>
          </a:r>
          <a:endParaRPr lang="es-ES" sz="2700" b="0" kern="1200">
            <a:ea typeface="+mn-ea"/>
            <a:cs typeface="Arial"/>
          </a:endParaRPr>
        </a:p>
      </dsp:txBody>
      <dsp:txXfrm>
        <a:off x="48576" y="1807317"/>
        <a:ext cx="8845896" cy="897933"/>
      </dsp:txXfrm>
    </dsp:sp>
    <dsp:sp modelId="{9715C6AC-1A9F-48F7-9562-3124128FD7F3}">
      <dsp:nvSpPr>
        <dsp:cNvPr id="0" name=""/>
        <dsp:cNvSpPr/>
      </dsp:nvSpPr>
      <dsp:spPr>
        <a:xfrm>
          <a:off x="0" y="2831586"/>
          <a:ext cx="8943048" cy="99508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0" kern="1200">
              <a:latin typeface="Arial"/>
              <a:ea typeface="+mn-ea"/>
              <a:cs typeface="Arial"/>
            </a:rPr>
            <a:t>Esenciales en cualquier empresa en cuanto a seguridad se refiere.</a:t>
          </a:r>
        </a:p>
      </dsp:txBody>
      <dsp:txXfrm>
        <a:off x="48576" y="2880162"/>
        <a:ext cx="8845896" cy="897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05101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737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2103958" y="4734331"/>
            <a:ext cx="7992889" cy="148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700"/>
              </a:spcBef>
              <a:spcAft>
                <a:spcPts val="0"/>
              </a:spcAft>
              <a:buClr>
                <a:srgbClr val="0F243E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F243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ftr" idx="11"/>
          </p:nvPr>
        </p:nvSpPr>
        <p:spPr>
          <a:xfrm>
            <a:off x="3544119" y="6805761"/>
            <a:ext cx="5438797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2493" y="2749110"/>
            <a:ext cx="9619774" cy="397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5085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682493" y="1525044"/>
            <a:ext cx="9619774" cy="106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446E42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446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7" name="Shape 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2705" y="49210"/>
            <a:ext cx="1151624" cy="10323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Shape 18"/>
          <p:cNvCxnSpPr/>
          <p:nvPr/>
        </p:nvCxnSpPr>
        <p:spPr>
          <a:xfrm>
            <a:off x="0" y="1155277"/>
            <a:ext cx="10688638" cy="0"/>
          </a:xfrm>
          <a:prstGeom prst="straightConnector1">
            <a:avLst/>
          </a:prstGeom>
          <a:noFill/>
          <a:ln w="25400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9" name="Shape 19"/>
          <p:cNvCxnSpPr/>
          <p:nvPr/>
        </p:nvCxnSpPr>
        <p:spPr>
          <a:xfrm>
            <a:off x="0" y="7031529"/>
            <a:ext cx="10688638" cy="0"/>
          </a:xfrm>
          <a:prstGeom prst="straightConnector1">
            <a:avLst/>
          </a:prstGeom>
          <a:noFill/>
          <a:ln w="9525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71705" y="7110988"/>
            <a:ext cx="5438797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7900615" y="7089100"/>
            <a:ext cx="2494016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sp>
        <p:nvSpPr>
          <p:cNvPr id="11" name="Shape 32">
            <a:extLst>
              <a:ext uri="{FF2B5EF4-FFF2-40B4-BE49-F238E27FC236}">
                <a16:creationId xmlns:a16="http://schemas.microsoft.com/office/drawing/2014/main" id="{71D031DD-96C0-4E89-9B1D-275821C4B05C}"/>
              </a:ext>
            </a:extLst>
          </p:cNvPr>
          <p:cNvSpPr txBox="1"/>
          <p:nvPr userDrawn="1"/>
        </p:nvSpPr>
        <p:spPr>
          <a:xfrm>
            <a:off x="3800475" y="446254"/>
            <a:ext cx="6621998" cy="5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TEMA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C" sz="1500" b="0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GESTIÓN DE TICS Y UNIDADES</a:t>
            </a:r>
            <a:r>
              <a:rPr lang="es-EC" sz="1500" b="0" i="0" u="none" strike="noStrike" cap="none" baseline="0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 INFORMÁTICAS (SIC-826)</a:t>
            </a:r>
            <a:r>
              <a:rPr lang="es-EC" sz="1500" b="0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5810502" y="3860834"/>
            <a:ext cx="4739114" cy="41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5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Nombre del profesor "Coloque desde pie de página"</a:t>
            </a:r>
            <a:endParaRPr/>
          </a:p>
        </p:txBody>
      </p:sp>
      <p:pic>
        <p:nvPicPr>
          <p:cNvPr id="35" name="Shape 35" descr="Carlita Gomez:Meses:2013:PowerPoint_ALarco:hoja:fi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1705" y="49210"/>
            <a:ext cx="1153624" cy="10323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Shape 36"/>
          <p:cNvCxnSpPr/>
          <p:nvPr/>
        </p:nvCxnSpPr>
        <p:spPr>
          <a:xfrm>
            <a:off x="0" y="1155277"/>
            <a:ext cx="10688638" cy="0"/>
          </a:xfrm>
          <a:prstGeom prst="straightConnector1">
            <a:avLst/>
          </a:prstGeom>
          <a:noFill/>
          <a:ln w="25400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37" name="Shape 37"/>
          <p:cNvCxnSpPr/>
          <p:nvPr/>
        </p:nvCxnSpPr>
        <p:spPr>
          <a:xfrm>
            <a:off x="0" y="7031529"/>
            <a:ext cx="10688638" cy="0"/>
          </a:xfrm>
          <a:prstGeom prst="straightConnector1">
            <a:avLst/>
          </a:prstGeom>
          <a:noFill/>
          <a:ln w="9525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71705" y="7110988"/>
            <a:ext cx="5438797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7900615" y="7089100"/>
            <a:ext cx="2494016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sp>
        <p:nvSpPr>
          <p:cNvPr id="10" name="Shape 32">
            <a:extLst>
              <a:ext uri="{FF2B5EF4-FFF2-40B4-BE49-F238E27FC236}">
                <a16:creationId xmlns:a16="http://schemas.microsoft.com/office/drawing/2014/main" id="{CE1278D9-A279-41B5-8912-0B9E1951AEC9}"/>
              </a:ext>
            </a:extLst>
          </p:cNvPr>
          <p:cNvSpPr txBox="1"/>
          <p:nvPr userDrawn="1"/>
        </p:nvSpPr>
        <p:spPr>
          <a:xfrm>
            <a:off x="3800475" y="446254"/>
            <a:ext cx="6621998" cy="5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PLAN DE RECUPERACIÓN DE DESASTRES (DRP)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C" sz="1500" b="0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CISM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446E42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446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844329" y="3205459"/>
            <a:ext cx="9085342" cy="1654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4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5810502" y="3860834"/>
            <a:ext cx="4739114" cy="41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5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Nombre del profesor "Coloque desde pie de página"</a:t>
            </a:r>
            <a:endParaRPr/>
          </a:p>
        </p:txBody>
      </p:sp>
      <p:pic>
        <p:nvPicPr>
          <p:cNvPr id="27" name="Shape 27" descr="Carlita Gomez:Meses:2013:PowerPoint_ALarco:hoja:fi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1705" y="49210"/>
            <a:ext cx="1153624" cy="10323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0" y="1155277"/>
            <a:ext cx="10688638" cy="0"/>
          </a:xfrm>
          <a:prstGeom prst="straightConnector1">
            <a:avLst/>
          </a:prstGeom>
          <a:noFill/>
          <a:ln w="25400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9" name="Shape 29"/>
          <p:cNvCxnSpPr/>
          <p:nvPr/>
        </p:nvCxnSpPr>
        <p:spPr>
          <a:xfrm>
            <a:off x="0" y="7031529"/>
            <a:ext cx="10688638" cy="0"/>
          </a:xfrm>
          <a:prstGeom prst="straightConnector1">
            <a:avLst/>
          </a:prstGeom>
          <a:noFill/>
          <a:ln w="9525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0" name="Shape 30"/>
          <p:cNvSpPr txBox="1">
            <a:spLocks noGrp="1"/>
          </p:cNvSpPr>
          <p:nvPr>
            <p:ph type="ftr" idx="11"/>
          </p:nvPr>
        </p:nvSpPr>
        <p:spPr>
          <a:xfrm>
            <a:off x="371705" y="7110988"/>
            <a:ext cx="5438797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7900615" y="7089100"/>
            <a:ext cx="2494016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sp>
        <p:nvSpPr>
          <p:cNvPr id="11" name="Shape 32">
            <a:extLst>
              <a:ext uri="{FF2B5EF4-FFF2-40B4-BE49-F238E27FC236}">
                <a16:creationId xmlns:a16="http://schemas.microsoft.com/office/drawing/2014/main" id="{CD12E819-8273-4635-A4FE-3DA1A25C60F3}"/>
              </a:ext>
            </a:extLst>
          </p:cNvPr>
          <p:cNvSpPr txBox="1"/>
          <p:nvPr userDrawn="1"/>
        </p:nvSpPr>
        <p:spPr>
          <a:xfrm>
            <a:off x="3800475" y="446254"/>
            <a:ext cx="6621998" cy="5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PLAN DE RECUPERACIÓN DE DESASTRES (DRP)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C" sz="1500" b="0" i="0" u="none" strike="noStrike" cap="none">
                <a:solidFill>
                  <a:srgbClr val="273326"/>
                </a:solidFill>
                <a:latin typeface="Arial"/>
                <a:ea typeface="Arial"/>
                <a:cs typeface="Arial"/>
                <a:sym typeface="Arial"/>
              </a:rPr>
              <a:t>CISM </a:t>
            </a:r>
          </a:p>
        </p:txBody>
      </p:sp>
    </p:spTree>
    <p:extLst>
      <p:ext uri="{BB962C8B-B14F-4D97-AF65-F5344CB8AC3E}">
        <p14:creationId xmlns:p14="http://schemas.microsoft.com/office/powerpoint/2010/main" val="61796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subTitle" idx="1"/>
          </p:nvPr>
        </p:nvSpPr>
        <p:spPr>
          <a:xfrm>
            <a:off x="1108953" y="3563773"/>
            <a:ext cx="9579685" cy="162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t" anchorCtr="0">
            <a:noAutofit/>
          </a:bodyPr>
          <a:lstStyle/>
          <a:p>
            <a:pPr lvl="0">
              <a:spcBef>
                <a:spcPts val="0"/>
              </a:spcBef>
            </a:pPr>
            <a:endParaRPr lang="es-EC"/>
          </a:p>
          <a:p>
            <a:pPr>
              <a:spcBef>
                <a:spcPts val="0"/>
              </a:spcBef>
            </a:pPr>
            <a:r>
              <a:rPr lang="es-MX" b="1"/>
              <a:t>Terminología de servidores</a:t>
            </a:r>
            <a:endParaRPr lang="es-EC"/>
          </a:p>
        </p:txBody>
      </p:sp>
      <p:sp>
        <p:nvSpPr>
          <p:cNvPr id="46" name="Shape 46"/>
          <p:cNvSpPr txBox="1">
            <a:spLocks noGrp="1"/>
          </p:cNvSpPr>
          <p:nvPr>
            <p:ph type="ftr" idx="11"/>
          </p:nvPr>
        </p:nvSpPr>
        <p:spPr>
          <a:xfrm>
            <a:off x="3179396" y="5497635"/>
            <a:ext cx="5438797" cy="162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/>
          <a:p>
            <a:pPr lvl="0"/>
            <a:r>
              <a:rPr lang="es-PE"/>
              <a:t>Equipo #3:  </a:t>
            </a:r>
          </a:p>
          <a:p>
            <a:pPr lvl="0"/>
            <a:endParaRPr lang="es-PE"/>
          </a:p>
          <a:p>
            <a:pPr lvl="0"/>
            <a:r>
              <a:rPr lang="es-PE"/>
              <a:t>Felipe Merino</a:t>
            </a:r>
          </a:p>
          <a:p>
            <a:pPr lvl="0"/>
            <a:r>
              <a:rPr lang="es-PE" err="1"/>
              <a:t>Aidan</a:t>
            </a:r>
            <a:r>
              <a:rPr lang="es-PE"/>
              <a:t> Carrasco </a:t>
            </a:r>
          </a:p>
          <a:p>
            <a:pPr lvl="0"/>
            <a:r>
              <a:rPr lang="es-PE" err="1"/>
              <a:t>Zenán</a:t>
            </a:r>
            <a:r>
              <a:rPr lang="es-PE"/>
              <a:t> Fernández</a:t>
            </a:r>
          </a:p>
          <a:p>
            <a:pPr lvl="0"/>
            <a:r>
              <a:rPr lang="es-PE" err="1"/>
              <a:t>Josue</a:t>
            </a:r>
            <a:r>
              <a:rPr lang="es-PE"/>
              <a:t> Palma</a:t>
            </a:r>
          </a:p>
          <a:p>
            <a:pPr lvl="0"/>
            <a:r>
              <a:rPr lang="es-PE"/>
              <a:t>Mathew Verdezoto</a:t>
            </a:r>
          </a:p>
          <a:p>
            <a:pPr lvl="0"/>
            <a:endParaRPr lang="es-PE"/>
          </a:p>
          <a:p>
            <a:pPr lvl="0"/>
            <a:r>
              <a:rPr lang="es-PE"/>
              <a:t>Profesor: Ing. Juan Herrera</a:t>
            </a:r>
          </a:p>
          <a:p>
            <a:pPr lvl="0"/>
            <a:r>
              <a:rPr lang="es-PE"/>
              <a:t>Fecha: 20/10/2025</a:t>
            </a:r>
          </a:p>
        </p:txBody>
      </p:sp>
    </p:spTree>
    <p:extLst>
      <p:ext uri="{BB962C8B-B14F-4D97-AF65-F5344CB8AC3E}">
        <p14:creationId xmlns:p14="http://schemas.microsoft.com/office/powerpoint/2010/main" val="1623216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A24463E-A726-442E-B358-23DDAF2B7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025" y="1289502"/>
            <a:ext cx="8113216" cy="700584"/>
          </a:xfrm>
        </p:spPr>
        <p:txBody>
          <a:bodyPr/>
          <a:lstStyle/>
          <a:p>
            <a:r>
              <a:rPr lang="es-ES" sz="3600"/>
              <a:t>Resumen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DE3B4E-6E8D-49FE-BF29-B3BB68F110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E56063FC-231B-4922-BF84-020F0EFBDE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530699"/>
              </p:ext>
            </p:extLst>
          </p:nvPr>
        </p:nvGraphicFramePr>
        <p:xfrm>
          <a:off x="1174281" y="2134416"/>
          <a:ext cx="8330467" cy="4656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50B32AB-0002-42F3-B1A0-5954227A37C4}"/>
              </a:ext>
            </a:extLst>
          </p:cNvPr>
          <p:cNvSpPr txBox="1"/>
          <p:nvPr/>
        </p:nvSpPr>
        <p:spPr>
          <a:xfrm>
            <a:off x="5051612" y="730624"/>
            <a:ext cx="530262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s-MX" b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C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ntra</a:t>
            </a:r>
            <a:r>
              <a:rPr lang="es-EC" b="1">
                <a:latin typeface="Times New Roman" panose="02020603050405020304" pitchFamily="18" charset="0"/>
                <a:cs typeface="Times New Roman" panose="02020603050405020304" pitchFamily="18" charset="0"/>
              </a:rPr>
              <a:t>-Extra NET y E-Commerce</a:t>
            </a:r>
            <a:endParaRPr lang="es-EC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2A18E74-197A-56A7-9D9D-5B1FCB48BF3D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998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BD803-9CC5-293D-E2E1-C3EA0DD6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6B437-C67D-C56A-2B8E-9F92B1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3337192"/>
            <a:ext cx="9085342" cy="888465"/>
          </a:xfrm>
        </p:spPr>
        <p:txBody>
          <a:bodyPr/>
          <a:lstStyle/>
          <a:p>
            <a:pPr algn="ctr"/>
            <a:r>
              <a:rPr lang="es-EC"/>
              <a:t>Correo electrónico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BB430E-7053-6373-D58A-21838CE611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3</a:t>
            </a:fld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733FAC-7EAA-8FF3-98D2-87C11289F1F9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77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24A54-6605-95A8-05EB-CCC2DA7A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266079C-E398-FFCB-FC56-7B5BCD02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307330"/>
            <a:ext cx="10089831" cy="854517"/>
          </a:xfrm>
        </p:spPr>
        <p:txBody>
          <a:bodyPr/>
          <a:lstStyle/>
          <a:p>
            <a:r>
              <a:rPr lang="es-EC"/>
              <a:t>Protocolo IMAP</a:t>
            </a: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394019-8367-38F1-3C42-1319BEBDA9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4</a:t>
            </a:fld>
            <a:endParaRPr lang="es-EC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E8AA5104-6724-AB21-5307-45BFA45524C3}"/>
              </a:ext>
            </a:extLst>
          </p:cNvPr>
          <p:cNvGraphicFramePr/>
          <p:nvPr/>
        </p:nvGraphicFramePr>
        <p:xfrm>
          <a:off x="294008" y="2161846"/>
          <a:ext cx="10231252" cy="4805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215A8850-8437-ABB8-E8F3-D6BA35E2FAF8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69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1AA2-FB73-CEC3-B236-5DE1A9EF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439892-516E-0257-A668-7723B80A62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5</a:t>
            </a:fld>
            <a:endParaRPr lang="es-EC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752142A-D4AC-274E-1687-A1C8B78A9269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9B311DC-CE59-8547-B0EF-D49F22EA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1207622"/>
            <a:ext cx="9085342" cy="888465"/>
          </a:xfrm>
        </p:spPr>
        <p:txBody>
          <a:bodyPr/>
          <a:lstStyle/>
          <a:p>
            <a:pPr algn="ctr"/>
            <a:r>
              <a:rPr lang="es-EC" sz="4000"/>
              <a:t>Protocolo POP3</a:t>
            </a:r>
            <a:endParaRPr lang="es-ES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FBB27F28-B784-C34D-2E14-3A5B0555AAEC}"/>
              </a:ext>
            </a:extLst>
          </p:cNvPr>
          <p:cNvGraphicFramePr/>
          <p:nvPr/>
        </p:nvGraphicFramePr>
        <p:xfrm>
          <a:off x="682493" y="1897117"/>
          <a:ext cx="9323652" cy="4861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2641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7C23C-44D9-E23F-CDA9-C33299159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247390E-D1D8-96B2-A1D7-08CAFACFD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307330"/>
            <a:ext cx="10089831" cy="854517"/>
          </a:xfrm>
        </p:spPr>
        <p:txBody>
          <a:bodyPr/>
          <a:lstStyle/>
          <a:p>
            <a:r>
              <a:rPr lang="es-EC"/>
              <a:t>Protocolo SMTP</a:t>
            </a: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D6420-C2A8-180A-0B38-EF010380FA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6</a:t>
            </a:fld>
            <a:endParaRPr lang="es-EC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EC72AAC3-B7B2-2018-2678-1D2485123FD0}"/>
              </a:ext>
            </a:extLst>
          </p:cNvPr>
          <p:cNvGraphicFramePr/>
          <p:nvPr/>
        </p:nvGraphicFramePr>
        <p:xfrm>
          <a:off x="294008" y="2161846"/>
          <a:ext cx="10231252" cy="4805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77E424B1-13B3-D862-F63E-B08F179DD798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38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23DF-C737-4955-5B85-A1B0D369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259B2-3684-EC3F-9B8B-2B1A50CA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3337192"/>
            <a:ext cx="9085342" cy="888465"/>
          </a:xfrm>
        </p:spPr>
        <p:txBody>
          <a:bodyPr/>
          <a:lstStyle/>
          <a:p>
            <a:pPr algn="ctr"/>
            <a:r>
              <a:rPr lang="es-EC"/>
              <a:t>Almacenamiento</a:t>
            </a: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E18640-BFAD-6AA6-B3AA-251AFCA3C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7</a:t>
            </a:fld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46D9E4-0DE8-47AA-AD98-34CADD55F5BC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134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02003D-32A8-45D1-1AD7-DB210A675F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8</a:t>
            </a:fld>
            <a:endParaRPr lang="es-EC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B425AC-68C4-DDD1-E5ED-E4B08F315B74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09D9B6-809F-95CF-F91E-FEF34A23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1207622"/>
            <a:ext cx="9085342" cy="888465"/>
          </a:xfrm>
        </p:spPr>
        <p:txBody>
          <a:bodyPr/>
          <a:lstStyle/>
          <a:p>
            <a:pPr algn="ctr"/>
            <a:r>
              <a:rPr lang="es-EC" sz="4000"/>
              <a:t>Que es Raid</a:t>
            </a: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6185B973-DCDB-4D70-BD5D-F88EBD0E02DA}"/>
              </a:ext>
            </a:extLst>
          </p:cNvPr>
          <p:cNvGraphicFramePr/>
          <p:nvPr/>
        </p:nvGraphicFramePr>
        <p:xfrm>
          <a:off x="682493" y="1897117"/>
          <a:ext cx="9323652" cy="4861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905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1DB34C-BF2B-9CB5-8664-9740499B2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9</a:t>
            </a:fld>
            <a:endParaRPr lang="es-EC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B6E858-5309-3B02-1C2B-E747764D370C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4F7FC5D-A092-2E22-85B6-83FAEEA6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1108922"/>
            <a:ext cx="9085342" cy="888465"/>
          </a:xfrm>
        </p:spPr>
        <p:txBody>
          <a:bodyPr/>
          <a:lstStyle/>
          <a:p>
            <a:pPr algn="ctr"/>
            <a:r>
              <a:rPr lang="es-EC" sz="4000"/>
              <a:t>Raid 0 - Distribución </a:t>
            </a: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7E267AF3-5583-C957-B80E-DF10A0C0CE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8487984"/>
              </p:ext>
            </p:extLst>
          </p:nvPr>
        </p:nvGraphicFramePr>
        <p:xfrm>
          <a:off x="629643" y="1360427"/>
          <a:ext cx="9417022" cy="56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996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875F05-AA14-867D-E6A6-912E001F6A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10</a:t>
            </a:fld>
            <a:endParaRPr lang="es-EC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9C21EA-3633-31BB-CA4F-CE30F0F73833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58B644E-87FA-3726-107C-740AD8268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1108922"/>
            <a:ext cx="9085342" cy="888465"/>
          </a:xfrm>
        </p:spPr>
        <p:txBody>
          <a:bodyPr/>
          <a:lstStyle/>
          <a:p>
            <a:pPr algn="ctr"/>
            <a:r>
              <a:rPr lang="es-EC" sz="4000"/>
              <a:t>Raid 1 - Espejo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A12B2969-DAB3-17C9-D188-57E59440B0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6326024"/>
              </p:ext>
            </p:extLst>
          </p:nvPr>
        </p:nvGraphicFramePr>
        <p:xfrm>
          <a:off x="629643" y="1360427"/>
          <a:ext cx="9417022" cy="5915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675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417EE7-DE87-2E37-AF3E-2418C31267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11</a:t>
            </a:fld>
            <a:endParaRPr lang="es-EC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F237F0-5DB3-092C-36CC-AFBB4D7A7031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813B40F-04FC-C4E1-C053-8D5AB8B71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1108922"/>
            <a:ext cx="9085342" cy="888465"/>
          </a:xfrm>
        </p:spPr>
        <p:txBody>
          <a:bodyPr/>
          <a:lstStyle/>
          <a:p>
            <a:pPr algn="ctr"/>
            <a:r>
              <a:rPr lang="es-EC" sz="4000"/>
              <a:t>Raid 5 - Paridad Distribuida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DB1FA9BD-BA10-E909-FEEB-F29EF9607A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897665"/>
              </p:ext>
            </p:extLst>
          </p:nvPr>
        </p:nvGraphicFramePr>
        <p:xfrm>
          <a:off x="249961" y="335931"/>
          <a:ext cx="10199398" cy="7826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069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F714E2-A81C-33BD-3D03-04A24F0626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12</a:t>
            </a:fld>
            <a:endParaRPr lang="es-EC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B3576A-BA6C-23EA-7D3C-07ADAC61CDED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7464E14-03B7-1893-9678-338764553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1108922"/>
            <a:ext cx="9085342" cy="888465"/>
          </a:xfrm>
        </p:spPr>
        <p:txBody>
          <a:bodyPr/>
          <a:lstStyle/>
          <a:p>
            <a:pPr algn="ctr"/>
            <a:r>
              <a:rPr lang="es-EC" sz="4000"/>
              <a:t>Raid 10 - Combinado 1 + 0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08567E1A-F343-AC85-1EA7-7D8DF32D4A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2646704"/>
              </p:ext>
            </p:extLst>
          </p:nvPr>
        </p:nvGraphicFramePr>
        <p:xfrm>
          <a:off x="629643" y="1360427"/>
          <a:ext cx="9417022" cy="5915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8323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2F85-BF9D-6738-9100-77423682C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CA94C-4767-0ACB-C599-756D73B2E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3337192"/>
            <a:ext cx="9085342" cy="888465"/>
          </a:xfrm>
        </p:spPr>
        <p:txBody>
          <a:bodyPr/>
          <a:lstStyle/>
          <a:p>
            <a:pPr algn="ctr"/>
            <a:r>
              <a:rPr lang="es-EC"/>
              <a:t>Active </a:t>
            </a:r>
            <a:r>
              <a:rPr lang="es-EC" err="1"/>
              <a:t>Directory</a:t>
            </a:r>
            <a:endParaRPr lang="es-ES" err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CB728C-FBAA-B8B0-835F-970E4C014F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13</a:t>
            </a:fld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EDAEB1-BD5B-9AB1-1E1C-B15FB455D95A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052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7F83-62A7-C58A-ADE8-C5BE0172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03860F-831E-ED57-D409-ED765C196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14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9EAC58EA-9004-A645-9174-5A23F2A46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3258021"/>
              </p:ext>
            </p:extLst>
          </p:nvPr>
        </p:nvGraphicFramePr>
        <p:xfrm>
          <a:off x="267488" y="2339089"/>
          <a:ext cx="6701718" cy="3909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57957141-40C3-1C2E-218D-5BF334F6711D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Título 2">
            <a:extLst>
              <a:ext uri="{FF2B5EF4-FFF2-40B4-BE49-F238E27FC236}">
                <a16:creationId xmlns:a16="http://schemas.microsoft.com/office/drawing/2014/main" id="{5D201300-BA1C-A0C1-89E4-E37B2E2F5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93" y="1307330"/>
            <a:ext cx="10089831" cy="854517"/>
          </a:xfrm>
        </p:spPr>
        <p:txBody>
          <a:bodyPr/>
          <a:lstStyle/>
          <a:p>
            <a:r>
              <a:rPr lang="es-EC" dirty="0"/>
              <a:t>Un breve resumen</a:t>
            </a:r>
            <a:endParaRPr lang="es-ES" dirty="0"/>
          </a:p>
        </p:txBody>
      </p:sp>
      <p:pic>
        <p:nvPicPr>
          <p:cNvPr id="580" name="Imagen 579" descr="Integración con MS Active Directory - FlashStart">
            <a:extLst>
              <a:ext uri="{FF2B5EF4-FFF2-40B4-BE49-F238E27FC236}">
                <a16:creationId xmlns:a16="http://schemas.microsoft.com/office/drawing/2014/main" id="{F2029DA2-2042-7932-2FA5-3B2B6112F9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134" y="2769901"/>
            <a:ext cx="3718988" cy="305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6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6E1B-FC3F-9E7F-5E4B-61C01D64D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6A1B1FA-C7B6-1D0E-FA19-40AA244D7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033" y="1077867"/>
            <a:ext cx="7476571" cy="582430"/>
          </a:xfrm>
        </p:spPr>
        <p:txBody>
          <a:bodyPr/>
          <a:lstStyle/>
          <a:p>
            <a:r>
              <a:rPr lang="es-ES" dirty="0"/>
              <a:t>Controlador de Dominio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42023-BCC8-DFBE-1E5D-56A5401B1D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15</a:t>
            </a:fld>
            <a:endParaRPr lang="es-EC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6C09C43-0F64-5421-0798-F91F8D0D2890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Diagrama 4">
            <a:extLst>
              <a:ext uri="{FF2B5EF4-FFF2-40B4-BE49-F238E27FC236}">
                <a16:creationId xmlns:a16="http://schemas.microsoft.com/office/drawing/2014/main" id="{3FB3C8D2-03DE-5EB0-F210-6B147B2D2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3055488"/>
              </p:ext>
            </p:extLst>
          </p:nvPr>
        </p:nvGraphicFramePr>
        <p:xfrm>
          <a:off x="672880" y="1800609"/>
          <a:ext cx="9755497" cy="5153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7781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99C2-BEC4-224A-715D-68775172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04FAF6F-45B0-BF73-EF14-D8DB25BBE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318" y="1318914"/>
            <a:ext cx="8795132" cy="748149"/>
          </a:xfrm>
        </p:spPr>
        <p:txBody>
          <a:bodyPr/>
          <a:lstStyle/>
          <a:p>
            <a:r>
              <a:rPr lang="es-ES" dirty="0" err="1"/>
              <a:t>Group</a:t>
            </a:r>
            <a:r>
              <a:rPr lang="es-ES" dirty="0"/>
              <a:t> </a:t>
            </a:r>
            <a:r>
              <a:rPr lang="es-ES" dirty="0" err="1"/>
              <a:t>Policy</a:t>
            </a:r>
            <a:r>
              <a:rPr lang="es-ES" dirty="0"/>
              <a:t> </a:t>
            </a:r>
            <a:r>
              <a:rPr lang="es-ES" dirty="0" err="1"/>
              <a:t>Object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B95D83-A54E-1713-2E34-403DE8A0AC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16</a:t>
            </a:fld>
            <a:endParaRPr lang="es-EC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DA6022-0AB8-7A28-E536-1BE5157F85E4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Diagrama 5">
            <a:extLst>
              <a:ext uri="{FF2B5EF4-FFF2-40B4-BE49-F238E27FC236}">
                <a16:creationId xmlns:a16="http://schemas.microsoft.com/office/drawing/2014/main" id="{0D9DBB8B-B3A7-2AB8-D225-29538ADBB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4902307"/>
              </p:ext>
            </p:extLst>
          </p:nvPr>
        </p:nvGraphicFramePr>
        <p:xfrm>
          <a:off x="184633" y="1895228"/>
          <a:ext cx="10319786" cy="4792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5032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9ABC3-5931-FE2C-4248-CA6CA328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B3384D8-CAC9-D6DE-01D8-7C400CBBC8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4400" b="0" dirty="0"/>
              <a:t>Ejemplos </a:t>
            </a:r>
            <a:r>
              <a:rPr lang="es-MX" sz="4400" b="0" dirty="0" err="1"/>
              <a:t>GPOs</a:t>
            </a:r>
            <a:endParaRPr lang="es-ES" dirty="0" err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738B43-8C00-F6B6-90D4-1A1F88B6BB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17</a:t>
            </a:fld>
            <a:endParaRPr lang="es-EC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3F81DF87-2ABA-9D14-C21D-B17A899AA465}"/>
              </a:ext>
            </a:extLst>
          </p:cNvPr>
          <p:cNvGraphicFramePr/>
          <p:nvPr/>
        </p:nvGraphicFramePr>
        <p:xfrm>
          <a:off x="682493" y="2119087"/>
          <a:ext cx="9323652" cy="4861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3F28A4F7-DF61-3762-3277-3E0A9E72B1C3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897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35BB-3279-CDE6-623A-BA6E59CF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B2079-F5E6-2DDD-CFFF-5F45E9D8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3337192"/>
            <a:ext cx="9085342" cy="888465"/>
          </a:xfrm>
        </p:spPr>
        <p:txBody>
          <a:bodyPr/>
          <a:lstStyle/>
          <a:p>
            <a:pPr algn="ctr"/>
            <a:r>
              <a:rPr lang="es-EC"/>
              <a:t>Gestión Documental</a:t>
            </a: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3150EB-1DE8-CDAD-A78A-33F14E801C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18</a:t>
            </a:fld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38983B-73FA-CF65-8638-A8193CC824FF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352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80715-FFBB-96A7-C64F-7B3559F9A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BE428E2-F2F9-2154-484F-C1944C387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318" y="1318914"/>
            <a:ext cx="8795132" cy="748149"/>
          </a:xfrm>
        </p:spPr>
        <p:txBody>
          <a:bodyPr/>
          <a:lstStyle/>
          <a:p>
            <a:r>
              <a:rPr lang="es-ES"/>
              <a:t>¿Qué es? 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1182B8-D669-BC04-2AC7-5ECCED93E7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19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E5944982-9233-632D-4DA2-A308FFE77D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85178"/>
              </p:ext>
            </p:extLst>
          </p:nvPr>
        </p:nvGraphicFramePr>
        <p:xfrm>
          <a:off x="184633" y="1895228"/>
          <a:ext cx="10319786" cy="4792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15D28488-5538-FF52-11C4-17EF608D269A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043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FA6C-4FA6-32B3-C61E-423C7248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F53A9B-CF01-B000-00C2-5281DCD023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20</a:t>
            </a:fld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2B7D2E-F387-D6B1-107B-11BF261928A8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8EE8E768-A315-ECB0-B17D-064CE2755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0" y="1210044"/>
            <a:ext cx="10686491" cy="587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92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5F47-95DA-19DF-C38C-E1727A1A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1161CC-F6E4-3843-241D-52D6BC6CD2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4400"/>
              <a:t>Similitudes</a:t>
            </a:r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57403A-BFAF-6224-E5E5-7D2573DD70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21</a:t>
            </a:fld>
            <a:endParaRPr lang="es-EC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50C22B91-1DD1-2B5B-861A-4F6B2E5FBC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701135"/>
              </p:ext>
            </p:extLst>
          </p:nvPr>
        </p:nvGraphicFramePr>
        <p:xfrm>
          <a:off x="1441958" y="2583332"/>
          <a:ext cx="7230328" cy="3767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B8E84806-8B0D-1CE2-E635-D25A2AB33072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039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00AA-6B45-C320-CC79-BE4A5F864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5242168-D9CF-AEE0-3413-1810301B4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93" y="1307330"/>
            <a:ext cx="10089831" cy="854517"/>
          </a:xfrm>
        </p:spPr>
        <p:txBody>
          <a:bodyPr/>
          <a:lstStyle/>
          <a:p>
            <a:r>
              <a:rPr lang="es-EC"/>
              <a:t>Diferencias</a:t>
            </a:r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5AE16B-A1A0-7D69-CAAD-660E2DC577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22</a:t>
            </a:fld>
            <a:endParaRPr lang="es-EC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6D09683D-7D65-B21A-C7CC-2B1BB8B1A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423528"/>
              </p:ext>
            </p:extLst>
          </p:nvPr>
        </p:nvGraphicFramePr>
        <p:xfrm>
          <a:off x="294008" y="2161846"/>
          <a:ext cx="10231252" cy="4805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94712A7-3FFD-2F0E-CCBC-AE1A5A0F8F7C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451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DEFC-0B70-0068-DC12-F6E6636B6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5FCD40-793A-6296-EA15-AD0B4C4194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23</a:t>
            </a:fld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07F0C92-3BED-5B05-1514-94B8B58466F3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9A58F-F796-FEED-29EB-5585A50237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46" t="642" r="6148" b="6581"/>
          <a:stretch>
            <a:fillRect/>
          </a:stretch>
        </p:blipFill>
        <p:spPr>
          <a:xfrm>
            <a:off x="124660" y="1198706"/>
            <a:ext cx="10432019" cy="57588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600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ACFF-6A74-4405-D348-8ABE5ED6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A0D77-BA60-49A5-6615-04B82562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8" y="3337192"/>
            <a:ext cx="9085342" cy="888465"/>
          </a:xfrm>
        </p:spPr>
        <p:txBody>
          <a:bodyPr/>
          <a:lstStyle/>
          <a:p>
            <a:pPr algn="ctr"/>
            <a:r>
              <a:rPr lang="es-EC" dirty="0"/>
              <a:t>Prevención de fuga de información (DLP)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74227A-0BA2-3267-BB79-0C28B47459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24</a:t>
            </a:fld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F33DA8-1A8E-D04E-535D-96D82BE4134B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733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00B76D-D75D-444C-88E5-95F6E0352D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25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9C3BC904-0473-4743-945E-B367607ED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9112579"/>
              </p:ext>
            </p:extLst>
          </p:nvPr>
        </p:nvGraphicFramePr>
        <p:xfrm>
          <a:off x="1678629" y="2444129"/>
          <a:ext cx="7347239" cy="4149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91BACE88-39E7-6808-F345-3D2AB60B4B73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Título 2">
            <a:extLst>
              <a:ext uri="{FF2B5EF4-FFF2-40B4-BE49-F238E27FC236}">
                <a16:creationId xmlns:a16="http://schemas.microsoft.com/office/drawing/2014/main" id="{6D2BEBAA-AD83-41CB-0E21-091083CD4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93" y="1307330"/>
            <a:ext cx="10089831" cy="854517"/>
          </a:xfrm>
        </p:spPr>
        <p:txBody>
          <a:bodyPr/>
          <a:lstStyle/>
          <a:p>
            <a:r>
              <a:rPr lang="es-EC" dirty="0"/>
              <a:t>¿Qué es Data </a:t>
            </a:r>
            <a:r>
              <a:rPr lang="es-EC" dirty="0" err="1"/>
              <a:t>Loss</a:t>
            </a:r>
            <a:r>
              <a:rPr lang="es-EC" dirty="0"/>
              <a:t> </a:t>
            </a:r>
            <a:r>
              <a:rPr lang="es-EC" dirty="0" err="1"/>
              <a:t>Prevention</a:t>
            </a:r>
            <a:r>
              <a:rPr lang="es-EC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30329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45B1398-1509-404B-8531-78FE0E488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9236" y="1318914"/>
            <a:ext cx="4989089" cy="748149"/>
          </a:xfrm>
        </p:spPr>
        <p:txBody>
          <a:bodyPr/>
          <a:lstStyle/>
          <a:p>
            <a:r>
              <a:rPr lang="es-ES" dirty="0"/>
              <a:t>Implementación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B283A5-2AF1-4D86-A141-36903F5D4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26</a:t>
            </a:fld>
            <a:endParaRPr lang="es-EC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69504C2-2F39-B4BF-E013-00163A0F229E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Diagrama 4">
            <a:extLst>
              <a:ext uri="{FF2B5EF4-FFF2-40B4-BE49-F238E27FC236}">
                <a16:creationId xmlns:a16="http://schemas.microsoft.com/office/drawing/2014/main" id="{7872F963-F2D8-CD22-F3AF-E067769F27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276532"/>
              </p:ext>
            </p:extLst>
          </p:nvPr>
        </p:nvGraphicFramePr>
        <p:xfrm>
          <a:off x="468452" y="2304542"/>
          <a:ext cx="9755497" cy="4503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6971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579B12C-4EB7-48EB-B87D-233522787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8337" y="1239654"/>
            <a:ext cx="3022634" cy="653019"/>
          </a:xfrm>
        </p:spPr>
        <p:txBody>
          <a:bodyPr/>
          <a:lstStyle/>
          <a:p>
            <a:r>
              <a:rPr lang="es-ES" dirty="0"/>
              <a:t>Ejemplos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204A85-50DF-414F-9B30-C9B7833BF8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27</a:t>
            </a:fld>
            <a:endParaRPr lang="es-EC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FD9B09B-5FDB-09F5-BAFA-B04A135B4CF8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B9E4E6E-16A5-5D07-17DD-B3EDB2E5E4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274181"/>
              </p:ext>
            </p:extLst>
          </p:nvPr>
        </p:nvGraphicFramePr>
        <p:xfrm>
          <a:off x="468452" y="2304542"/>
          <a:ext cx="9755497" cy="4503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238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8E126EE-85CC-4D09-ABF9-A3051F4F1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4400"/>
              <a:t>CONCLUSIONES</a:t>
            </a:r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00B76D-D75D-444C-88E5-95F6E0352D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28</a:t>
            </a:fld>
            <a:endParaRPr lang="es-EC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089123B3-114A-4988-9166-E2B1326648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589190"/>
              </p:ext>
            </p:extLst>
          </p:nvPr>
        </p:nvGraphicFramePr>
        <p:xfrm>
          <a:off x="952091" y="2309365"/>
          <a:ext cx="8943048" cy="45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19E1BEFF-B2CF-7DA7-A2D4-BDC37BE022B2}"/>
              </a:ext>
            </a:extLst>
          </p:cNvPr>
          <p:cNvSpPr txBox="1"/>
          <p:nvPr/>
        </p:nvSpPr>
        <p:spPr>
          <a:xfrm>
            <a:off x="4737337" y="172674"/>
            <a:ext cx="5693598" cy="892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s-MX" b="1">
              <a:latin typeface="Times New Roman"/>
              <a:cs typeface="Times New Roman"/>
            </a:endParaRPr>
          </a:p>
          <a:p>
            <a:pPr algn="r"/>
            <a:r>
              <a:rPr lang="es-MX" sz="2400" b="1">
                <a:solidFill>
                  <a:schemeClr val="accent3">
                    <a:lumMod val="49000"/>
                  </a:schemeClr>
                </a:solidFill>
                <a:latin typeface="ADLaM Display"/>
                <a:ea typeface="ADLaM Display"/>
                <a:cs typeface="Times New Roman"/>
              </a:rPr>
              <a:t>Terminología de servidores</a:t>
            </a:r>
            <a:endParaRPr lang="es-EC" sz="2400" b="1">
              <a:solidFill>
                <a:schemeClr val="accent3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  <a:p>
            <a:pPr algn="r"/>
            <a:endParaRPr lang="es-EC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08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Personalizado</PresentationFormat>
  <Slides>28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Tema de Office</vt:lpstr>
      <vt:lpstr>Presentación de PowerPoint</vt:lpstr>
      <vt:lpstr>Resumen</vt:lpstr>
      <vt:lpstr>Correo electrónico</vt:lpstr>
      <vt:lpstr>Protocolo IMAP</vt:lpstr>
      <vt:lpstr>Protocolo POP3</vt:lpstr>
      <vt:lpstr>Protocolo SMTP</vt:lpstr>
      <vt:lpstr>Almacenamiento</vt:lpstr>
      <vt:lpstr>Que es Raid</vt:lpstr>
      <vt:lpstr>Raid 0 - Distribución </vt:lpstr>
      <vt:lpstr>Raid 1 - Espejo</vt:lpstr>
      <vt:lpstr>Raid 5 - Paridad Distribuida</vt:lpstr>
      <vt:lpstr>Raid 10 - Combinado 1 + 0</vt:lpstr>
      <vt:lpstr>Active Directory</vt:lpstr>
      <vt:lpstr>Un breve resumen</vt:lpstr>
      <vt:lpstr>Controlador de Dominio</vt:lpstr>
      <vt:lpstr>Group Policy Object</vt:lpstr>
      <vt:lpstr>Ejemplos GPOs</vt:lpstr>
      <vt:lpstr>Gestión Documental</vt:lpstr>
      <vt:lpstr>¿Qué es? </vt:lpstr>
      <vt:lpstr>Presentación de PowerPoint</vt:lpstr>
      <vt:lpstr>Similitudes</vt:lpstr>
      <vt:lpstr>Diferencias</vt:lpstr>
      <vt:lpstr>Presentación de PowerPoint</vt:lpstr>
      <vt:lpstr>Prevención de fuga de información (DLP)</vt:lpstr>
      <vt:lpstr>¿Qué es Data Loss Prevention?</vt:lpstr>
      <vt:lpstr>Implementación</vt:lpstr>
      <vt:lpstr>Ejemplos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David Mejía López</dc:creator>
  <cp:revision>244</cp:revision>
  <dcterms:modified xsi:type="dcterms:W3CDTF">2025-10-20T15:13:50Z</dcterms:modified>
</cp:coreProperties>
</file>