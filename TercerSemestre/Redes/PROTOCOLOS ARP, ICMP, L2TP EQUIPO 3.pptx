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79" r:id="rId3"/>
    <p:sldId id="420" r:id="rId4"/>
    <p:sldId id="421" r:id="rId5"/>
    <p:sldId id="422" r:id="rId6"/>
    <p:sldId id="426" r:id="rId7"/>
    <p:sldId id="411" r:id="rId8"/>
    <p:sldId id="429" r:id="rId9"/>
    <p:sldId id="430" r:id="rId10"/>
    <p:sldId id="431" r:id="rId11"/>
    <p:sldId id="428" r:id="rId12"/>
    <p:sldId id="413" r:id="rId13"/>
    <p:sldId id="414" r:id="rId14"/>
    <p:sldId id="415" r:id="rId15"/>
    <p:sldId id="412" r:id="rId16"/>
    <p:sldId id="416" r:id="rId17"/>
    <p:sldId id="417" r:id="rId18"/>
    <p:sldId id="419" r:id="rId19"/>
    <p:sldId id="418" r:id="rId20"/>
    <p:sldId id="423" r:id="rId21"/>
    <p:sldId id="424" r:id="rId22"/>
    <p:sldId id="425" r:id="rId23"/>
    <p:sldId id="427" r:id="rId24"/>
    <p:sldId id="408" r:id="rId25"/>
    <p:sldId id="406" r:id="rId26"/>
    <p:sldId id="397" r:id="rId27"/>
    <p:sldId id="399" r:id="rId28"/>
    <p:sldId id="398" r:id="rId29"/>
    <p:sldId id="409" r:id="rId30"/>
    <p:sldId id="405" r:id="rId31"/>
  </p:sldIdLst>
  <p:sldSz cx="10688638" cy="7562850"/>
  <p:notesSz cx="6858000" cy="9144000"/>
  <p:embeddedFontLst>
    <p:embeddedFont>
      <p:font typeface="Helvetica Neue Light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EC2"/>
    <a:srgbClr val="C7FDA9"/>
    <a:srgbClr val="CBF9BF"/>
    <a:srgbClr val="BEF7AF"/>
    <a:srgbClr val="CCFF99"/>
    <a:srgbClr val="9FFF85"/>
    <a:srgbClr val="9BE088"/>
    <a:srgbClr val="89DB73"/>
    <a:srgbClr val="6BC567"/>
    <a:srgbClr val="77E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31D387-E124-226A-3154-D9648BE72C34}" v="83" dt="2026-01-07T15:16:01.106"/>
    <p1510:client id="{982AE1B6-4B72-6605-D08E-4162BE912EAD}" v="18" dt="2026-01-07T05:04:13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82"/>
        <p:guide pos="336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4#3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#1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colorful4#2" csCatId="colorful" phldr="1"/>
      <dgm:spPr/>
      <dgm:t>
        <a:bodyPr/>
        <a:lstStyle/>
        <a:p>
          <a:endParaRPr lang="es-ES"/>
        </a:p>
      </dgm:t>
    </dgm:pt>
    <dgm:pt modelId="{B8667D89-5D3C-479B-A967-3700A1C03749}">
      <dgm:prSet phldr="0"/>
      <dgm:spPr/>
      <dgm:t>
        <a:bodyPr/>
        <a:lstStyle/>
        <a:p>
          <a:pPr algn="l" rtl="0"/>
          <a:r>
            <a:rPr lang="es-ES">
              <a:latin typeface="Arial"/>
            </a:rPr>
            <a:t>Hardware </a:t>
          </a:r>
          <a:r>
            <a:rPr lang="es-ES" err="1">
              <a:latin typeface="Arial"/>
            </a:rPr>
            <a:t>Type</a:t>
          </a:r>
          <a:r>
            <a:rPr lang="es-ES">
              <a:latin typeface="Arial"/>
            </a:rPr>
            <a:t> (HTYPE): Define el tipo de enlace de 2 bytes.</a:t>
          </a:r>
          <a:endParaRPr lang="es-ES"/>
        </a:p>
      </dgm:t>
    </dgm:pt>
    <dgm:pt modelId="{FD3349AE-7205-48E4-8E89-613FFA0A47E0}" type="parTrans" cxnId="{4B5F586B-F0E3-49C2-9DF3-47FCBE7F22FE}">
      <dgm:prSet/>
      <dgm:spPr/>
    </dgm:pt>
    <dgm:pt modelId="{6A66AC82-E48C-4BDA-A773-6A6487FF6CAE}" type="sibTrans" cxnId="{4B5F586B-F0E3-49C2-9DF3-47FCBE7F22FE}">
      <dgm:prSet/>
      <dgm:spPr/>
    </dgm:pt>
    <dgm:pt modelId="{BFF3D79A-366A-4EAF-9DFA-113464C5C25C}">
      <dgm:prSet phldr="0"/>
      <dgm:spPr/>
      <dgm:t>
        <a:bodyPr/>
        <a:lstStyle/>
        <a:p>
          <a:pPr algn="l" rtl="0"/>
          <a:r>
            <a:rPr lang="es-ES" err="1">
              <a:latin typeface="Arial"/>
            </a:rPr>
            <a:t>Protocol</a:t>
          </a:r>
          <a:r>
            <a:rPr lang="es-ES">
              <a:latin typeface="Arial"/>
            </a:rPr>
            <a:t> </a:t>
          </a:r>
          <a:r>
            <a:rPr lang="es-ES" err="1">
              <a:latin typeface="Arial"/>
            </a:rPr>
            <a:t>Type</a:t>
          </a:r>
          <a:r>
            <a:rPr lang="es-ES">
              <a:latin typeface="Arial"/>
            </a:rPr>
            <a:t> (PTYPE): Define el protocolo de capa superior de 2 bytes.</a:t>
          </a:r>
        </a:p>
      </dgm:t>
    </dgm:pt>
    <dgm:pt modelId="{AB6C08DB-D945-47FD-9B4D-5D899A0E2A9F}" type="parTrans" cxnId="{E55E88F2-7205-4745-863A-0097EA7E5568}">
      <dgm:prSet/>
      <dgm:spPr/>
    </dgm:pt>
    <dgm:pt modelId="{E5643221-950C-4FE6-9C16-760B32B97E74}" type="sibTrans" cxnId="{E55E88F2-7205-4745-863A-0097EA7E5568}">
      <dgm:prSet/>
      <dgm:spPr/>
    </dgm:pt>
    <dgm:pt modelId="{48B1CBAD-E35F-446A-AFC4-62AC6B6F6F50}">
      <dgm:prSet phldr="0"/>
      <dgm:spPr/>
      <dgm:t>
        <a:bodyPr/>
        <a:lstStyle/>
        <a:p>
          <a:pPr algn="l" rtl="0"/>
          <a:r>
            <a:rPr lang="es-ES">
              <a:latin typeface="Arial"/>
            </a:rPr>
            <a:t>(HLEN y PLEN): (HLEN) es la longitud de dirección física (6 bytes para MAC), (PLEN) es la longitud de dirección lógica (4 bytes para IPv4), con 1 byte cada uno.</a:t>
          </a:r>
        </a:p>
      </dgm:t>
    </dgm:pt>
    <dgm:pt modelId="{21004ABE-5D59-4322-AD1C-BCF94D164AF2}" type="parTrans" cxnId="{2BD9B144-72BF-4AEE-91D3-860F65E38712}">
      <dgm:prSet/>
      <dgm:spPr/>
    </dgm:pt>
    <dgm:pt modelId="{503C50AB-5E77-4DBB-A1DC-32E287FAFDBF}" type="sibTrans" cxnId="{2BD9B144-72BF-4AEE-91D3-860F65E38712}">
      <dgm:prSet/>
      <dgm:spPr/>
    </dgm:pt>
    <dgm:pt modelId="{3B0C0BAE-5F12-49FB-AFAE-B70A716099E6}">
      <dgm:prSet phldr="0"/>
      <dgm:spPr/>
      <dgm:t>
        <a:bodyPr/>
        <a:lstStyle/>
        <a:p>
          <a:pPr algn="l" rtl="0"/>
          <a:r>
            <a:rPr lang="es-ES" err="1">
              <a:latin typeface="Arial"/>
            </a:rPr>
            <a:t>Opcode</a:t>
          </a:r>
          <a:r>
            <a:rPr lang="es-ES">
              <a:latin typeface="Arial"/>
            </a:rPr>
            <a:t>: Define la operación: 1 para APR </a:t>
          </a:r>
          <a:r>
            <a:rPr lang="es-ES" err="1">
              <a:latin typeface="Arial"/>
            </a:rPr>
            <a:t>request</a:t>
          </a:r>
          <a:r>
            <a:rPr lang="es-ES">
              <a:latin typeface="Arial"/>
            </a:rPr>
            <a:t> y 2 para APR reply.</a:t>
          </a:r>
        </a:p>
      </dgm:t>
    </dgm:pt>
    <dgm:pt modelId="{36B8C87D-E055-4A9D-947B-6A13380FBA04}" type="parTrans" cxnId="{ED1BB020-9C27-4C9D-8034-86CDCA8DEFAF}">
      <dgm:prSet/>
      <dgm:spPr/>
    </dgm:pt>
    <dgm:pt modelId="{01DB2781-2906-4405-B70C-BF6C10B2CC65}" type="sibTrans" cxnId="{ED1BB020-9C27-4C9D-8034-86CDCA8DEFAF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501B539C-2A3D-4468-89A1-BF591B167C5F}" type="pres">
      <dgm:prSet presAssocID="{B8667D89-5D3C-479B-A967-3700A1C037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8C3C90-2AE8-40F5-9E3F-54EF7D457B48}" type="pres">
      <dgm:prSet presAssocID="{6A66AC82-E48C-4BDA-A773-6A6487FF6CAE}" presName="spacer" presStyleCnt="0"/>
      <dgm:spPr/>
    </dgm:pt>
    <dgm:pt modelId="{1EA41593-1486-4007-871F-94841EFEBD53}" type="pres">
      <dgm:prSet presAssocID="{BFF3D79A-366A-4EAF-9DFA-113464C5C25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68D635-4B35-47C5-A853-E6AEAAFA660D}" type="pres">
      <dgm:prSet presAssocID="{E5643221-950C-4FE6-9C16-760B32B97E74}" presName="spacer" presStyleCnt="0"/>
      <dgm:spPr/>
    </dgm:pt>
    <dgm:pt modelId="{FA36F7F8-ED92-4AD4-A1A5-C3D692249FA2}" type="pres">
      <dgm:prSet presAssocID="{48B1CBAD-E35F-446A-AFC4-62AC6B6F6F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C763EC-5157-4B24-A4D7-89F86437F2F0}" type="pres">
      <dgm:prSet presAssocID="{503C50AB-5E77-4DBB-A1DC-32E287FAFDBF}" presName="spacer" presStyleCnt="0"/>
      <dgm:spPr/>
    </dgm:pt>
    <dgm:pt modelId="{DAF94580-E470-4452-8A5A-1D4BDA381987}" type="pres">
      <dgm:prSet presAssocID="{3B0C0BAE-5F12-49FB-AFAE-B70A716099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1BB020-9C27-4C9D-8034-86CDCA8DEFAF}" srcId="{6EF664F3-8B9C-498D-A0B3-DBE5AD178739}" destId="{3B0C0BAE-5F12-49FB-AFAE-B70A716099E6}" srcOrd="3" destOrd="0" parTransId="{36B8C87D-E055-4A9D-947B-6A13380FBA04}" sibTransId="{01DB2781-2906-4405-B70C-BF6C10B2CC65}"/>
    <dgm:cxn modelId="{00DC3227-649C-4C9C-9CF1-E5AF92EF78E6}" type="presOf" srcId="{3B0C0BAE-5F12-49FB-AFAE-B70A716099E6}" destId="{DAF94580-E470-4452-8A5A-1D4BDA381987}" srcOrd="0" destOrd="0" presId="urn:microsoft.com/office/officeart/2005/8/layout/vList2#1"/>
    <dgm:cxn modelId="{5295CC3B-EBC6-4BCD-8E1F-84A8EB4979ED}" type="presOf" srcId="{B8667D89-5D3C-479B-A967-3700A1C03749}" destId="{501B539C-2A3D-4468-89A1-BF591B167C5F}" srcOrd="0" destOrd="0" presId="urn:microsoft.com/office/officeart/2005/8/layout/vList2#1"/>
    <dgm:cxn modelId="{2BD9B144-72BF-4AEE-91D3-860F65E38712}" srcId="{6EF664F3-8B9C-498D-A0B3-DBE5AD178739}" destId="{48B1CBAD-E35F-446A-AFC4-62AC6B6F6F50}" srcOrd="2" destOrd="0" parTransId="{21004ABE-5D59-4322-AD1C-BCF94D164AF2}" sibTransId="{503C50AB-5E77-4DBB-A1DC-32E287FAFDBF}"/>
    <dgm:cxn modelId="{4B5F586B-F0E3-49C2-9DF3-47FCBE7F22FE}" srcId="{6EF664F3-8B9C-498D-A0B3-DBE5AD178739}" destId="{B8667D89-5D3C-479B-A967-3700A1C03749}" srcOrd="0" destOrd="0" parTransId="{FD3349AE-7205-48E4-8E89-613FFA0A47E0}" sibTransId="{6A66AC82-E48C-4BDA-A773-6A6487FF6CAE}"/>
    <dgm:cxn modelId="{DCB1336C-3ACB-46C7-A470-60EF83BD52CE}" type="presOf" srcId="{6EF664F3-8B9C-498D-A0B3-DBE5AD178739}" destId="{B5AC36EA-E17B-4931-B378-BDAD64C979F2}" srcOrd="0" destOrd="0" presId="urn:microsoft.com/office/officeart/2005/8/layout/vList2#1"/>
    <dgm:cxn modelId="{BC0E21B1-EF4B-4441-8F29-F6315B56A87D}" type="presOf" srcId="{BFF3D79A-366A-4EAF-9DFA-113464C5C25C}" destId="{1EA41593-1486-4007-871F-94841EFEBD53}" srcOrd="0" destOrd="0" presId="urn:microsoft.com/office/officeart/2005/8/layout/vList2#1"/>
    <dgm:cxn modelId="{FE07A3CD-0E65-4262-8234-F8C37F932807}" type="presOf" srcId="{48B1CBAD-E35F-446A-AFC4-62AC6B6F6F50}" destId="{FA36F7F8-ED92-4AD4-A1A5-C3D692249FA2}" srcOrd="0" destOrd="0" presId="urn:microsoft.com/office/officeart/2005/8/layout/vList2#1"/>
    <dgm:cxn modelId="{E55E88F2-7205-4745-863A-0097EA7E5568}" srcId="{6EF664F3-8B9C-498D-A0B3-DBE5AD178739}" destId="{BFF3D79A-366A-4EAF-9DFA-113464C5C25C}" srcOrd="1" destOrd="0" parTransId="{AB6C08DB-D945-47FD-9B4D-5D899A0E2A9F}" sibTransId="{E5643221-950C-4FE6-9C16-760B32B97E74}"/>
    <dgm:cxn modelId="{03996E5E-0BB3-4655-AED2-2FA4B14060BC}" type="presParOf" srcId="{B5AC36EA-E17B-4931-B378-BDAD64C979F2}" destId="{501B539C-2A3D-4468-89A1-BF591B167C5F}" srcOrd="0" destOrd="0" presId="urn:microsoft.com/office/officeart/2005/8/layout/vList2#1"/>
    <dgm:cxn modelId="{7A66DAA0-4A18-4B54-A19B-D2B1781344AF}" type="presParOf" srcId="{B5AC36EA-E17B-4931-B378-BDAD64C979F2}" destId="{338C3C90-2AE8-40F5-9E3F-54EF7D457B48}" srcOrd="1" destOrd="0" presId="urn:microsoft.com/office/officeart/2005/8/layout/vList2#1"/>
    <dgm:cxn modelId="{8E1DD392-AB3A-4D90-9985-2D4005661C25}" type="presParOf" srcId="{B5AC36EA-E17B-4931-B378-BDAD64C979F2}" destId="{1EA41593-1486-4007-871F-94841EFEBD53}" srcOrd="2" destOrd="0" presId="urn:microsoft.com/office/officeart/2005/8/layout/vList2#1"/>
    <dgm:cxn modelId="{A7D71A11-286D-4E42-BFE1-0698430CD33F}" type="presParOf" srcId="{B5AC36EA-E17B-4931-B378-BDAD64C979F2}" destId="{7F68D635-4B35-47C5-A853-E6AEAAFA660D}" srcOrd="3" destOrd="0" presId="urn:microsoft.com/office/officeart/2005/8/layout/vList2#1"/>
    <dgm:cxn modelId="{9F23E2BD-CB80-4471-A657-F70F9E622431}" type="presParOf" srcId="{B5AC36EA-E17B-4931-B378-BDAD64C979F2}" destId="{FA36F7F8-ED92-4AD4-A1A5-C3D692249FA2}" srcOrd="4" destOrd="0" presId="urn:microsoft.com/office/officeart/2005/8/layout/vList2#1"/>
    <dgm:cxn modelId="{E99D6157-7F3F-4D9D-BB3F-62D52DBB26B3}" type="presParOf" srcId="{B5AC36EA-E17B-4931-B378-BDAD64C979F2}" destId="{22C763EC-5157-4B24-A4D7-89F86437F2F0}" srcOrd="5" destOrd="0" presId="urn:microsoft.com/office/officeart/2005/8/layout/vList2#1"/>
    <dgm:cxn modelId="{236DA39F-477B-4D7E-A971-2C4FADAD2F26}" type="presParOf" srcId="{B5AC36EA-E17B-4931-B378-BDAD64C979F2}" destId="{DAF94580-E470-4452-8A5A-1D4BDA381987}" srcOrd="6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8/layout/VerticalCurvedList#1" loCatId="list" qsTypeId="urn:microsoft.com/office/officeart/2005/8/quickstyle/simple3#10" qsCatId="simple" csTypeId="urn:microsoft.com/office/officeart/2005/8/colors/colorful1#2" csCatId="colorful" phldr="1"/>
      <dgm:spPr/>
      <dgm:t>
        <a:bodyPr/>
        <a:lstStyle/>
        <a:p>
          <a:endParaRPr lang="es-EC"/>
        </a:p>
      </dgm:t>
    </dgm:pt>
    <dgm:pt modelId="{2B1C49C1-A02C-4441-92E5-5E1367C6FA11}">
      <dgm:prSet phldr="0"/>
      <dgm:spPr/>
      <dgm:t>
        <a:bodyPr/>
        <a:lstStyle/>
        <a:p>
          <a:pPr algn="l"/>
          <a:r>
            <a:rPr lang="es-MX" b="0">
              <a:latin typeface="Arial"/>
            </a:rPr>
            <a:t>Estado INCOMPLETE</a:t>
          </a:r>
          <a:endParaRPr lang="es-MX"/>
        </a:p>
      </dgm:t>
    </dgm:pt>
    <dgm:pt modelId="{85850E95-9565-4E25-8705-3E8C9DE7B352}" type="parTrans" cxnId="{226A13F5-A7CF-4CDB-8783-A29A6DCBF3CD}">
      <dgm:prSet/>
      <dgm:spPr/>
    </dgm:pt>
    <dgm:pt modelId="{E0C229BB-D06E-49F4-B338-25368D3ABF9C}" type="sibTrans" cxnId="{226A13F5-A7CF-4CDB-8783-A29A6DCBF3CD}">
      <dgm:prSet/>
      <dgm:spPr/>
    </dgm:pt>
    <dgm:pt modelId="{D518BF78-81F6-4B73-B5E8-45009AF4E7BF}">
      <dgm:prSet phldr="0"/>
      <dgm:spPr/>
      <dgm:t>
        <a:bodyPr/>
        <a:lstStyle/>
        <a:p>
          <a:pPr algn="l" rtl="0"/>
          <a:r>
            <a:rPr lang="es-MX" b="0">
              <a:latin typeface="Arial"/>
            </a:rPr>
            <a:t>Estado REACHABLE</a:t>
          </a:r>
        </a:p>
      </dgm:t>
    </dgm:pt>
    <dgm:pt modelId="{485D3483-D58E-461D-A205-121A9AF8E344}" type="parTrans" cxnId="{2EF22563-4BA9-42FD-AB00-27C60F307BC5}">
      <dgm:prSet/>
      <dgm:spPr/>
    </dgm:pt>
    <dgm:pt modelId="{59CF9A5C-623C-42FD-A388-D5CE1180C897}" type="sibTrans" cxnId="{2EF22563-4BA9-42FD-AB00-27C60F307BC5}">
      <dgm:prSet/>
      <dgm:spPr/>
    </dgm:pt>
    <dgm:pt modelId="{8ED2F6F9-E955-479F-8561-777100E26605}">
      <dgm:prSet phldr="0"/>
      <dgm:spPr/>
      <dgm:t>
        <a:bodyPr/>
        <a:lstStyle/>
        <a:p>
          <a:pPr algn="l" rtl="0"/>
          <a:r>
            <a:rPr lang="es-MX">
              <a:latin typeface="Arial"/>
            </a:rPr>
            <a:t>Estado STALE</a:t>
          </a:r>
          <a:endParaRPr lang="es-MX"/>
        </a:p>
      </dgm:t>
    </dgm:pt>
    <dgm:pt modelId="{EFAB403C-FB74-4372-B17C-239C3A97C797}" type="parTrans" cxnId="{B5279349-370E-466A-8FE9-BBB871D47339}">
      <dgm:prSet/>
      <dgm:spPr/>
    </dgm:pt>
    <dgm:pt modelId="{0821809C-935C-455A-9DF4-787D8652CC5D}" type="sibTrans" cxnId="{B5279349-370E-466A-8FE9-BBB871D47339}">
      <dgm:prSet/>
      <dgm:spPr/>
    </dgm:pt>
    <dgm:pt modelId="{11573AC9-B7AC-4068-AD19-1D99CF09F640}">
      <dgm:prSet phldr="0"/>
      <dgm:spPr/>
      <dgm:t>
        <a:bodyPr/>
        <a:lstStyle/>
        <a:p>
          <a:pPr algn="l" rtl="0"/>
          <a:r>
            <a:rPr lang="es-MX">
              <a:latin typeface="Arial"/>
            </a:rPr>
            <a:t>Máquina de estados en la caché de ARP, Maneras de validar entradas en ARP</a:t>
          </a:r>
          <a:endParaRPr lang="es-MX"/>
        </a:p>
      </dgm:t>
    </dgm:pt>
    <dgm:pt modelId="{23C1E4B6-793E-4908-8F09-8C8AD39BF242}" type="parTrans" cxnId="{5CA616CC-EFEA-41AF-9877-9C482F4E645D}">
      <dgm:prSet/>
      <dgm:spPr/>
    </dgm:pt>
    <dgm:pt modelId="{E5821271-668C-451A-BDFB-BE6841A96272}" type="sibTrans" cxnId="{5CA616CC-EFEA-41AF-9877-9C482F4E645D}">
      <dgm:prSet/>
      <dgm:spPr/>
    </dgm:pt>
    <dgm:pt modelId="{A275062C-8D68-4188-B351-EC611E218761}" type="pres">
      <dgm:prSet presAssocID="{F2C29202-7EC6-4DE0-9F77-6549215033CF}" presName="Name0" presStyleCnt="0">
        <dgm:presLayoutVars>
          <dgm:chMax val="7"/>
          <dgm:chPref val="7"/>
          <dgm:dir/>
        </dgm:presLayoutVars>
      </dgm:prSet>
      <dgm:spPr/>
    </dgm:pt>
    <dgm:pt modelId="{9297A15F-86B3-4AD9-90F6-9F5F359F5B5D}" type="pres">
      <dgm:prSet presAssocID="{F2C29202-7EC6-4DE0-9F77-6549215033CF}" presName="Name1" presStyleCnt="0"/>
      <dgm:spPr/>
    </dgm:pt>
    <dgm:pt modelId="{EA63603D-283F-4E34-B759-DCAF43EA0AE9}" type="pres">
      <dgm:prSet presAssocID="{F2C29202-7EC6-4DE0-9F77-6549215033CF}" presName="cycle" presStyleCnt="0"/>
      <dgm:spPr/>
    </dgm:pt>
    <dgm:pt modelId="{61E41F13-8FC8-40AE-BF4B-374557A628DD}" type="pres">
      <dgm:prSet presAssocID="{F2C29202-7EC6-4DE0-9F77-6549215033CF}" presName="srcNode" presStyleLbl="node1" presStyleIdx="0" presStyleCnt="4"/>
      <dgm:spPr/>
    </dgm:pt>
    <dgm:pt modelId="{36858D2A-41C2-496D-ACAC-021D08E4DC6C}" type="pres">
      <dgm:prSet presAssocID="{F2C29202-7EC6-4DE0-9F77-6549215033CF}" presName="conn" presStyleLbl="parChTrans1D2" presStyleIdx="0" presStyleCnt="1"/>
      <dgm:spPr/>
    </dgm:pt>
    <dgm:pt modelId="{352D7C05-B81F-484B-8E65-45955623500F}" type="pres">
      <dgm:prSet presAssocID="{F2C29202-7EC6-4DE0-9F77-6549215033CF}" presName="extraNode" presStyleLbl="node1" presStyleIdx="0" presStyleCnt="4"/>
      <dgm:spPr/>
    </dgm:pt>
    <dgm:pt modelId="{0A39E398-A6F8-4E0D-86D3-0D1DC09E0BFB}" type="pres">
      <dgm:prSet presAssocID="{F2C29202-7EC6-4DE0-9F77-6549215033CF}" presName="dstNode" presStyleLbl="node1" presStyleIdx="0" presStyleCnt="4"/>
      <dgm:spPr/>
    </dgm:pt>
    <dgm:pt modelId="{7DD2D737-8E2B-403C-BD63-83AFB8DFE067}" type="pres">
      <dgm:prSet presAssocID="{11573AC9-B7AC-4068-AD19-1D99CF09F640}" presName="text_1" presStyleLbl="node1" presStyleIdx="0" presStyleCnt="4">
        <dgm:presLayoutVars>
          <dgm:bulletEnabled val="1"/>
        </dgm:presLayoutVars>
      </dgm:prSet>
      <dgm:spPr/>
    </dgm:pt>
    <dgm:pt modelId="{C6479C3E-F8C3-4A3E-B78B-547B8098E093}" type="pres">
      <dgm:prSet presAssocID="{11573AC9-B7AC-4068-AD19-1D99CF09F640}" presName="accent_1" presStyleCnt="0"/>
      <dgm:spPr/>
    </dgm:pt>
    <dgm:pt modelId="{4AE372C9-9BD3-42D0-BED8-F6A5677C0CA4}" type="pres">
      <dgm:prSet presAssocID="{11573AC9-B7AC-4068-AD19-1D99CF09F640}" presName="accentRepeatNode" presStyleLbl="solidFgAcc1" presStyleIdx="0" presStyleCnt="4"/>
      <dgm:spPr/>
    </dgm:pt>
    <dgm:pt modelId="{078354EB-A250-4876-93A4-A13A4AB9D238}" type="pres">
      <dgm:prSet presAssocID="{2B1C49C1-A02C-4441-92E5-5E1367C6FA11}" presName="text_2" presStyleLbl="node1" presStyleIdx="1" presStyleCnt="4">
        <dgm:presLayoutVars>
          <dgm:bulletEnabled val="1"/>
        </dgm:presLayoutVars>
      </dgm:prSet>
      <dgm:spPr/>
    </dgm:pt>
    <dgm:pt modelId="{5808B49E-8A3B-4240-B919-2997C4A0828C}" type="pres">
      <dgm:prSet presAssocID="{2B1C49C1-A02C-4441-92E5-5E1367C6FA11}" presName="accent_2" presStyleCnt="0"/>
      <dgm:spPr/>
    </dgm:pt>
    <dgm:pt modelId="{F0437E33-4AAC-46B7-B9C3-F4F53D7CE67A}" type="pres">
      <dgm:prSet presAssocID="{2B1C49C1-A02C-4441-92E5-5E1367C6FA11}" presName="accentRepeatNode" presStyleLbl="solidFgAcc1" presStyleIdx="1" presStyleCnt="4"/>
      <dgm:spPr/>
    </dgm:pt>
    <dgm:pt modelId="{DA1B3B6B-8819-45EA-9D76-839887813C48}" type="pres">
      <dgm:prSet presAssocID="{D518BF78-81F6-4B73-B5E8-45009AF4E7BF}" presName="text_3" presStyleLbl="node1" presStyleIdx="2" presStyleCnt="4">
        <dgm:presLayoutVars>
          <dgm:bulletEnabled val="1"/>
        </dgm:presLayoutVars>
      </dgm:prSet>
      <dgm:spPr/>
    </dgm:pt>
    <dgm:pt modelId="{4FA3627A-CFF2-425D-ABC2-765B2EEC3D29}" type="pres">
      <dgm:prSet presAssocID="{D518BF78-81F6-4B73-B5E8-45009AF4E7BF}" presName="accent_3" presStyleCnt="0"/>
      <dgm:spPr/>
    </dgm:pt>
    <dgm:pt modelId="{37C35C52-1F0C-4CD6-B9CD-49D3A35EE452}" type="pres">
      <dgm:prSet presAssocID="{D518BF78-81F6-4B73-B5E8-45009AF4E7BF}" presName="accentRepeatNode" presStyleLbl="solidFgAcc1" presStyleIdx="2" presStyleCnt="4"/>
      <dgm:spPr/>
    </dgm:pt>
    <dgm:pt modelId="{E6773B59-D97A-4183-A7A9-A3150D386487}" type="pres">
      <dgm:prSet presAssocID="{8ED2F6F9-E955-479F-8561-777100E26605}" presName="text_4" presStyleLbl="node1" presStyleIdx="3" presStyleCnt="4">
        <dgm:presLayoutVars>
          <dgm:bulletEnabled val="1"/>
        </dgm:presLayoutVars>
      </dgm:prSet>
      <dgm:spPr/>
    </dgm:pt>
    <dgm:pt modelId="{6F8DF74C-2787-4E89-98EB-1554DBE33A76}" type="pres">
      <dgm:prSet presAssocID="{8ED2F6F9-E955-479F-8561-777100E26605}" presName="accent_4" presStyleCnt="0"/>
      <dgm:spPr/>
    </dgm:pt>
    <dgm:pt modelId="{DAF8DA01-5AA1-4C3F-832C-EA3423B57E46}" type="pres">
      <dgm:prSet presAssocID="{8ED2F6F9-E955-479F-8561-777100E26605}" presName="accentRepeatNode" presStyleLbl="solidFgAcc1" presStyleIdx="3" presStyleCnt="4"/>
      <dgm:spPr/>
    </dgm:pt>
  </dgm:ptLst>
  <dgm:cxnLst>
    <dgm:cxn modelId="{48AB3201-0177-4726-BBE8-A67D33D38419}" type="presOf" srcId="{8ED2F6F9-E955-479F-8561-777100E26605}" destId="{E6773B59-D97A-4183-A7A9-A3150D386487}" srcOrd="0" destOrd="0" presId="urn:microsoft.com/office/officeart/2008/layout/VerticalCurvedList#1"/>
    <dgm:cxn modelId="{47A6A009-49AC-41B8-BA72-DCE86123F1A0}" type="presOf" srcId="{D518BF78-81F6-4B73-B5E8-45009AF4E7BF}" destId="{DA1B3B6B-8819-45EA-9D76-839887813C48}" srcOrd="0" destOrd="0" presId="urn:microsoft.com/office/officeart/2008/layout/VerticalCurvedList#1"/>
    <dgm:cxn modelId="{047F2037-717F-4ABA-8441-8753C0875185}" type="presOf" srcId="{2B1C49C1-A02C-4441-92E5-5E1367C6FA11}" destId="{078354EB-A250-4876-93A4-A13A4AB9D238}" srcOrd="0" destOrd="0" presId="urn:microsoft.com/office/officeart/2008/layout/VerticalCurvedList#1"/>
    <dgm:cxn modelId="{2EF22563-4BA9-42FD-AB00-27C60F307BC5}" srcId="{F2C29202-7EC6-4DE0-9F77-6549215033CF}" destId="{D518BF78-81F6-4B73-B5E8-45009AF4E7BF}" srcOrd="2" destOrd="0" parTransId="{485D3483-D58E-461D-A205-121A9AF8E344}" sibTransId="{59CF9A5C-623C-42FD-A388-D5CE1180C897}"/>
    <dgm:cxn modelId="{D8C8CB48-9385-4FC1-8523-5A2F66E15A9F}" type="presOf" srcId="{E5821271-668C-451A-BDFB-BE6841A96272}" destId="{36858D2A-41C2-496D-ACAC-021D08E4DC6C}" srcOrd="0" destOrd="0" presId="urn:microsoft.com/office/officeart/2008/layout/VerticalCurvedList#1"/>
    <dgm:cxn modelId="{B5279349-370E-466A-8FE9-BBB871D47339}" srcId="{F2C29202-7EC6-4DE0-9F77-6549215033CF}" destId="{8ED2F6F9-E955-479F-8561-777100E26605}" srcOrd="3" destOrd="0" parTransId="{EFAB403C-FB74-4372-B17C-239C3A97C797}" sibTransId="{0821809C-935C-455A-9DF4-787D8652CC5D}"/>
    <dgm:cxn modelId="{96E21C8C-2776-41D6-ACA6-395EC524735E}" type="presOf" srcId="{11573AC9-B7AC-4068-AD19-1D99CF09F640}" destId="{7DD2D737-8E2B-403C-BD63-83AFB8DFE067}" srcOrd="0" destOrd="0" presId="urn:microsoft.com/office/officeart/2008/layout/VerticalCurvedList#1"/>
    <dgm:cxn modelId="{5CA616CC-EFEA-41AF-9877-9C482F4E645D}" srcId="{F2C29202-7EC6-4DE0-9F77-6549215033CF}" destId="{11573AC9-B7AC-4068-AD19-1D99CF09F640}" srcOrd="0" destOrd="0" parTransId="{23C1E4B6-793E-4908-8F09-8C8AD39BF242}" sibTransId="{E5821271-668C-451A-BDFB-BE6841A96272}"/>
    <dgm:cxn modelId="{1ABA71EA-BE0D-43DE-BABB-7A9A8FFD442D}" type="presOf" srcId="{F2C29202-7EC6-4DE0-9F77-6549215033CF}" destId="{A275062C-8D68-4188-B351-EC611E218761}" srcOrd="0" destOrd="0" presId="urn:microsoft.com/office/officeart/2008/layout/VerticalCurvedList#1"/>
    <dgm:cxn modelId="{226A13F5-A7CF-4CDB-8783-A29A6DCBF3CD}" srcId="{F2C29202-7EC6-4DE0-9F77-6549215033CF}" destId="{2B1C49C1-A02C-4441-92E5-5E1367C6FA11}" srcOrd="1" destOrd="0" parTransId="{85850E95-9565-4E25-8705-3E8C9DE7B352}" sibTransId="{E0C229BB-D06E-49F4-B338-25368D3ABF9C}"/>
    <dgm:cxn modelId="{1D1D3C68-2921-43B4-AC8F-A0FE1F04CC6B}" type="presParOf" srcId="{A275062C-8D68-4188-B351-EC611E218761}" destId="{9297A15F-86B3-4AD9-90F6-9F5F359F5B5D}" srcOrd="0" destOrd="0" presId="urn:microsoft.com/office/officeart/2008/layout/VerticalCurvedList#1"/>
    <dgm:cxn modelId="{9B6FFF9A-2779-4C77-A244-5A4D60CF0C57}" type="presParOf" srcId="{9297A15F-86B3-4AD9-90F6-9F5F359F5B5D}" destId="{EA63603D-283F-4E34-B759-DCAF43EA0AE9}" srcOrd="0" destOrd="0" presId="urn:microsoft.com/office/officeart/2008/layout/VerticalCurvedList#1"/>
    <dgm:cxn modelId="{26F919A2-B41B-48CE-B69A-49C4CDE1AEAF}" type="presParOf" srcId="{EA63603D-283F-4E34-B759-DCAF43EA0AE9}" destId="{61E41F13-8FC8-40AE-BF4B-374557A628DD}" srcOrd="0" destOrd="0" presId="urn:microsoft.com/office/officeart/2008/layout/VerticalCurvedList#1"/>
    <dgm:cxn modelId="{AC025D57-7D6E-40D3-AC90-EC223ED67D04}" type="presParOf" srcId="{EA63603D-283F-4E34-B759-DCAF43EA0AE9}" destId="{36858D2A-41C2-496D-ACAC-021D08E4DC6C}" srcOrd="1" destOrd="0" presId="urn:microsoft.com/office/officeart/2008/layout/VerticalCurvedList#1"/>
    <dgm:cxn modelId="{0E69C517-0303-4520-92E9-927ADD4903A9}" type="presParOf" srcId="{EA63603D-283F-4E34-B759-DCAF43EA0AE9}" destId="{352D7C05-B81F-484B-8E65-45955623500F}" srcOrd="2" destOrd="0" presId="urn:microsoft.com/office/officeart/2008/layout/VerticalCurvedList#1"/>
    <dgm:cxn modelId="{C6B31442-0B23-4984-9628-A1757DA0E2F1}" type="presParOf" srcId="{EA63603D-283F-4E34-B759-DCAF43EA0AE9}" destId="{0A39E398-A6F8-4E0D-86D3-0D1DC09E0BFB}" srcOrd="3" destOrd="0" presId="urn:microsoft.com/office/officeart/2008/layout/VerticalCurvedList#1"/>
    <dgm:cxn modelId="{A03A91A5-0334-41AA-9B2E-D69E73BD64D4}" type="presParOf" srcId="{9297A15F-86B3-4AD9-90F6-9F5F359F5B5D}" destId="{7DD2D737-8E2B-403C-BD63-83AFB8DFE067}" srcOrd="1" destOrd="0" presId="urn:microsoft.com/office/officeart/2008/layout/VerticalCurvedList#1"/>
    <dgm:cxn modelId="{D8C02210-C96A-4F42-97F5-271EAFF8B03D}" type="presParOf" srcId="{9297A15F-86B3-4AD9-90F6-9F5F359F5B5D}" destId="{C6479C3E-F8C3-4A3E-B78B-547B8098E093}" srcOrd="2" destOrd="0" presId="urn:microsoft.com/office/officeart/2008/layout/VerticalCurvedList#1"/>
    <dgm:cxn modelId="{854D9430-F5FD-4100-9278-0525A8241DBD}" type="presParOf" srcId="{C6479C3E-F8C3-4A3E-B78B-547B8098E093}" destId="{4AE372C9-9BD3-42D0-BED8-F6A5677C0CA4}" srcOrd="0" destOrd="0" presId="urn:microsoft.com/office/officeart/2008/layout/VerticalCurvedList#1"/>
    <dgm:cxn modelId="{64B6574B-AB4B-4C30-9E4D-921E0F358358}" type="presParOf" srcId="{9297A15F-86B3-4AD9-90F6-9F5F359F5B5D}" destId="{078354EB-A250-4876-93A4-A13A4AB9D238}" srcOrd="3" destOrd="0" presId="urn:microsoft.com/office/officeart/2008/layout/VerticalCurvedList#1"/>
    <dgm:cxn modelId="{6B19050A-D0B7-4E61-9936-52E82D7CF701}" type="presParOf" srcId="{9297A15F-86B3-4AD9-90F6-9F5F359F5B5D}" destId="{5808B49E-8A3B-4240-B919-2997C4A0828C}" srcOrd="4" destOrd="0" presId="urn:microsoft.com/office/officeart/2008/layout/VerticalCurvedList#1"/>
    <dgm:cxn modelId="{BDF06DEC-0835-4415-B436-5E503CAD832C}" type="presParOf" srcId="{5808B49E-8A3B-4240-B919-2997C4A0828C}" destId="{F0437E33-4AAC-46B7-B9C3-F4F53D7CE67A}" srcOrd="0" destOrd="0" presId="urn:microsoft.com/office/officeart/2008/layout/VerticalCurvedList#1"/>
    <dgm:cxn modelId="{229E71E4-E5D4-4785-B747-AEFED951B0A5}" type="presParOf" srcId="{9297A15F-86B3-4AD9-90F6-9F5F359F5B5D}" destId="{DA1B3B6B-8819-45EA-9D76-839887813C48}" srcOrd="5" destOrd="0" presId="urn:microsoft.com/office/officeart/2008/layout/VerticalCurvedList#1"/>
    <dgm:cxn modelId="{5FCB4660-5077-4099-81A1-A35331AEFAD6}" type="presParOf" srcId="{9297A15F-86B3-4AD9-90F6-9F5F359F5B5D}" destId="{4FA3627A-CFF2-425D-ABC2-765B2EEC3D29}" srcOrd="6" destOrd="0" presId="urn:microsoft.com/office/officeart/2008/layout/VerticalCurvedList#1"/>
    <dgm:cxn modelId="{8AFF9E79-DA37-45A1-B5DA-2CCC14EC2A27}" type="presParOf" srcId="{4FA3627A-CFF2-425D-ABC2-765B2EEC3D29}" destId="{37C35C52-1F0C-4CD6-B9CD-49D3A35EE452}" srcOrd="0" destOrd="0" presId="urn:microsoft.com/office/officeart/2008/layout/VerticalCurvedList#1"/>
    <dgm:cxn modelId="{2959BF92-89C5-44CE-9A9E-49F15CD7AFBA}" type="presParOf" srcId="{9297A15F-86B3-4AD9-90F6-9F5F359F5B5D}" destId="{E6773B59-D97A-4183-A7A9-A3150D386487}" srcOrd="7" destOrd="0" presId="urn:microsoft.com/office/officeart/2008/layout/VerticalCurvedList#1"/>
    <dgm:cxn modelId="{C376CC2F-E84C-46B5-8149-E57F37C57C25}" type="presParOf" srcId="{9297A15F-86B3-4AD9-90F6-9F5F359F5B5D}" destId="{6F8DF74C-2787-4E89-98EB-1554DBE33A76}" srcOrd="8" destOrd="0" presId="urn:microsoft.com/office/officeart/2008/layout/VerticalCurvedList#1"/>
    <dgm:cxn modelId="{3CAEF3EF-38BC-4BE9-B378-7ADC10A145D2}" type="presParOf" srcId="{6F8DF74C-2787-4E89-98EB-1554DBE33A76}" destId="{DAF8DA01-5AA1-4C3F-832C-EA3423B57E46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AAB50860-4F9C-4708-8E43-1FCF43627E35}">
      <dgm:prSet phldr="0"/>
      <dgm:spPr/>
      <dgm:t>
        <a:bodyPr/>
        <a:lstStyle/>
        <a:p>
          <a:pPr algn="l" rtl="0"/>
          <a:r>
            <a:rPr lang="es-EC">
              <a:latin typeface="Arial"/>
            </a:rPr>
            <a:t>Stale State</a:t>
          </a:r>
          <a:endParaRPr lang="es-EC"/>
        </a:p>
      </dgm:t>
    </dgm:pt>
    <dgm:pt modelId="{68C5E852-5965-442B-8C7B-E6D984D027E4}" type="parTrans" cxnId="{B058DD55-5C76-48C6-8863-8CCF152E5B5D}">
      <dgm:prSet/>
      <dgm:spPr/>
    </dgm:pt>
    <dgm:pt modelId="{14AEFD57-A1E0-4994-BF1F-655A871B946A}" type="sibTrans" cxnId="{B058DD55-5C76-48C6-8863-8CCF152E5B5D}">
      <dgm:prSet/>
      <dgm:spPr/>
      <dgm:t>
        <a:bodyPr/>
        <a:lstStyle/>
        <a:p>
          <a:endParaRPr lang="en-US"/>
        </a:p>
      </dgm:t>
    </dgm:pt>
    <dgm:pt modelId="{08F00234-FB4C-4C4D-8BFC-909A73F59A94}">
      <dgm:prSet phldr="0"/>
      <dgm:spPr/>
      <dgm:t>
        <a:bodyPr/>
        <a:lstStyle/>
        <a:p>
          <a:pPr algn="l" rtl="0"/>
          <a:r>
            <a:rPr lang="es-EC" sz="1400"/>
            <a:t>Permite mantener la entrada en memoria para evitar </a:t>
          </a:r>
          <a:r>
            <a:rPr lang="es-EC" sz="1400" b="0" i="1"/>
            <a:t>Requests</a:t>
          </a:r>
          <a:r>
            <a:rPr lang="es-EC" sz="1400" b="0"/>
            <a:t> </a:t>
          </a:r>
          <a:r>
            <a:rPr lang="es-EC" sz="1400"/>
            <a:t>constantes, pero marca la necesidad de verificación futura.</a:t>
          </a:r>
        </a:p>
      </dgm:t>
    </dgm:pt>
    <dgm:pt modelId="{3EA40A78-27A2-412B-8CBD-9620FDE7F2A0}" type="parTrans" cxnId="{CEFD638B-A555-4F15-B3CF-F820927F8B5D}">
      <dgm:prSet/>
      <dgm:spPr/>
    </dgm:pt>
    <dgm:pt modelId="{C959B043-62CE-4A6F-A41E-510E327CFD87}" type="sibTrans" cxnId="{CEFD638B-A555-4F15-B3CF-F820927F8B5D}">
      <dgm:prSet/>
      <dgm:spPr/>
      <dgm:t>
        <a:bodyPr/>
        <a:lstStyle/>
        <a:p>
          <a:endParaRPr lang="en-US"/>
        </a:p>
      </dgm:t>
    </dgm:pt>
    <dgm:pt modelId="{01F23F13-F87F-4A25-99C4-60693B7C8801}">
      <dgm:prSet phldr="0"/>
      <dgm:spPr/>
      <dgm:t>
        <a:bodyPr/>
        <a:lstStyle/>
        <a:p>
          <a:pPr algn="l" rtl="0"/>
          <a:r>
            <a:rPr lang="es-EC"/>
            <a:t>GC (Garbage Collection)</a:t>
          </a:r>
        </a:p>
      </dgm:t>
    </dgm:pt>
    <dgm:pt modelId="{776B82E9-C935-4E83-93E7-A3842EC768DA}" type="parTrans" cxnId="{38F49FE5-A929-43AC-A60B-D2C91A5029E2}">
      <dgm:prSet/>
      <dgm:spPr/>
    </dgm:pt>
    <dgm:pt modelId="{DD4E318D-B9BA-4744-8BA4-C2645AEF04FD}" type="sibTrans" cxnId="{38F49FE5-A929-43AC-A60B-D2C91A5029E2}">
      <dgm:prSet/>
      <dgm:spPr/>
      <dgm:t>
        <a:bodyPr/>
        <a:lstStyle/>
        <a:p>
          <a:endParaRPr lang="en-US"/>
        </a:p>
      </dgm:t>
    </dgm:pt>
    <dgm:pt modelId="{72AE7985-1555-4328-B28C-262D4008EFF0}">
      <dgm:prSet phldr="0"/>
      <dgm:spPr/>
      <dgm:t>
        <a:bodyPr/>
        <a:lstStyle/>
        <a:p>
          <a:pPr algn="l" rtl="0"/>
          <a:r>
            <a:rPr lang="es-EC" sz="1400"/>
            <a:t>Proceso</a:t>
          </a:r>
          <a:r>
            <a:rPr lang="es-EC" sz="1400" b="0"/>
            <a:t> del kernel que limpia entradas</a:t>
          </a:r>
          <a:r>
            <a:rPr lang="es-EC" sz="1400"/>
            <a:t> en estado </a:t>
          </a:r>
          <a:r>
            <a:rPr lang="es-EC" sz="1400" i="1"/>
            <a:t>Incomplete</a:t>
          </a:r>
          <a:r>
            <a:rPr lang="es-EC" sz="1400"/>
            <a:t> o </a:t>
          </a:r>
          <a:r>
            <a:rPr lang="es-EC" sz="1400" i="1"/>
            <a:t>Failed</a:t>
          </a:r>
          <a:r>
            <a:rPr lang="es-EC" sz="1400"/>
            <a:t> para liberar memoria.</a:t>
          </a:r>
        </a:p>
      </dgm:t>
    </dgm:pt>
    <dgm:pt modelId="{165AB9F0-A8BE-4B94-AD0C-5256D2707A2E}" type="parTrans" cxnId="{3E4C29CF-39E4-4054-B4C6-2331103DD175}">
      <dgm:prSet/>
      <dgm:spPr/>
    </dgm:pt>
    <dgm:pt modelId="{D714081F-0649-41B7-AC96-6AA6289AFCD0}" type="sibTrans" cxnId="{3E4C29CF-39E4-4054-B4C6-2331103DD175}">
      <dgm:prSet/>
      <dgm:spPr/>
      <dgm:t>
        <a:bodyPr/>
        <a:lstStyle/>
        <a:p>
          <a:endParaRPr lang="en-US"/>
        </a:p>
      </dgm:t>
    </dgm:pt>
    <dgm:pt modelId="{9B93FC82-EA4B-4DA3-8270-B9411F3A6AC5}">
      <dgm:prSet phldr="0"/>
      <dgm:spPr/>
      <dgm:t>
        <a:bodyPr/>
        <a:lstStyle/>
        <a:p>
          <a:pPr algn="l" rtl="0"/>
          <a:r>
            <a:rPr lang="es-EC" b="0"/>
            <a:t>Base Reachable Time</a:t>
          </a:r>
        </a:p>
      </dgm:t>
    </dgm:pt>
    <dgm:pt modelId="{1D1BE59B-F6CB-402A-AA72-743248F7F2B9}" type="parTrans" cxnId="{68D2D803-137B-4633-B25D-288322512601}">
      <dgm:prSet/>
      <dgm:spPr/>
    </dgm:pt>
    <dgm:pt modelId="{F619C500-B251-4CD7-8505-44386ABD9A6C}" type="sibTrans" cxnId="{68D2D803-137B-4633-B25D-288322512601}">
      <dgm:prSet/>
      <dgm:spPr/>
      <dgm:t>
        <a:bodyPr/>
        <a:lstStyle/>
        <a:p>
          <a:endParaRPr lang="en-US"/>
        </a:p>
      </dgm:t>
    </dgm:pt>
    <dgm:pt modelId="{4A2F1044-642D-43D4-AC0F-DF12F17612D7}">
      <dgm:prSet phldr="0"/>
      <dgm:spPr/>
      <dgm:t>
        <a:bodyPr/>
        <a:lstStyle/>
        <a:p>
          <a:pPr algn="l" rtl="0"/>
          <a:r>
            <a:rPr lang="es-EC" sz="1400"/>
            <a:t>Tiempo</a:t>
          </a:r>
          <a:r>
            <a:rPr lang="es-EC" sz="1400" b="0"/>
            <a:t> estándar </a:t>
          </a:r>
          <a:r>
            <a:rPr lang="es-EC" sz="1400"/>
            <a:t>que una entrada permanece como </a:t>
          </a:r>
          <a:r>
            <a:rPr lang="es-EC" sz="1400" i="1"/>
            <a:t>Reachable</a:t>
          </a:r>
          <a:r>
            <a:rPr lang="es-EC" sz="1400"/>
            <a:t> </a:t>
          </a:r>
          <a:r>
            <a:rPr lang="es-EC" sz="1400" b="0"/>
            <a:t>(típicamente</a:t>
          </a:r>
          <a:r>
            <a:rPr lang="es-EC" sz="1400"/>
            <a:t> 30 seg - 1 min</a:t>
          </a:r>
          <a:r>
            <a:rPr lang="es-EC" sz="1400" b="0"/>
            <a:t>)</a:t>
          </a:r>
          <a:r>
            <a:rPr lang="es-EC" sz="1400"/>
            <a:t>.</a:t>
          </a:r>
        </a:p>
      </dgm:t>
    </dgm:pt>
    <dgm:pt modelId="{4DFF74AC-1A89-48A9-939D-5421A66CCAB2}" type="parTrans" cxnId="{28AA92B8-E844-44BF-9E46-FB7DD701D753}">
      <dgm:prSet/>
      <dgm:spPr/>
    </dgm:pt>
    <dgm:pt modelId="{86034B6A-C599-4A50-81FB-86AB4A17F61C}" type="sibTrans" cxnId="{28AA92B8-E844-44BF-9E46-FB7DD701D753}">
      <dgm:prSet/>
      <dgm:spPr/>
      <dgm:t>
        <a:bodyPr/>
        <a:lstStyle/>
        <a:p>
          <a:endParaRPr lang="en-US"/>
        </a:p>
      </dgm:t>
    </dgm:pt>
    <dgm:pt modelId="{B2F4EB24-04D5-4AE5-9B86-84BCFB6A95CE}">
      <dgm:prSet phldr="0"/>
      <dgm:spPr/>
      <dgm:t>
        <a:bodyPr/>
        <a:lstStyle/>
        <a:p>
          <a:pPr algn="l" rtl="0"/>
          <a:r>
            <a:rPr lang="es-EC">
              <a:latin typeface="Arial"/>
            </a:rPr>
            <a:t>Renovación</a:t>
          </a:r>
        </a:p>
      </dgm:t>
    </dgm:pt>
    <dgm:pt modelId="{3F27B343-95C1-43AC-98BD-93E3674742A3}" type="parTrans" cxnId="{8FFF6C66-8893-4722-9D2A-E1E222EAF131}">
      <dgm:prSet/>
      <dgm:spPr/>
    </dgm:pt>
    <dgm:pt modelId="{719EE240-4614-48CA-A507-BF088A48D2F3}" type="sibTrans" cxnId="{8FFF6C66-8893-4722-9D2A-E1E222EAF131}">
      <dgm:prSet/>
      <dgm:spPr/>
      <dgm:t>
        <a:bodyPr/>
        <a:lstStyle/>
        <a:p>
          <a:endParaRPr lang="en-US"/>
        </a:p>
      </dgm:t>
    </dgm:pt>
    <dgm:pt modelId="{E6A196CA-41CC-4864-B554-1F46DCAAF139}">
      <dgm:prSet phldr="0"/>
      <dgm:spPr/>
      <dgm:t>
        <a:bodyPr/>
        <a:lstStyle/>
        <a:p>
          <a:pPr algn="l" rtl="0"/>
          <a:r>
            <a:rPr lang="es-EC" sz="1400"/>
            <a:t>Ocurre </a:t>
          </a:r>
          <a:r>
            <a:rPr lang="es-EC" sz="1400" b="0"/>
            <a:t>automáticamente con tráfico </a:t>
          </a:r>
          <a:r>
            <a:rPr lang="es-EC" sz="1400"/>
            <a:t>bidireccional constante; si hay silencio, inicia el decaimiento de estado.</a:t>
          </a:r>
        </a:p>
      </dgm:t>
    </dgm:pt>
    <dgm:pt modelId="{3330F83D-4FC6-4CAF-A631-E4785BE6EA35}" type="parTrans" cxnId="{D206C55C-AF3B-4205-BB21-E0338F9D32A8}">
      <dgm:prSet/>
      <dgm:spPr/>
    </dgm:pt>
    <dgm:pt modelId="{5CDC5B68-BEDB-49CE-AB77-1CA267AC0AA7}" type="sibTrans" cxnId="{D206C55C-AF3B-4205-BB21-E0338F9D32A8}">
      <dgm:prSet/>
      <dgm:spPr/>
      <dgm:t>
        <a:bodyPr/>
        <a:lstStyle/>
        <a:p>
          <a:endParaRPr lang="en-US"/>
        </a:p>
      </dgm:t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4168B9E5-3E11-4D4A-9974-3F35DC6AF598}" type="pres">
      <dgm:prSet presAssocID="{9B93FC82-EA4B-4DA3-8270-B9411F3A6AC5}" presName="composite" presStyleCnt="0"/>
      <dgm:spPr/>
    </dgm:pt>
    <dgm:pt modelId="{E6C982F1-135D-4771-90CB-07E7F1361E12}" type="pres">
      <dgm:prSet presAssocID="{9B93FC82-EA4B-4DA3-8270-B9411F3A6AC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79A6A36-E156-40BD-B41F-CE7E549B37C0}" type="pres">
      <dgm:prSet presAssocID="{9B93FC82-EA4B-4DA3-8270-B9411F3A6AC5}" presName="parSh" presStyleLbl="node1" presStyleIdx="0" presStyleCnt="4"/>
      <dgm:spPr/>
    </dgm:pt>
    <dgm:pt modelId="{F602C7D1-8AF2-4D6B-A6B9-11069A88EFB5}" type="pres">
      <dgm:prSet presAssocID="{9B93FC82-EA4B-4DA3-8270-B9411F3A6AC5}" presName="desTx" presStyleLbl="fgAcc1" presStyleIdx="0" presStyleCnt="4">
        <dgm:presLayoutVars>
          <dgm:bulletEnabled val="1"/>
        </dgm:presLayoutVars>
      </dgm:prSet>
      <dgm:spPr/>
    </dgm:pt>
    <dgm:pt modelId="{D75F8C54-697A-41E0-AE47-3337CEF75A9D}" type="pres">
      <dgm:prSet presAssocID="{F619C500-B251-4CD7-8505-44386ABD9A6C}" presName="sibTrans" presStyleLbl="sibTrans2D1" presStyleIdx="0" presStyleCnt="3"/>
      <dgm:spPr/>
    </dgm:pt>
    <dgm:pt modelId="{E8033F41-2341-4BE8-8546-020A715D66F4}" type="pres">
      <dgm:prSet presAssocID="{F619C500-B251-4CD7-8505-44386ABD9A6C}" presName="connTx" presStyleLbl="sibTrans2D1" presStyleIdx="0" presStyleCnt="3"/>
      <dgm:spPr/>
    </dgm:pt>
    <dgm:pt modelId="{99DCD812-0564-48EE-9F4B-B7597A6C29BF}" type="pres">
      <dgm:prSet presAssocID="{AAB50860-4F9C-4708-8E43-1FCF43627E35}" presName="composite" presStyleCnt="0"/>
      <dgm:spPr/>
    </dgm:pt>
    <dgm:pt modelId="{211B07C6-4985-42C3-9C30-685C4CB4D24D}" type="pres">
      <dgm:prSet presAssocID="{AAB50860-4F9C-4708-8E43-1FCF43627E3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FA6606-51FF-47D2-817F-CD67FE602E78}" type="pres">
      <dgm:prSet presAssocID="{AAB50860-4F9C-4708-8E43-1FCF43627E35}" presName="parSh" presStyleLbl="node1" presStyleIdx="1" presStyleCnt="4"/>
      <dgm:spPr/>
    </dgm:pt>
    <dgm:pt modelId="{87AF67F7-B2A1-4382-9476-37ACA07F2AF1}" type="pres">
      <dgm:prSet presAssocID="{AAB50860-4F9C-4708-8E43-1FCF43627E35}" presName="desTx" presStyleLbl="fgAcc1" presStyleIdx="1" presStyleCnt="4">
        <dgm:presLayoutVars>
          <dgm:bulletEnabled val="1"/>
        </dgm:presLayoutVars>
      </dgm:prSet>
      <dgm:spPr/>
    </dgm:pt>
    <dgm:pt modelId="{A2E7AEC1-66D4-4CC5-9547-5097D991967A}" type="pres">
      <dgm:prSet presAssocID="{14AEFD57-A1E0-4994-BF1F-655A871B946A}" presName="sibTrans" presStyleLbl="sibTrans2D1" presStyleIdx="1" presStyleCnt="3"/>
      <dgm:spPr/>
    </dgm:pt>
    <dgm:pt modelId="{575F3CE6-2C8E-4D63-B215-6341749C8C90}" type="pres">
      <dgm:prSet presAssocID="{14AEFD57-A1E0-4994-BF1F-655A871B946A}" presName="connTx" presStyleLbl="sibTrans2D1" presStyleIdx="1" presStyleCnt="3"/>
      <dgm:spPr/>
    </dgm:pt>
    <dgm:pt modelId="{FBB44A77-BF50-4792-9B63-A55B2E99D7B9}" type="pres">
      <dgm:prSet presAssocID="{01F23F13-F87F-4A25-99C4-60693B7C8801}" presName="composite" presStyleCnt="0"/>
      <dgm:spPr/>
    </dgm:pt>
    <dgm:pt modelId="{0A61371D-D715-4547-8D23-C10DE73A9DEC}" type="pres">
      <dgm:prSet presAssocID="{01F23F13-F87F-4A25-99C4-60693B7C8801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0D0A09-60E4-4FF8-A386-8A15807B40CE}" type="pres">
      <dgm:prSet presAssocID="{01F23F13-F87F-4A25-99C4-60693B7C8801}" presName="parSh" presStyleLbl="node1" presStyleIdx="2" presStyleCnt="4"/>
      <dgm:spPr/>
    </dgm:pt>
    <dgm:pt modelId="{CF4D7485-AB7B-4966-A3AD-1AC28CB8198F}" type="pres">
      <dgm:prSet presAssocID="{01F23F13-F87F-4A25-99C4-60693B7C8801}" presName="desTx" presStyleLbl="fgAcc1" presStyleIdx="2" presStyleCnt="4">
        <dgm:presLayoutVars>
          <dgm:bulletEnabled val="1"/>
        </dgm:presLayoutVars>
      </dgm:prSet>
      <dgm:spPr/>
    </dgm:pt>
    <dgm:pt modelId="{08DAF9CA-5630-4B27-9537-3D8E6AF5214F}" type="pres">
      <dgm:prSet presAssocID="{DD4E318D-B9BA-4744-8BA4-C2645AEF04FD}" presName="sibTrans" presStyleLbl="sibTrans2D1" presStyleIdx="2" presStyleCnt="3"/>
      <dgm:spPr/>
    </dgm:pt>
    <dgm:pt modelId="{834B8516-4062-4C7A-B5C4-5CB7157F6E5C}" type="pres">
      <dgm:prSet presAssocID="{DD4E318D-B9BA-4744-8BA4-C2645AEF04FD}" presName="connTx" presStyleLbl="sibTrans2D1" presStyleIdx="2" presStyleCnt="3"/>
      <dgm:spPr/>
    </dgm:pt>
    <dgm:pt modelId="{99F7DDD2-ABD8-4628-B9B2-B7648DAE8445}" type="pres">
      <dgm:prSet presAssocID="{B2F4EB24-04D5-4AE5-9B86-84BCFB6A95CE}" presName="composite" presStyleCnt="0"/>
      <dgm:spPr/>
    </dgm:pt>
    <dgm:pt modelId="{54C853C1-7A44-4D03-B7E2-F1C95E03837F}" type="pres">
      <dgm:prSet presAssocID="{B2F4EB24-04D5-4AE5-9B86-84BCFB6A95CE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C1356B-ACB0-4688-8649-4D51F7348C2A}" type="pres">
      <dgm:prSet presAssocID="{B2F4EB24-04D5-4AE5-9B86-84BCFB6A95CE}" presName="parSh" presStyleLbl="node1" presStyleIdx="3" presStyleCnt="4"/>
      <dgm:spPr/>
    </dgm:pt>
    <dgm:pt modelId="{2D16DD01-100F-4B0E-980D-A8279B79BFE7}" type="pres">
      <dgm:prSet presAssocID="{B2F4EB24-04D5-4AE5-9B86-84BCFB6A95CE}" presName="desTx" presStyleLbl="fgAcc1" presStyleIdx="3" presStyleCnt="4">
        <dgm:presLayoutVars>
          <dgm:bulletEnabled val="1"/>
        </dgm:presLayoutVars>
      </dgm:prSet>
      <dgm:spPr/>
    </dgm:pt>
  </dgm:ptLst>
  <dgm:cxnLst>
    <dgm:cxn modelId="{68D2D803-137B-4633-B25D-288322512601}" srcId="{17377101-814E-4BB6-BEB4-A6CFA83DA9D8}" destId="{9B93FC82-EA4B-4DA3-8270-B9411F3A6AC5}" srcOrd="0" destOrd="0" parTransId="{1D1BE59B-F6CB-402A-AA72-743248F7F2B9}" sibTransId="{F619C500-B251-4CD7-8505-44386ABD9A6C}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CB9BBF17-375A-492E-A357-6C710E6B7F1E}" type="presOf" srcId="{DD4E318D-B9BA-4744-8BA4-C2645AEF04FD}" destId="{08DAF9CA-5630-4B27-9537-3D8E6AF5214F}" srcOrd="0" destOrd="0" presId="urn:microsoft.com/office/officeart/2005/8/layout/process3#1"/>
    <dgm:cxn modelId="{564A0B28-7A02-456B-B204-0028D937D3E8}" type="presOf" srcId="{B2F4EB24-04D5-4AE5-9B86-84BCFB6A95CE}" destId="{8AC1356B-ACB0-4688-8649-4D51F7348C2A}" srcOrd="1" destOrd="0" presId="urn:microsoft.com/office/officeart/2005/8/layout/process3#1"/>
    <dgm:cxn modelId="{36460636-A697-4605-97C0-3D498485D326}" type="presOf" srcId="{72AE7985-1555-4328-B28C-262D4008EFF0}" destId="{CF4D7485-AB7B-4966-A3AD-1AC28CB8198F}" srcOrd="0" destOrd="0" presId="urn:microsoft.com/office/officeart/2005/8/layout/process3#1"/>
    <dgm:cxn modelId="{D047CB37-4555-4DA7-B467-3770104C5A09}" type="presOf" srcId="{F619C500-B251-4CD7-8505-44386ABD9A6C}" destId="{E8033F41-2341-4BE8-8546-020A715D66F4}" srcOrd="1" destOrd="0" presId="urn:microsoft.com/office/officeart/2005/8/layout/process3#1"/>
    <dgm:cxn modelId="{3C65913D-DE1B-4D13-BD72-F4D7289F3736}" type="presOf" srcId="{AAB50860-4F9C-4708-8E43-1FCF43627E35}" destId="{211B07C6-4985-42C3-9C30-685C4CB4D24D}" srcOrd="0" destOrd="0" presId="urn:microsoft.com/office/officeart/2005/8/layout/process3#1"/>
    <dgm:cxn modelId="{C27F355B-3759-4810-A109-7BF7F41B2139}" type="presOf" srcId="{9B93FC82-EA4B-4DA3-8270-B9411F3A6AC5}" destId="{379A6A36-E156-40BD-B41F-CE7E549B37C0}" srcOrd="1" destOrd="0" presId="urn:microsoft.com/office/officeart/2005/8/layout/process3#1"/>
    <dgm:cxn modelId="{D206C55C-AF3B-4205-BB21-E0338F9D32A8}" srcId="{B2F4EB24-04D5-4AE5-9B86-84BCFB6A95CE}" destId="{E6A196CA-41CC-4864-B554-1F46DCAAF139}" srcOrd="0" destOrd="0" parTransId="{3330F83D-4FC6-4CAF-A631-E4785BE6EA35}" sibTransId="{5CDC5B68-BEDB-49CE-AB77-1CA267AC0AA7}"/>
    <dgm:cxn modelId="{8FFF6C66-8893-4722-9D2A-E1E222EAF131}" srcId="{17377101-814E-4BB6-BEB4-A6CFA83DA9D8}" destId="{B2F4EB24-04D5-4AE5-9B86-84BCFB6A95CE}" srcOrd="3" destOrd="0" parTransId="{3F27B343-95C1-43AC-98BD-93E3674742A3}" sibTransId="{719EE240-4614-48CA-A507-BF088A48D2F3}"/>
    <dgm:cxn modelId="{A0BCF76D-D8B3-44BA-AFAB-72066ED70A06}" type="presOf" srcId="{14AEFD57-A1E0-4994-BF1F-655A871B946A}" destId="{A2E7AEC1-66D4-4CC5-9547-5097D991967A}" srcOrd="0" destOrd="0" presId="urn:microsoft.com/office/officeart/2005/8/layout/process3#1"/>
    <dgm:cxn modelId="{308D6453-DCD9-4E90-BAF1-940E5D28A856}" type="presOf" srcId="{01F23F13-F87F-4A25-99C4-60693B7C8801}" destId="{D30D0A09-60E4-4FF8-A386-8A15807B40CE}" srcOrd="1" destOrd="0" presId="urn:microsoft.com/office/officeart/2005/8/layout/process3#1"/>
    <dgm:cxn modelId="{B058DD55-5C76-48C6-8863-8CCF152E5B5D}" srcId="{17377101-814E-4BB6-BEB4-A6CFA83DA9D8}" destId="{AAB50860-4F9C-4708-8E43-1FCF43627E35}" srcOrd="1" destOrd="0" parTransId="{68C5E852-5965-442B-8C7B-E6D984D027E4}" sibTransId="{14AEFD57-A1E0-4994-BF1F-655A871B946A}"/>
    <dgm:cxn modelId="{962F5987-D939-4B26-BF15-1A400C2456D8}" type="presOf" srcId="{B2F4EB24-04D5-4AE5-9B86-84BCFB6A95CE}" destId="{54C853C1-7A44-4D03-B7E2-F1C95E03837F}" srcOrd="0" destOrd="0" presId="urn:microsoft.com/office/officeart/2005/8/layout/process3#1"/>
    <dgm:cxn modelId="{CEFD638B-A555-4F15-B3CF-F820927F8B5D}" srcId="{AAB50860-4F9C-4708-8E43-1FCF43627E35}" destId="{08F00234-FB4C-4C4D-8BFC-909A73F59A94}" srcOrd="0" destOrd="0" parTransId="{3EA40A78-27A2-412B-8CBD-9620FDE7F2A0}" sibTransId="{C959B043-62CE-4A6F-A41E-510E327CFD87}"/>
    <dgm:cxn modelId="{05EA1E8D-01B3-498B-837A-B524A5324C0B}" type="presOf" srcId="{4A2F1044-642D-43D4-AC0F-DF12F17612D7}" destId="{F602C7D1-8AF2-4D6B-A6B9-11069A88EFB5}" srcOrd="0" destOrd="0" presId="urn:microsoft.com/office/officeart/2005/8/layout/process3#1"/>
    <dgm:cxn modelId="{F62EE9B1-F33D-4741-AC0B-F02F83E449C7}" type="presOf" srcId="{08F00234-FB4C-4C4D-8BFC-909A73F59A94}" destId="{87AF67F7-B2A1-4382-9476-37ACA07F2AF1}" srcOrd="0" destOrd="0" presId="urn:microsoft.com/office/officeart/2005/8/layout/process3#1"/>
    <dgm:cxn modelId="{28AA92B8-E844-44BF-9E46-FB7DD701D753}" srcId="{9B93FC82-EA4B-4DA3-8270-B9411F3A6AC5}" destId="{4A2F1044-642D-43D4-AC0F-DF12F17612D7}" srcOrd="0" destOrd="0" parTransId="{4DFF74AC-1A89-48A9-939D-5421A66CCAB2}" sibTransId="{86034B6A-C599-4A50-81FB-86AB4A17F61C}"/>
    <dgm:cxn modelId="{3E4C29CF-39E4-4054-B4C6-2331103DD175}" srcId="{01F23F13-F87F-4A25-99C4-60693B7C8801}" destId="{72AE7985-1555-4328-B28C-262D4008EFF0}" srcOrd="0" destOrd="0" parTransId="{165AB9F0-A8BE-4B94-AD0C-5256D2707A2E}" sibTransId="{D714081F-0649-41B7-AC96-6AA6289AFCD0}"/>
    <dgm:cxn modelId="{0B3DC8D2-D0C8-4185-AB21-FA6A9A67087B}" type="presOf" srcId="{14AEFD57-A1E0-4994-BF1F-655A871B946A}" destId="{575F3CE6-2C8E-4D63-B215-6341749C8C90}" srcOrd="1" destOrd="0" presId="urn:microsoft.com/office/officeart/2005/8/layout/process3#1"/>
    <dgm:cxn modelId="{AFDA16E0-C5E5-4273-8C9C-DBAF5BE527CA}" type="presOf" srcId="{9B93FC82-EA4B-4DA3-8270-B9411F3A6AC5}" destId="{E6C982F1-135D-4771-90CB-07E7F1361E12}" srcOrd="0" destOrd="0" presId="urn:microsoft.com/office/officeart/2005/8/layout/process3#1"/>
    <dgm:cxn modelId="{2FF39AE0-1816-4CB3-BE37-19ACC1E98D90}" type="presOf" srcId="{AAB50860-4F9C-4708-8E43-1FCF43627E35}" destId="{94FA6606-51FF-47D2-817F-CD67FE602E78}" srcOrd="1" destOrd="0" presId="urn:microsoft.com/office/officeart/2005/8/layout/process3#1"/>
    <dgm:cxn modelId="{38F49FE5-A929-43AC-A60B-D2C91A5029E2}" srcId="{17377101-814E-4BB6-BEB4-A6CFA83DA9D8}" destId="{01F23F13-F87F-4A25-99C4-60693B7C8801}" srcOrd="2" destOrd="0" parTransId="{776B82E9-C935-4E83-93E7-A3842EC768DA}" sibTransId="{DD4E318D-B9BA-4744-8BA4-C2645AEF04FD}"/>
    <dgm:cxn modelId="{9C6D52EA-952B-44EF-BDF1-832FD4D7C29C}" type="presOf" srcId="{DD4E318D-B9BA-4744-8BA4-C2645AEF04FD}" destId="{834B8516-4062-4C7A-B5C4-5CB7157F6E5C}" srcOrd="1" destOrd="0" presId="urn:microsoft.com/office/officeart/2005/8/layout/process3#1"/>
    <dgm:cxn modelId="{191B3DF1-F40E-4472-BCF4-71158748E85C}" type="presOf" srcId="{E6A196CA-41CC-4864-B554-1F46DCAAF139}" destId="{2D16DD01-100F-4B0E-980D-A8279B79BFE7}" srcOrd="0" destOrd="0" presId="urn:microsoft.com/office/officeart/2005/8/layout/process3#1"/>
    <dgm:cxn modelId="{ABD94DF8-E66F-484E-923C-7DA817C23803}" type="presOf" srcId="{01F23F13-F87F-4A25-99C4-60693B7C8801}" destId="{0A61371D-D715-4547-8D23-C10DE73A9DEC}" srcOrd="0" destOrd="0" presId="urn:microsoft.com/office/officeart/2005/8/layout/process3#1"/>
    <dgm:cxn modelId="{5482B0FA-3E8C-41C5-B2D9-1674A1181B64}" type="presOf" srcId="{F619C500-B251-4CD7-8505-44386ABD9A6C}" destId="{D75F8C54-697A-41E0-AE47-3337CEF75A9D}" srcOrd="0" destOrd="0" presId="urn:microsoft.com/office/officeart/2005/8/layout/process3#1"/>
    <dgm:cxn modelId="{40862347-1DA0-4504-94C3-5A9A3379BCB7}" type="presParOf" srcId="{F82FB510-7AF3-4EFC-8DD3-AB31E9B359E9}" destId="{4168B9E5-3E11-4D4A-9974-3F35DC6AF598}" srcOrd="0" destOrd="0" presId="urn:microsoft.com/office/officeart/2005/8/layout/process3#1"/>
    <dgm:cxn modelId="{C5B1CB3C-E3EA-42DF-8659-3134C5599859}" type="presParOf" srcId="{4168B9E5-3E11-4D4A-9974-3F35DC6AF598}" destId="{E6C982F1-135D-4771-90CB-07E7F1361E12}" srcOrd="0" destOrd="0" presId="urn:microsoft.com/office/officeart/2005/8/layout/process3#1"/>
    <dgm:cxn modelId="{0DE6E919-8AFE-4E72-86C7-14129913262E}" type="presParOf" srcId="{4168B9E5-3E11-4D4A-9974-3F35DC6AF598}" destId="{379A6A36-E156-40BD-B41F-CE7E549B37C0}" srcOrd="1" destOrd="0" presId="urn:microsoft.com/office/officeart/2005/8/layout/process3#1"/>
    <dgm:cxn modelId="{BCC66880-C5B4-4C94-BED3-3F6BBD5CB1C6}" type="presParOf" srcId="{4168B9E5-3E11-4D4A-9974-3F35DC6AF598}" destId="{F602C7D1-8AF2-4D6B-A6B9-11069A88EFB5}" srcOrd="2" destOrd="0" presId="urn:microsoft.com/office/officeart/2005/8/layout/process3#1"/>
    <dgm:cxn modelId="{AC452B01-FE63-4C2A-8176-0EBB7B286C00}" type="presParOf" srcId="{F82FB510-7AF3-4EFC-8DD3-AB31E9B359E9}" destId="{D75F8C54-697A-41E0-AE47-3337CEF75A9D}" srcOrd="1" destOrd="0" presId="urn:microsoft.com/office/officeart/2005/8/layout/process3#1"/>
    <dgm:cxn modelId="{88B899AC-F6AB-43AF-BA7E-25D60466DA96}" type="presParOf" srcId="{D75F8C54-697A-41E0-AE47-3337CEF75A9D}" destId="{E8033F41-2341-4BE8-8546-020A715D66F4}" srcOrd="0" destOrd="0" presId="urn:microsoft.com/office/officeart/2005/8/layout/process3#1"/>
    <dgm:cxn modelId="{184851A1-9CC7-40E3-A0A5-300DCE405997}" type="presParOf" srcId="{F82FB510-7AF3-4EFC-8DD3-AB31E9B359E9}" destId="{99DCD812-0564-48EE-9F4B-B7597A6C29BF}" srcOrd="2" destOrd="0" presId="urn:microsoft.com/office/officeart/2005/8/layout/process3#1"/>
    <dgm:cxn modelId="{3A6B458C-27A1-4B00-B723-D52555DA9F30}" type="presParOf" srcId="{99DCD812-0564-48EE-9F4B-B7597A6C29BF}" destId="{211B07C6-4985-42C3-9C30-685C4CB4D24D}" srcOrd="0" destOrd="0" presId="urn:microsoft.com/office/officeart/2005/8/layout/process3#1"/>
    <dgm:cxn modelId="{D20F7C65-7C28-4CA9-9E58-646835D641FA}" type="presParOf" srcId="{99DCD812-0564-48EE-9F4B-B7597A6C29BF}" destId="{94FA6606-51FF-47D2-817F-CD67FE602E78}" srcOrd="1" destOrd="0" presId="urn:microsoft.com/office/officeart/2005/8/layout/process3#1"/>
    <dgm:cxn modelId="{68EB3AA6-6121-4089-8B38-FB46476163DE}" type="presParOf" srcId="{99DCD812-0564-48EE-9F4B-B7597A6C29BF}" destId="{87AF67F7-B2A1-4382-9476-37ACA07F2AF1}" srcOrd="2" destOrd="0" presId="urn:microsoft.com/office/officeart/2005/8/layout/process3#1"/>
    <dgm:cxn modelId="{E79AA3A9-C974-4567-A22F-084B1202C80E}" type="presParOf" srcId="{F82FB510-7AF3-4EFC-8DD3-AB31E9B359E9}" destId="{A2E7AEC1-66D4-4CC5-9547-5097D991967A}" srcOrd="3" destOrd="0" presId="urn:microsoft.com/office/officeart/2005/8/layout/process3#1"/>
    <dgm:cxn modelId="{692140FB-ABFE-4C52-9B11-A4138D5304F8}" type="presParOf" srcId="{A2E7AEC1-66D4-4CC5-9547-5097D991967A}" destId="{575F3CE6-2C8E-4D63-B215-6341749C8C90}" srcOrd="0" destOrd="0" presId="urn:microsoft.com/office/officeart/2005/8/layout/process3#1"/>
    <dgm:cxn modelId="{A18AF700-1812-4251-8D83-9A9A033ED781}" type="presParOf" srcId="{F82FB510-7AF3-4EFC-8DD3-AB31E9B359E9}" destId="{FBB44A77-BF50-4792-9B63-A55B2E99D7B9}" srcOrd="4" destOrd="0" presId="urn:microsoft.com/office/officeart/2005/8/layout/process3#1"/>
    <dgm:cxn modelId="{3449EECD-9B53-4F89-92AF-57E07A4F9898}" type="presParOf" srcId="{FBB44A77-BF50-4792-9B63-A55B2E99D7B9}" destId="{0A61371D-D715-4547-8D23-C10DE73A9DEC}" srcOrd="0" destOrd="0" presId="urn:microsoft.com/office/officeart/2005/8/layout/process3#1"/>
    <dgm:cxn modelId="{BFDD4DB6-92BF-476A-9727-8B31B99FF2DD}" type="presParOf" srcId="{FBB44A77-BF50-4792-9B63-A55B2E99D7B9}" destId="{D30D0A09-60E4-4FF8-A386-8A15807B40CE}" srcOrd="1" destOrd="0" presId="urn:microsoft.com/office/officeart/2005/8/layout/process3#1"/>
    <dgm:cxn modelId="{E8862F12-0DB5-482F-B26A-654FBCC339C7}" type="presParOf" srcId="{FBB44A77-BF50-4792-9B63-A55B2E99D7B9}" destId="{CF4D7485-AB7B-4966-A3AD-1AC28CB8198F}" srcOrd="2" destOrd="0" presId="urn:microsoft.com/office/officeart/2005/8/layout/process3#1"/>
    <dgm:cxn modelId="{13D628B9-BA52-4383-8429-9EF4F589DD3B}" type="presParOf" srcId="{F82FB510-7AF3-4EFC-8DD3-AB31E9B359E9}" destId="{08DAF9CA-5630-4B27-9537-3D8E6AF5214F}" srcOrd="5" destOrd="0" presId="urn:microsoft.com/office/officeart/2005/8/layout/process3#1"/>
    <dgm:cxn modelId="{4EBF7DE5-05CD-4677-B73B-BE0082DD7DF4}" type="presParOf" srcId="{08DAF9CA-5630-4B27-9537-3D8E6AF5214F}" destId="{834B8516-4062-4C7A-B5C4-5CB7157F6E5C}" srcOrd="0" destOrd="0" presId="urn:microsoft.com/office/officeart/2005/8/layout/process3#1"/>
    <dgm:cxn modelId="{670D2ADA-D041-4F35-A68E-A31FCFC26607}" type="presParOf" srcId="{F82FB510-7AF3-4EFC-8DD3-AB31E9B359E9}" destId="{99F7DDD2-ABD8-4628-B9B2-B7648DAE8445}" srcOrd="6" destOrd="0" presId="urn:microsoft.com/office/officeart/2005/8/layout/process3#1"/>
    <dgm:cxn modelId="{1E5103FF-93BC-4D2D-96D4-35F8086355C3}" type="presParOf" srcId="{99F7DDD2-ABD8-4628-B9B2-B7648DAE8445}" destId="{54C853C1-7A44-4D03-B7E2-F1C95E03837F}" srcOrd="0" destOrd="0" presId="urn:microsoft.com/office/officeart/2005/8/layout/process3#1"/>
    <dgm:cxn modelId="{01023760-F8EF-4418-9B22-F3CBF8C8032F}" type="presParOf" srcId="{99F7DDD2-ABD8-4628-B9B2-B7648DAE8445}" destId="{8AC1356B-ACB0-4688-8649-4D51F7348C2A}" srcOrd="1" destOrd="0" presId="urn:microsoft.com/office/officeart/2005/8/layout/process3#1"/>
    <dgm:cxn modelId="{4136C3AE-8D34-46C9-AEB9-7A49BF00DB11}" type="presParOf" srcId="{99F7DDD2-ABD8-4628-B9B2-B7648DAE8445}" destId="{2D16DD01-100F-4B0E-980D-A8279B79BFE7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pPr rtl="0"/>
          <a:r>
            <a:rPr lang="es-EC" b="1">
              <a:latin typeface="Arial"/>
              <a:cs typeface="Arial" panose="020B0604020202020204"/>
            </a:rPr>
            <a:t>Local</a:t>
          </a:r>
          <a:endParaRPr lang="es-EC" b="1"/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E1C5DDD1-1F61-4A18-BB53-54D2BBDE1085}">
      <dgm:prSet phldr="0"/>
      <dgm:spPr/>
      <dgm:t>
        <a:bodyPr/>
        <a:lstStyle/>
        <a:p>
          <a:pPr algn="l" rtl="0"/>
          <a:r>
            <a:rPr lang="es-ES" sz="1400" b="1"/>
            <a:t>ARP </a:t>
          </a:r>
          <a:r>
            <a:rPr lang="es-ES" sz="1400" b="1" err="1"/>
            <a:t>Request</a:t>
          </a:r>
          <a:r>
            <a:rPr lang="es-ES" sz="1400" b="1"/>
            <a:t>:</a:t>
          </a:r>
          <a:r>
            <a:rPr lang="es-ES" sz="1400" b="0"/>
            <a:t> Busca la MAC del </a:t>
          </a:r>
          <a:r>
            <a:rPr lang="es-ES" sz="1400" b="0">
              <a:latin typeface="Arial"/>
            </a:rPr>
            <a:t>host de destino </a:t>
          </a:r>
          <a:r>
            <a:rPr lang="es-ES" sz="1400" b="0"/>
            <a:t>directamente</a:t>
          </a:r>
          <a:r>
            <a:rPr lang="es-ES" sz="1400"/>
            <a:t>.</a:t>
          </a:r>
          <a:endParaRPr lang="es-ES"/>
        </a:p>
      </dgm:t>
    </dgm:pt>
    <dgm:pt modelId="{1219078E-54F8-4E2B-95D7-554DDCC4754D}" type="parTrans" cxnId="{89D62387-16BB-4EC8-A13D-04955B3F1AAF}">
      <dgm:prSet/>
      <dgm:spPr/>
    </dgm:pt>
    <dgm:pt modelId="{5B84ABFB-6CCB-46A2-9EFD-874573840E8C}" type="sibTrans" cxnId="{89D62387-16BB-4EC8-A13D-04955B3F1AAF}">
      <dgm:prSet/>
      <dgm:spPr/>
      <dgm:t>
        <a:bodyPr/>
        <a:lstStyle/>
        <a:p>
          <a:endParaRPr lang="es-ES"/>
        </a:p>
      </dgm:t>
    </dgm:pt>
    <dgm:pt modelId="{B859AEC8-9762-4DB1-8BCB-A2726A11C0E1}">
      <dgm:prSet phldr="0"/>
      <dgm:spPr/>
      <dgm:t>
        <a:bodyPr/>
        <a:lstStyle/>
        <a:p>
          <a:pPr algn="l" rtl="0"/>
          <a:r>
            <a:rPr lang="es-ES" sz="1000"/>
            <a:t>El Host verifica la máscara de subred.</a:t>
          </a:r>
        </a:p>
      </dgm:t>
    </dgm:pt>
    <dgm:pt modelId="{4BFFB7B4-510F-425D-877D-529354786112}" type="parTrans" cxnId="{9BDDB472-77DE-4CDA-921C-CF5A8082BA62}">
      <dgm:prSet/>
      <dgm:spPr/>
    </dgm:pt>
    <dgm:pt modelId="{CB59823D-073F-4158-97B1-BAA4A0EEEA67}" type="sibTrans" cxnId="{9BDDB472-77DE-4CDA-921C-CF5A8082BA62}">
      <dgm:prSet/>
      <dgm:spPr/>
      <dgm:t>
        <a:bodyPr/>
        <a:lstStyle/>
        <a:p>
          <a:endParaRPr lang="es-ES"/>
        </a:p>
      </dgm:t>
    </dgm:pt>
    <dgm:pt modelId="{68611C10-644B-4432-932C-1A0F18174F6B}">
      <dgm:prSet phldr="0"/>
      <dgm:spPr/>
      <dgm:t>
        <a:bodyPr/>
        <a:lstStyle/>
        <a:p>
          <a:pPr algn="l"/>
          <a:r>
            <a:rPr lang="es-ES" sz="1400" b="0"/>
            <a:t>Target IP está en el mismo segmento</a:t>
          </a:r>
          <a:r>
            <a:rPr lang="es-ES" sz="1400"/>
            <a:t>.</a:t>
          </a:r>
          <a:endParaRPr lang="es-ES"/>
        </a:p>
      </dgm:t>
    </dgm:pt>
    <dgm:pt modelId="{FC2AD959-3436-4C31-9E97-14BD6CC0726B}" type="parTrans" cxnId="{3161B67E-F776-4C8E-ADFB-217EE8A95381}">
      <dgm:prSet/>
      <dgm:spPr/>
    </dgm:pt>
    <dgm:pt modelId="{788C56C8-A4CB-4C00-A760-5711A4C1EC4E}" type="sibTrans" cxnId="{3161B67E-F776-4C8E-ADFB-217EE8A95381}">
      <dgm:prSet/>
      <dgm:spPr/>
    </dgm:pt>
    <dgm:pt modelId="{3A24CA4C-82CD-4525-8D16-8B4A241454E1}">
      <dgm:prSet phldr="0"/>
      <dgm:spPr/>
      <dgm:t>
        <a:bodyPr/>
        <a:lstStyle/>
        <a:p>
          <a:pPr algn="l" rtl="0"/>
          <a:r>
            <a:rPr lang="es-ES" sz="2200">
              <a:latin typeface="Arial"/>
            </a:rPr>
            <a:t>Remota</a:t>
          </a:r>
        </a:p>
      </dgm:t>
    </dgm:pt>
    <dgm:pt modelId="{C48CA802-6160-4C4D-AB8A-E663864A5588}" type="parTrans" cxnId="{F994B514-1DC0-412F-884C-7A4CB13DA715}">
      <dgm:prSet/>
      <dgm:spPr/>
    </dgm:pt>
    <dgm:pt modelId="{84DBBB89-E459-4DB5-B2E1-B66785403F79}" type="sibTrans" cxnId="{F994B514-1DC0-412F-884C-7A4CB13DA715}">
      <dgm:prSet/>
      <dgm:spPr/>
      <dgm:t>
        <a:bodyPr/>
        <a:lstStyle/>
        <a:p>
          <a:endParaRPr lang="es-ES"/>
        </a:p>
      </dgm:t>
    </dgm:pt>
    <dgm:pt modelId="{0E56DE2C-5DED-43CD-BC08-8781253FAD1B}">
      <dgm:prSet phldr="0"/>
      <dgm:spPr/>
      <dgm:t>
        <a:bodyPr/>
        <a:lstStyle/>
        <a:p>
          <a:pPr algn="l" rtl="0"/>
          <a:r>
            <a:rPr lang="es-ES" sz="1000"/>
            <a:t>El Host detecta que la Target IP está fuera de la red.</a:t>
          </a:r>
        </a:p>
      </dgm:t>
    </dgm:pt>
    <dgm:pt modelId="{751CF3F2-6B04-4A67-ADFA-9EBB47B52D38}" type="parTrans" cxnId="{D73711B6-B675-4E5F-A2BE-BB4C5AEE693F}">
      <dgm:prSet/>
      <dgm:spPr/>
    </dgm:pt>
    <dgm:pt modelId="{92B02604-0A24-4684-93D7-372242878DCC}" type="sibTrans" cxnId="{D73711B6-B675-4E5F-A2BE-BB4C5AEE693F}">
      <dgm:prSet/>
      <dgm:spPr/>
      <dgm:t>
        <a:bodyPr/>
        <a:lstStyle/>
        <a:p>
          <a:endParaRPr lang="es-ES"/>
        </a:p>
      </dgm:t>
    </dgm:pt>
    <dgm:pt modelId="{F528F788-0CB5-43E1-AFE5-1E7E8B29B47F}">
      <dgm:prSet phldr="0"/>
      <dgm:spPr/>
      <dgm:t>
        <a:bodyPr/>
        <a:lstStyle/>
        <a:p>
          <a:pPr algn="l" rtl="0"/>
          <a:r>
            <a:rPr lang="es-ES" sz="1400" b="1"/>
            <a:t>ARP Request:</a:t>
          </a:r>
          <a:r>
            <a:rPr lang="es-ES" sz="1400"/>
            <a:t> Busca la MAC del </a:t>
          </a:r>
          <a:r>
            <a:rPr lang="es-ES" sz="1400" b="1">
              <a:latin typeface="Arial"/>
            </a:rPr>
            <a:t>default gateway</a:t>
          </a:r>
          <a:r>
            <a:rPr lang="es-ES" sz="1400" b="1"/>
            <a:t> (Router</a:t>
          </a:r>
          <a:r>
            <a:rPr lang="es-ES" sz="1400"/>
            <a:t>).</a:t>
          </a:r>
          <a:endParaRPr lang="es-ES"/>
        </a:p>
      </dgm:t>
    </dgm:pt>
    <dgm:pt modelId="{70C2BCAF-0DDC-47DB-8989-1B8206C255D5}" type="parTrans" cxnId="{5FE63522-B7BD-4AAE-96DE-B035958B95F2}">
      <dgm:prSet/>
      <dgm:spPr/>
    </dgm:pt>
    <dgm:pt modelId="{86CF6A7D-D256-4C54-8764-599D10FB1D93}" type="sibTrans" cxnId="{5FE63522-B7BD-4AAE-96DE-B035958B95F2}">
      <dgm:prSet/>
      <dgm:spPr/>
    </dgm:pt>
    <dgm:pt modelId="{83011018-B635-4DA4-80AB-D102491DB703}">
      <dgm:prSet phldr="0"/>
      <dgm:spPr/>
      <dgm:t>
        <a:bodyPr/>
        <a:lstStyle/>
        <a:p>
          <a:pPr algn="l"/>
          <a:r>
            <a:rPr lang="es-ES" sz="1400" i="1"/>
            <a:t>Diferencia Técnica:</a:t>
          </a:r>
          <a:r>
            <a:rPr lang="es-ES" sz="1400"/>
            <a:t> La IP destino en la cabecera IP es el host remoto, pero la MAC destino en la trama Ethernet es el Router.</a:t>
          </a:r>
          <a:endParaRPr lang="es-ES"/>
        </a:p>
      </dgm:t>
    </dgm:pt>
    <dgm:pt modelId="{E569D501-0461-454C-9359-03D36DB692D7}" type="parTrans" cxnId="{F2CD4B47-9FA9-41E9-BC07-C74510D734DD}">
      <dgm:prSet/>
      <dgm:spPr/>
    </dgm:pt>
    <dgm:pt modelId="{E187C86A-812F-4A26-A1CD-AC1000038976}" type="sibTrans" cxnId="{F2CD4B47-9FA9-41E9-BC07-C74510D734DD}">
      <dgm:prSet/>
      <dgm:spPr/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2"/>
      <dgm:spPr/>
    </dgm:pt>
    <dgm:pt modelId="{D95F0515-B6EB-4884-9C58-E27D272A34C0}" type="pres">
      <dgm:prSet presAssocID="{70378F17-BFA4-4AA2-91CB-FE7DFE6B7A95}" presName="desTx" presStyleLbl="fgAcc1" presStyleIdx="0" presStyleCnt="2">
        <dgm:presLayoutVars>
          <dgm:bulletEnabled val="1"/>
        </dgm:presLayoutVars>
      </dgm:prSet>
      <dgm:spPr/>
    </dgm:pt>
    <dgm:pt modelId="{BD49CF77-1FA4-4092-A98F-E437F07205D1}" type="pres">
      <dgm:prSet presAssocID="{E18291E9-0160-4BD1-B202-44A6F5B16BB5}" presName="sibTrans" presStyleLbl="sibTrans2D1" presStyleIdx="0" presStyleCnt="1"/>
      <dgm:spPr/>
    </dgm:pt>
    <dgm:pt modelId="{A0E258F9-5578-4898-9820-02FB58917836}" type="pres">
      <dgm:prSet presAssocID="{E18291E9-0160-4BD1-B202-44A6F5B16BB5}" presName="connTx" presStyleLbl="sibTrans2D1" presStyleIdx="0" presStyleCnt="1"/>
      <dgm:spPr/>
    </dgm:pt>
    <dgm:pt modelId="{F4C3CF67-7869-4C17-9F87-3D636FFB2477}" type="pres">
      <dgm:prSet presAssocID="{3A24CA4C-82CD-4525-8D16-8B4A241454E1}" presName="composite" presStyleCnt="0"/>
      <dgm:spPr/>
    </dgm:pt>
    <dgm:pt modelId="{1B1866AD-9EB8-466E-8EBD-AE40CEB05CB6}" type="pres">
      <dgm:prSet presAssocID="{3A24CA4C-82CD-4525-8D16-8B4A241454E1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9EED351-3EC5-4EEA-8D68-2E91E15358F3}" type="pres">
      <dgm:prSet presAssocID="{3A24CA4C-82CD-4525-8D16-8B4A241454E1}" presName="parSh" presStyleLbl="node1" presStyleIdx="1" presStyleCnt="2"/>
      <dgm:spPr/>
    </dgm:pt>
    <dgm:pt modelId="{DCCD32C6-F6A3-4E1B-AEFF-10D6BCAF3061}" type="pres">
      <dgm:prSet presAssocID="{3A24CA4C-82CD-4525-8D16-8B4A241454E1}" presName="desTx" presStyleLbl="fgAcc1" presStyleIdx="1" presStyleCnt="2">
        <dgm:presLayoutVars>
          <dgm:bulletEnabled val="1"/>
        </dgm:presLayoutVars>
      </dgm:prSet>
      <dgm:spPr/>
    </dgm:pt>
  </dgm:ptLst>
  <dgm:cxnLst>
    <dgm:cxn modelId="{F994B514-1DC0-412F-884C-7A4CB13DA715}" srcId="{17377101-814E-4BB6-BEB4-A6CFA83DA9D8}" destId="{3A24CA4C-82CD-4525-8D16-8B4A241454E1}" srcOrd="1" destOrd="0" parTransId="{C48CA802-6160-4C4D-AB8A-E663864A5588}" sibTransId="{84DBBB89-E459-4DB5-B2E1-B66785403F79}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00C91316-08BC-408C-A850-DA833533E17B}" type="presOf" srcId="{0E56DE2C-5DED-43CD-BC08-8781253FAD1B}" destId="{DCCD32C6-F6A3-4E1B-AEFF-10D6BCAF3061}" srcOrd="0" destOrd="0" presId="urn:microsoft.com/office/officeart/2005/8/layout/process3#1"/>
    <dgm:cxn modelId="{2469821B-933F-4DB9-8DE0-74120636AFB5}" type="presOf" srcId="{E18291E9-0160-4BD1-B202-44A6F5B16BB5}" destId="{BD49CF77-1FA4-4092-A98F-E437F07205D1}" srcOrd="0" destOrd="0" presId="urn:microsoft.com/office/officeart/2005/8/layout/process3#1"/>
    <dgm:cxn modelId="{5FE63522-B7BD-4AAE-96DE-B035958B95F2}" srcId="{3A24CA4C-82CD-4525-8D16-8B4A241454E1}" destId="{F528F788-0CB5-43E1-AFE5-1E7E8B29B47F}" srcOrd="1" destOrd="0" parTransId="{70C2BCAF-0DDC-47DB-8989-1B8206C255D5}" sibTransId="{86CF6A7D-D256-4C54-8764-599D10FB1D93}"/>
    <dgm:cxn modelId="{808D4826-F8D8-4EDB-83F5-A3662BDDD996}" type="presOf" srcId="{E18291E9-0160-4BD1-B202-44A6F5B16BB5}" destId="{A0E258F9-5578-4898-9820-02FB58917836}" srcOrd="1" destOrd="0" presId="urn:microsoft.com/office/officeart/2005/8/layout/process3#1"/>
    <dgm:cxn modelId="{93BD592D-BB0C-42E7-8E3D-AA07500141B0}" type="presOf" srcId="{3A24CA4C-82CD-4525-8D16-8B4A241454E1}" destId="{1B1866AD-9EB8-466E-8EBD-AE40CEB05CB6}" srcOrd="0" destOrd="0" presId="urn:microsoft.com/office/officeart/2005/8/layout/process3#1"/>
    <dgm:cxn modelId="{F2CD4B47-9FA9-41E9-BC07-C74510D734DD}" srcId="{3A24CA4C-82CD-4525-8D16-8B4A241454E1}" destId="{83011018-B635-4DA4-80AB-D102491DB703}" srcOrd="2" destOrd="0" parTransId="{E569D501-0461-454C-9359-03D36DB692D7}" sibTransId="{E187C86A-812F-4A26-A1CD-AC1000038976}"/>
    <dgm:cxn modelId="{9BDDB472-77DE-4CDA-921C-CF5A8082BA62}" srcId="{70378F17-BFA4-4AA2-91CB-FE7DFE6B7A95}" destId="{B859AEC8-9762-4DB1-8BCB-A2726A11C0E1}" srcOrd="0" destOrd="0" parTransId="{4BFFB7B4-510F-425D-877D-529354786112}" sibTransId="{CB59823D-073F-4158-97B1-BAA4A0EEEA67}"/>
    <dgm:cxn modelId="{AB072479-A545-4912-896C-517BF9ABBEA8}" type="presOf" srcId="{B859AEC8-9762-4DB1-8BCB-A2726A11C0E1}" destId="{D95F0515-B6EB-4884-9C58-E27D272A34C0}" srcOrd="0" destOrd="0" presId="urn:microsoft.com/office/officeart/2005/8/layout/process3#1"/>
    <dgm:cxn modelId="{B9EC0D7D-BF76-428F-8557-C323742BF779}" type="presOf" srcId="{E1C5DDD1-1F61-4A18-BB53-54D2BBDE1085}" destId="{D95F0515-B6EB-4884-9C58-E27D272A34C0}" srcOrd="0" destOrd="2" presId="urn:microsoft.com/office/officeart/2005/8/layout/process3#1"/>
    <dgm:cxn modelId="{3161B67E-F776-4C8E-ADFB-217EE8A95381}" srcId="{70378F17-BFA4-4AA2-91CB-FE7DFE6B7A95}" destId="{68611C10-644B-4432-932C-1A0F18174F6B}" srcOrd="1" destOrd="0" parTransId="{FC2AD959-3436-4C31-9E97-14BD6CC0726B}" sibTransId="{788C56C8-A4CB-4C00-A760-5711A4C1EC4E}"/>
    <dgm:cxn modelId="{233E5E85-1D04-40B5-B2A9-EA61E75FF1D4}" type="presOf" srcId="{3A24CA4C-82CD-4525-8D16-8B4A241454E1}" destId="{E9EED351-3EC5-4EEA-8D68-2E91E15358F3}" srcOrd="1" destOrd="0" presId="urn:microsoft.com/office/officeart/2005/8/layout/process3#1"/>
    <dgm:cxn modelId="{3FA23A86-BF17-4A31-9E74-322021234D50}" type="presOf" srcId="{F528F788-0CB5-43E1-AFE5-1E7E8B29B47F}" destId="{DCCD32C6-F6A3-4E1B-AEFF-10D6BCAF3061}" srcOrd="0" destOrd="1" presId="urn:microsoft.com/office/officeart/2005/8/layout/process3#1"/>
    <dgm:cxn modelId="{89D62387-16BB-4EC8-A13D-04955B3F1AAF}" srcId="{70378F17-BFA4-4AA2-91CB-FE7DFE6B7A95}" destId="{E1C5DDD1-1F61-4A18-BB53-54D2BBDE1085}" srcOrd="2" destOrd="0" parTransId="{1219078E-54F8-4E2B-95D7-554DDCC4754D}" sibTransId="{5B84ABFB-6CCB-46A2-9EFD-874573840E8C}"/>
    <dgm:cxn modelId="{41C07EAE-8FFB-4C77-A153-3DE11B70779C}" type="presOf" srcId="{70378F17-BFA4-4AA2-91CB-FE7DFE6B7A95}" destId="{CBDC6576-E07A-456E-AA1A-BC80AEB1C472}" srcOrd="0" destOrd="0" presId="urn:microsoft.com/office/officeart/2005/8/layout/process3#1"/>
    <dgm:cxn modelId="{D73711B6-B675-4E5F-A2BE-BB4C5AEE693F}" srcId="{3A24CA4C-82CD-4525-8D16-8B4A241454E1}" destId="{0E56DE2C-5DED-43CD-BC08-8781253FAD1B}" srcOrd="0" destOrd="0" parTransId="{751CF3F2-6B04-4A67-ADFA-9EBB47B52D38}" sibTransId="{92B02604-0A24-4684-93D7-372242878DCC}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3446BBC2-773F-417B-8208-099C9D68B16A}" type="presOf" srcId="{83011018-B635-4DA4-80AB-D102491DB703}" destId="{DCCD32C6-F6A3-4E1B-AEFF-10D6BCAF3061}" srcOrd="0" destOrd="2" presId="urn:microsoft.com/office/officeart/2005/8/layout/process3#1"/>
    <dgm:cxn modelId="{C614E1CC-C2D8-473C-90FA-8CB1A4BDDFA9}" type="presOf" srcId="{68611C10-644B-4432-932C-1A0F18174F6B}" destId="{D95F0515-B6EB-4884-9C58-E27D272A34C0}" srcOrd="0" destOrd="1" presId="urn:microsoft.com/office/officeart/2005/8/layout/process3#1"/>
    <dgm:cxn modelId="{E7CFA1F4-E247-438D-836D-610A936F6228}" type="presOf" srcId="{70378F17-BFA4-4AA2-91CB-FE7DFE6B7A95}" destId="{36DAE28C-D040-4D10-8B58-AD362B328C2A}" srcOrd="1" destOrd="0" presId="urn:microsoft.com/office/officeart/2005/8/layout/process3#1"/>
    <dgm:cxn modelId="{F235677F-1954-43CF-B315-236BE3C30CC4}" type="presParOf" srcId="{F82FB510-7AF3-4EFC-8DD3-AB31E9B359E9}" destId="{537EFF73-660F-4576-BE9F-9CBFF99A026F}" srcOrd="0" destOrd="0" presId="urn:microsoft.com/office/officeart/2005/8/layout/process3#1"/>
    <dgm:cxn modelId="{D42C8C76-2448-4951-91BC-B3CE280853D5}" type="presParOf" srcId="{537EFF73-660F-4576-BE9F-9CBFF99A026F}" destId="{CBDC6576-E07A-456E-AA1A-BC80AEB1C472}" srcOrd="0" destOrd="0" presId="urn:microsoft.com/office/officeart/2005/8/layout/process3#1"/>
    <dgm:cxn modelId="{00529A4E-2A3A-4351-BD42-8094834E2629}" type="presParOf" srcId="{537EFF73-660F-4576-BE9F-9CBFF99A026F}" destId="{36DAE28C-D040-4D10-8B58-AD362B328C2A}" srcOrd="1" destOrd="0" presId="urn:microsoft.com/office/officeart/2005/8/layout/process3#1"/>
    <dgm:cxn modelId="{FD91884D-F56C-4A65-B946-9AEEAABC1A13}" type="presParOf" srcId="{537EFF73-660F-4576-BE9F-9CBFF99A026F}" destId="{D95F0515-B6EB-4884-9C58-E27D272A34C0}" srcOrd="2" destOrd="0" presId="urn:microsoft.com/office/officeart/2005/8/layout/process3#1"/>
    <dgm:cxn modelId="{38847623-2C58-42FF-8A86-849B38CDAC1D}" type="presParOf" srcId="{F82FB510-7AF3-4EFC-8DD3-AB31E9B359E9}" destId="{BD49CF77-1FA4-4092-A98F-E437F07205D1}" srcOrd="1" destOrd="0" presId="urn:microsoft.com/office/officeart/2005/8/layout/process3#1"/>
    <dgm:cxn modelId="{7338FB12-3BAD-469D-B1B0-4D08436A7D5D}" type="presParOf" srcId="{BD49CF77-1FA4-4092-A98F-E437F07205D1}" destId="{A0E258F9-5578-4898-9820-02FB58917836}" srcOrd="0" destOrd="0" presId="urn:microsoft.com/office/officeart/2005/8/layout/process3#1"/>
    <dgm:cxn modelId="{76BE0FE8-8385-4628-B829-1B28EE4E852D}" type="presParOf" srcId="{F82FB510-7AF3-4EFC-8DD3-AB31E9B359E9}" destId="{F4C3CF67-7869-4C17-9F87-3D636FFB2477}" srcOrd="2" destOrd="0" presId="urn:microsoft.com/office/officeart/2005/8/layout/process3#1"/>
    <dgm:cxn modelId="{8B8796CB-0034-4045-8076-A21A8D553F91}" type="presParOf" srcId="{F4C3CF67-7869-4C17-9F87-3D636FFB2477}" destId="{1B1866AD-9EB8-466E-8EBD-AE40CEB05CB6}" srcOrd="0" destOrd="0" presId="urn:microsoft.com/office/officeart/2005/8/layout/process3#1"/>
    <dgm:cxn modelId="{3EC9CDE6-9A99-4943-92CB-264EE807F943}" type="presParOf" srcId="{F4C3CF67-7869-4C17-9F87-3D636FFB2477}" destId="{E9EED351-3EC5-4EEA-8D68-2E91E15358F3}" srcOrd="1" destOrd="0" presId="urn:microsoft.com/office/officeart/2005/8/layout/process3#1"/>
    <dgm:cxn modelId="{E19B19F8-EB85-49E6-ADED-AA0F915E4F97}" type="presParOf" srcId="{F4C3CF67-7869-4C17-9F87-3D636FFB2477}" destId="{DCCD32C6-F6A3-4E1B-AEFF-10D6BCAF3061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6A4722-2E23-4102-BEED-43D5634C255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4DE5FD2-812E-4CF1-B913-1BF67E7AFB8F}">
      <dgm:prSet phldrT="[Texto]" phldr="0"/>
      <dgm:spPr/>
      <dgm:t>
        <a:bodyPr/>
        <a:lstStyle/>
        <a:p>
          <a:pPr rtl="0"/>
          <a:r>
            <a:rPr lang="es-ES">
              <a:latin typeface="Arial"/>
            </a:rPr>
            <a:t>¿Qué es?</a:t>
          </a:r>
          <a:endParaRPr lang="es-ES"/>
        </a:p>
      </dgm:t>
    </dgm:pt>
    <dgm:pt modelId="{04E9F443-C61C-4CC0-B2EF-E96FCCFBDE35}" type="parTrans" cxnId="{1871B054-615B-4789-82A1-F301FC5D5747}">
      <dgm:prSet/>
      <dgm:spPr/>
      <dgm:t>
        <a:bodyPr/>
        <a:lstStyle/>
        <a:p>
          <a:endParaRPr lang="es-ES"/>
        </a:p>
      </dgm:t>
    </dgm:pt>
    <dgm:pt modelId="{51CE52AF-985E-4E08-8EF0-270A3CBD837F}" type="sibTrans" cxnId="{1871B054-615B-4789-82A1-F301FC5D5747}">
      <dgm:prSet/>
      <dgm:spPr/>
      <dgm:t>
        <a:bodyPr/>
        <a:lstStyle/>
        <a:p>
          <a:endParaRPr lang="es-ES"/>
        </a:p>
      </dgm:t>
    </dgm:pt>
    <dgm:pt modelId="{816EB2B9-C788-446B-8E93-A55C5FD66B4F}">
      <dgm:prSet phldrT="[Texto]" phldr="0"/>
      <dgm:spPr/>
      <dgm:t>
        <a:bodyPr/>
        <a:lstStyle/>
        <a:p>
          <a:r>
            <a:rPr lang="es-ES" sz="1800">
              <a:latin typeface="Arial"/>
            </a:rPr>
            <a:t>Usos</a:t>
          </a:r>
          <a:endParaRPr lang="es-ES" sz="1800"/>
        </a:p>
      </dgm:t>
    </dgm:pt>
    <dgm:pt modelId="{250776AD-A81B-4143-8369-3EAC81CF261F}" type="parTrans" cxnId="{AF50F142-5923-41D1-B0C3-E4807A6DBC60}">
      <dgm:prSet/>
      <dgm:spPr/>
      <dgm:t>
        <a:bodyPr/>
        <a:lstStyle/>
        <a:p>
          <a:endParaRPr lang="es-ES"/>
        </a:p>
      </dgm:t>
    </dgm:pt>
    <dgm:pt modelId="{876B42A7-F01C-414C-AC29-BE6400E0AFCA}" type="sibTrans" cxnId="{AF50F142-5923-41D1-B0C3-E4807A6DBC60}">
      <dgm:prSet/>
      <dgm:spPr/>
      <dgm:t>
        <a:bodyPr/>
        <a:lstStyle/>
        <a:p>
          <a:endParaRPr lang="es-ES"/>
        </a:p>
      </dgm:t>
    </dgm:pt>
    <dgm:pt modelId="{2016CA6C-2D10-470D-B50E-59028D60A7AD}">
      <dgm:prSet phldrT="[Texto]" phldr="0" custT="1"/>
      <dgm:spPr/>
      <dgm:t>
        <a:bodyPr/>
        <a:lstStyle/>
        <a:p>
          <a:pPr rtl="0"/>
          <a:r>
            <a:rPr lang="es-ES" sz="2000" b="0"/>
            <a:t>Detección de conflictos de IP</a:t>
          </a:r>
          <a:r>
            <a:rPr lang="es-ES" sz="2000"/>
            <a:t>:</a:t>
          </a:r>
          <a:br>
            <a:rPr lang="es-ES" sz="2000"/>
          </a:br>
          <a:endParaRPr lang="es-ES" sz="2000"/>
        </a:p>
      </dgm:t>
    </dgm:pt>
    <dgm:pt modelId="{78803B1A-DCA2-4D46-9998-6CC574099CE2}" type="parTrans" cxnId="{A5EE25A9-3C28-4B03-A0D2-37392235044A}">
      <dgm:prSet/>
      <dgm:spPr/>
      <dgm:t>
        <a:bodyPr/>
        <a:lstStyle/>
        <a:p>
          <a:endParaRPr lang="es-ES"/>
        </a:p>
      </dgm:t>
    </dgm:pt>
    <dgm:pt modelId="{47C0D651-818C-476B-8159-84730CB579A6}" type="sibTrans" cxnId="{A5EE25A9-3C28-4B03-A0D2-37392235044A}">
      <dgm:prSet/>
      <dgm:spPr/>
      <dgm:t>
        <a:bodyPr/>
        <a:lstStyle/>
        <a:p>
          <a:endParaRPr lang="es-ES"/>
        </a:p>
      </dgm:t>
    </dgm:pt>
    <dgm:pt modelId="{B00FAF05-C0BF-4046-B5EF-4B82FD6993D2}">
      <dgm:prSet phldrT="[Texto]" phldr="0" custT="1"/>
      <dgm:spPr/>
      <dgm:t>
        <a:bodyPr/>
        <a:lstStyle/>
        <a:p>
          <a:pPr rtl="0"/>
          <a:r>
            <a:rPr lang="es-ES" sz="2000" b="0"/>
            <a:t>Actualización de tablas ARP</a:t>
          </a:r>
          <a:r>
            <a:rPr lang="es-ES" sz="2000"/>
            <a:t>:</a:t>
          </a:r>
          <a:br>
            <a:rPr lang="es-ES" sz="2000"/>
          </a:br>
          <a:endParaRPr lang="es-ES" sz="2000"/>
        </a:p>
      </dgm:t>
    </dgm:pt>
    <dgm:pt modelId="{4480073B-53D7-41B7-9BFC-E704D0EA6464}" type="parTrans" cxnId="{58D19F4F-0D5C-40C6-A7BF-C285EB7EAE56}">
      <dgm:prSet/>
      <dgm:spPr/>
      <dgm:t>
        <a:bodyPr/>
        <a:lstStyle/>
        <a:p>
          <a:endParaRPr lang="es-ES"/>
        </a:p>
      </dgm:t>
    </dgm:pt>
    <dgm:pt modelId="{4880F22E-8B21-4EBD-AFD6-0F8B89E1E9B8}" type="sibTrans" cxnId="{58D19F4F-0D5C-40C6-A7BF-C285EB7EAE56}">
      <dgm:prSet/>
      <dgm:spPr/>
      <dgm:t>
        <a:bodyPr/>
        <a:lstStyle/>
        <a:p>
          <a:endParaRPr lang="es-ES"/>
        </a:p>
      </dgm:t>
    </dgm:pt>
    <dgm:pt modelId="{56D984AB-E0C7-4B06-8507-A89F97F30C1F}">
      <dgm:prSet phldrT="[Texto]" phldr="0"/>
      <dgm:spPr/>
      <dgm:t>
        <a:bodyPr/>
        <a:lstStyle/>
        <a:p>
          <a:r>
            <a:rPr lang="es-ES">
              <a:latin typeface="Arial"/>
            </a:rPr>
            <a:t>Riesgo</a:t>
          </a:r>
          <a:endParaRPr lang="es-ES"/>
        </a:p>
      </dgm:t>
    </dgm:pt>
    <dgm:pt modelId="{7B70C8F6-56F3-4635-B622-3BC03FEB94B6}" type="parTrans" cxnId="{15A84B8E-E43D-49F6-9753-521BDCC6761B}">
      <dgm:prSet/>
      <dgm:spPr/>
      <dgm:t>
        <a:bodyPr/>
        <a:lstStyle/>
        <a:p>
          <a:endParaRPr lang="es-ES"/>
        </a:p>
      </dgm:t>
    </dgm:pt>
    <dgm:pt modelId="{CED95761-A7C6-4091-9FBD-146FA9E84DB3}" type="sibTrans" cxnId="{15A84B8E-E43D-49F6-9753-521BDCC6761B}">
      <dgm:prSet/>
      <dgm:spPr/>
      <dgm:t>
        <a:bodyPr/>
        <a:lstStyle/>
        <a:p>
          <a:endParaRPr lang="es-ES"/>
        </a:p>
      </dgm:t>
    </dgm:pt>
    <dgm:pt modelId="{2F3D85CF-EC8E-4919-ABD9-E9AC2DEB04D7}">
      <dgm:prSet phldr="0" custT="1"/>
      <dgm:spPr/>
      <dgm:t>
        <a:bodyPr/>
        <a:lstStyle/>
        <a:p>
          <a:pPr rtl="0"/>
          <a:r>
            <a:rPr lang="es-ES" sz="2000" b="0" i="0">
              <a:latin typeface="Arial"/>
            </a:rPr>
            <a:t>GARP es</a:t>
          </a:r>
          <a:r>
            <a:rPr lang="es-ES" sz="2000" b="0" i="0"/>
            <a:t> un mensaje ARP que un host envía sin haber recibido una solicitud previa. </a:t>
          </a:r>
          <a:r>
            <a:rPr lang="es-ES" sz="2000" b="0" i="0">
              <a:latin typeface="Arial"/>
            </a:rPr>
            <a:t>El</a:t>
          </a:r>
          <a:r>
            <a:rPr lang="es-ES" sz="2000" b="0" i="0"/>
            <a:t> equipo anuncia: “Esta IP pertenece a esta MAC” a toda la red.</a:t>
          </a:r>
          <a:endParaRPr lang="es-ES" sz="2000" b="0" i="0">
            <a:latin typeface="Arial"/>
          </a:endParaRPr>
        </a:p>
      </dgm:t>
    </dgm:pt>
    <dgm:pt modelId="{50197E29-0CEB-4B6B-A8F1-440A650857CE}" type="parTrans" cxnId="{4A9ECDC3-A37E-4D83-9C09-060602CE0AD6}">
      <dgm:prSet/>
      <dgm:spPr/>
    </dgm:pt>
    <dgm:pt modelId="{EE3BCB6A-92D7-4679-9399-D1F71F5E53EC}" type="sibTrans" cxnId="{4A9ECDC3-A37E-4D83-9C09-060602CE0AD6}">
      <dgm:prSet/>
      <dgm:spPr/>
    </dgm:pt>
    <dgm:pt modelId="{1F20F23F-DBCA-4271-9071-14656014E077}">
      <dgm:prSet phldr="0" custT="1"/>
      <dgm:spPr/>
      <dgm:t>
        <a:bodyPr/>
        <a:lstStyle/>
        <a:p>
          <a:pPr rtl="0"/>
          <a:r>
            <a:rPr lang="es-ES" sz="2000" b="0"/>
            <a:t>Puede ser explotado para envenenar tablas ARP, ya que los hosts confían en </a:t>
          </a:r>
          <a:r>
            <a:rPr lang="es-ES" sz="2000" b="0">
              <a:latin typeface="Arial"/>
            </a:rPr>
            <a:t>esto</a:t>
          </a:r>
          <a:r>
            <a:rPr lang="es-ES" sz="2000" b="0"/>
            <a:t> sin validación.</a:t>
          </a:r>
          <a:endParaRPr lang="es-ES" sz="2000" b="0">
            <a:latin typeface="Arial"/>
          </a:endParaRPr>
        </a:p>
      </dgm:t>
    </dgm:pt>
    <dgm:pt modelId="{CE7EED76-DAB3-4412-BFE9-C22065B3A51C}" type="parTrans" cxnId="{EDCBFA48-8CEF-4F43-9360-3CF71B2F6857}">
      <dgm:prSet/>
      <dgm:spPr/>
    </dgm:pt>
    <dgm:pt modelId="{1A326D3E-7076-451C-8B8E-0A5F9C5157B4}" type="sibTrans" cxnId="{EDCBFA48-8CEF-4F43-9360-3CF71B2F6857}">
      <dgm:prSet/>
      <dgm:spPr/>
    </dgm:pt>
    <dgm:pt modelId="{53424F68-A4E6-4103-9DA0-6D2F4D3F7561}" type="pres">
      <dgm:prSet presAssocID="{FF6A4722-2E23-4102-BEED-43D5634C2557}" presName="Name0" presStyleCnt="0">
        <dgm:presLayoutVars>
          <dgm:dir/>
          <dgm:animLvl val="lvl"/>
          <dgm:resizeHandles val="exact"/>
        </dgm:presLayoutVars>
      </dgm:prSet>
      <dgm:spPr/>
    </dgm:pt>
    <dgm:pt modelId="{E63F748F-1338-410B-A3BA-9D986E46C4F8}" type="pres">
      <dgm:prSet presAssocID="{84DE5FD2-812E-4CF1-B913-1BF67E7AFB8F}" presName="composite" presStyleCnt="0"/>
      <dgm:spPr/>
    </dgm:pt>
    <dgm:pt modelId="{8156DC16-EF33-47DE-BCB6-9CF1F21170D0}" type="pres">
      <dgm:prSet presAssocID="{84DE5FD2-812E-4CF1-B913-1BF67E7AFB8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DCE8C83-9B3F-4AE9-AC75-43AF2F07BA34}" type="pres">
      <dgm:prSet presAssocID="{84DE5FD2-812E-4CF1-B913-1BF67E7AFB8F}" presName="desTx" presStyleLbl="alignAccFollowNode1" presStyleIdx="0" presStyleCnt="3">
        <dgm:presLayoutVars>
          <dgm:bulletEnabled val="1"/>
        </dgm:presLayoutVars>
      </dgm:prSet>
      <dgm:spPr/>
    </dgm:pt>
    <dgm:pt modelId="{29EEBA49-A4B4-4ACA-AE11-2294F896A74F}" type="pres">
      <dgm:prSet presAssocID="{51CE52AF-985E-4E08-8EF0-270A3CBD837F}" presName="space" presStyleCnt="0"/>
      <dgm:spPr/>
    </dgm:pt>
    <dgm:pt modelId="{333635E8-200E-4C00-89A4-14C0047D81A0}" type="pres">
      <dgm:prSet presAssocID="{816EB2B9-C788-446B-8E93-A55C5FD66B4F}" presName="composite" presStyleCnt="0"/>
      <dgm:spPr/>
    </dgm:pt>
    <dgm:pt modelId="{268A21C8-9245-43CF-B809-B016E8EC5FAE}" type="pres">
      <dgm:prSet presAssocID="{816EB2B9-C788-446B-8E93-A55C5FD66B4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BE4325-005B-4158-A947-A5317756735A}" type="pres">
      <dgm:prSet presAssocID="{816EB2B9-C788-446B-8E93-A55C5FD66B4F}" presName="desTx" presStyleLbl="alignAccFollowNode1" presStyleIdx="1" presStyleCnt="3">
        <dgm:presLayoutVars>
          <dgm:bulletEnabled val="1"/>
        </dgm:presLayoutVars>
      </dgm:prSet>
      <dgm:spPr/>
    </dgm:pt>
    <dgm:pt modelId="{04BD22CF-FAE9-42F8-B19B-A21B90D38B2F}" type="pres">
      <dgm:prSet presAssocID="{876B42A7-F01C-414C-AC29-BE6400E0AFCA}" presName="space" presStyleCnt="0"/>
      <dgm:spPr/>
    </dgm:pt>
    <dgm:pt modelId="{98E610DC-D559-4DB8-8758-4BF7AE334A6C}" type="pres">
      <dgm:prSet presAssocID="{56D984AB-E0C7-4B06-8507-A89F97F30C1F}" presName="composite" presStyleCnt="0"/>
      <dgm:spPr/>
    </dgm:pt>
    <dgm:pt modelId="{C9ADBE0F-706C-4F27-8756-443E51CF6B42}" type="pres">
      <dgm:prSet presAssocID="{56D984AB-E0C7-4B06-8507-A89F97F30C1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A74542E-7A60-4F9E-86A8-E65A4439B760}" type="pres">
      <dgm:prSet presAssocID="{56D984AB-E0C7-4B06-8507-A89F97F30C1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65CBE04-82F7-491D-A0F5-6A00275E5843}" type="presOf" srcId="{2F3D85CF-EC8E-4919-ABD9-E9AC2DEB04D7}" destId="{EDCE8C83-9B3F-4AE9-AC75-43AF2F07BA34}" srcOrd="0" destOrd="0" presId="urn:microsoft.com/office/officeart/2005/8/layout/hList1"/>
    <dgm:cxn modelId="{0651B82D-B7AC-45B1-8386-0A207B7786BA}" type="presOf" srcId="{816EB2B9-C788-446B-8E93-A55C5FD66B4F}" destId="{268A21C8-9245-43CF-B809-B016E8EC5FAE}" srcOrd="0" destOrd="0" presId="urn:microsoft.com/office/officeart/2005/8/layout/hList1"/>
    <dgm:cxn modelId="{AF50F142-5923-41D1-B0C3-E4807A6DBC60}" srcId="{FF6A4722-2E23-4102-BEED-43D5634C2557}" destId="{816EB2B9-C788-446B-8E93-A55C5FD66B4F}" srcOrd="1" destOrd="0" parTransId="{250776AD-A81B-4143-8369-3EAC81CF261F}" sibTransId="{876B42A7-F01C-414C-AC29-BE6400E0AFCA}"/>
    <dgm:cxn modelId="{6BB5ED68-0FE9-40B6-B8F7-A744069AB959}" type="presOf" srcId="{2016CA6C-2D10-470D-B50E-59028D60A7AD}" destId="{A0BE4325-005B-4158-A947-A5317756735A}" srcOrd="0" destOrd="0" presId="urn:microsoft.com/office/officeart/2005/8/layout/hList1"/>
    <dgm:cxn modelId="{EDCBFA48-8CEF-4F43-9360-3CF71B2F6857}" srcId="{56D984AB-E0C7-4B06-8507-A89F97F30C1F}" destId="{1F20F23F-DBCA-4271-9071-14656014E077}" srcOrd="0" destOrd="0" parTransId="{CE7EED76-DAB3-4412-BFE9-C22065B3A51C}" sibTransId="{1A326D3E-7076-451C-8B8E-0A5F9C5157B4}"/>
    <dgm:cxn modelId="{58D19F4F-0D5C-40C6-A7BF-C285EB7EAE56}" srcId="{816EB2B9-C788-446B-8E93-A55C5FD66B4F}" destId="{B00FAF05-C0BF-4046-B5EF-4B82FD6993D2}" srcOrd="1" destOrd="0" parTransId="{4480073B-53D7-41B7-9BFC-E704D0EA6464}" sibTransId="{4880F22E-8B21-4EBD-AFD6-0F8B89E1E9B8}"/>
    <dgm:cxn modelId="{6A004870-09ED-40CD-ADE8-6E3A05571F86}" type="presOf" srcId="{56D984AB-E0C7-4B06-8507-A89F97F30C1F}" destId="{C9ADBE0F-706C-4F27-8756-443E51CF6B42}" srcOrd="0" destOrd="0" presId="urn:microsoft.com/office/officeart/2005/8/layout/hList1"/>
    <dgm:cxn modelId="{1871B054-615B-4789-82A1-F301FC5D5747}" srcId="{FF6A4722-2E23-4102-BEED-43D5634C2557}" destId="{84DE5FD2-812E-4CF1-B913-1BF67E7AFB8F}" srcOrd="0" destOrd="0" parTransId="{04E9F443-C61C-4CC0-B2EF-E96FCCFBDE35}" sibTransId="{51CE52AF-985E-4E08-8EF0-270A3CBD837F}"/>
    <dgm:cxn modelId="{15A84B8E-E43D-49F6-9753-521BDCC6761B}" srcId="{FF6A4722-2E23-4102-BEED-43D5634C2557}" destId="{56D984AB-E0C7-4B06-8507-A89F97F30C1F}" srcOrd="2" destOrd="0" parTransId="{7B70C8F6-56F3-4635-B622-3BC03FEB94B6}" sibTransId="{CED95761-A7C6-4091-9FBD-146FA9E84DB3}"/>
    <dgm:cxn modelId="{19E5F8A1-A431-4AB9-8380-8D873AA98407}" type="presOf" srcId="{FF6A4722-2E23-4102-BEED-43D5634C2557}" destId="{53424F68-A4E6-4103-9DA0-6D2F4D3F7561}" srcOrd="0" destOrd="0" presId="urn:microsoft.com/office/officeart/2005/8/layout/hList1"/>
    <dgm:cxn modelId="{1200B6A4-94BC-494D-A353-FC8B7DE973B5}" type="presOf" srcId="{84DE5FD2-812E-4CF1-B913-1BF67E7AFB8F}" destId="{8156DC16-EF33-47DE-BCB6-9CF1F21170D0}" srcOrd="0" destOrd="0" presId="urn:microsoft.com/office/officeart/2005/8/layout/hList1"/>
    <dgm:cxn modelId="{A5EE25A9-3C28-4B03-A0D2-37392235044A}" srcId="{816EB2B9-C788-446B-8E93-A55C5FD66B4F}" destId="{2016CA6C-2D10-470D-B50E-59028D60A7AD}" srcOrd="0" destOrd="0" parTransId="{78803B1A-DCA2-4D46-9998-6CC574099CE2}" sibTransId="{47C0D651-818C-476B-8159-84730CB579A6}"/>
    <dgm:cxn modelId="{B5F009AC-492D-4F0C-A860-A3D7EF77DA07}" type="presOf" srcId="{1F20F23F-DBCA-4271-9071-14656014E077}" destId="{FA74542E-7A60-4F9E-86A8-E65A4439B760}" srcOrd="0" destOrd="0" presId="urn:microsoft.com/office/officeart/2005/8/layout/hList1"/>
    <dgm:cxn modelId="{4A9ECDC3-A37E-4D83-9C09-060602CE0AD6}" srcId="{84DE5FD2-812E-4CF1-B913-1BF67E7AFB8F}" destId="{2F3D85CF-EC8E-4919-ABD9-E9AC2DEB04D7}" srcOrd="0" destOrd="0" parTransId="{50197E29-0CEB-4B6B-A8F1-440A650857CE}" sibTransId="{EE3BCB6A-92D7-4679-9399-D1F71F5E53EC}"/>
    <dgm:cxn modelId="{6C44DECB-4FB3-4732-A24A-FA2E1DC7B3CB}" type="presOf" srcId="{B00FAF05-C0BF-4046-B5EF-4B82FD6993D2}" destId="{A0BE4325-005B-4158-A947-A5317756735A}" srcOrd="0" destOrd="1" presId="urn:microsoft.com/office/officeart/2005/8/layout/hList1"/>
    <dgm:cxn modelId="{75D4278F-02D7-4F76-A6A4-9E8DFBBF0ED4}" type="presParOf" srcId="{53424F68-A4E6-4103-9DA0-6D2F4D3F7561}" destId="{E63F748F-1338-410B-A3BA-9D986E46C4F8}" srcOrd="0" destOrd="0" presId="urn:microsoft.com/office/officeart/2005/8/layout/hList1"/>
    <dgm:cxn modelId="{1FCE31F6-3C65-49FB-87FB-3AAC7F9D12AD}" type="presParOf" srcId="{E63F748F-1338-410B-A3BA-9D986E46C4F8}" destId="{8156DC16-EF33-47DE-BCB6-9CF1F21170D0}" srcOrd="0" destOrd="0" presId="urn:microsoft.com/office/officeart/2005/8/layout/hList1"/>
    <dgm:cxn modelId="{6B90831E-7A2B-44BC-AB7B-B2F9CCC873BF}" type="presParOf" srcId="{E63F748F-1338-410B-A3BA-9D986E46C4F8}" destId="{EDCE8C83-9B3F-4AE9-AC75-43AF2F07BA34}" srcOrd="1" destOrd="0" presId="urn:microsoft.com/office/officeart/2005/8/layout/hList1"/>
    <dgm:cxn modelId="{285FED2E-6BDB-4651-B767-0EA662D46A5C}" type="presParOf" srcId="{53424F68-A4E6-4103-9DA0-6D2F4D3F7561}" destId="{29EEBA49-A4B4-4ACA-AE11-2294F896A74F}" srcOrd="1" destOrd="0" presId="urn:microsoft.com/office/officeart/2005/8/layout/hList1"/>
    <dgm:cxn modelId="{7CA3C134-E30A-4E34-800F-679235927A22}" type="presParOf" srcId="{53424F68-A4E6-4103-9DA0-6D2F4D3F7561}" destId="{333635E8-200E-4C00-89A4-14C0047D81A0}" srcOrd="2" destOrd="0" presId="urn:microsoft.com/office/officeart/2005/8/layout/hList1"/>
    <dgm:cxn modelId="{83152316-B323-4898-A318-3F207C3C8A47}" type="presParOf" srcId="{333635E8-200E-4C00-89A4-14C0047D81A0}" destId="{268A21C8-9245-43CF-B809-B016E8EC5FAE}" srcOrd="0" destOrd="0" presId="urn:microsoft.com/office/officeart/2005/8/layout/hList1"/>
    <dgm:cxn modelId="{0A713773-74AA-4D51-9100-ABB6CE6CD597}" type="presParOf" srcId="{333635E8-200E-4C00-89A4-14C0047D81A0}" destId="{A0BE4325-005B-4158-A947-A5317756735A}" srcOrd="1" destOrd="0" presId="urn:microsoft.com/office/officeart/2005/8/layout/hList1"/>
    <dgm:cxn modelId="{234AF0FC-13F1-48C0-9947-348771563347}" type="presParOf" srcId="{53424F68-A4E6-4103-9DA0-6D2F4D3F7561}" destId="{04BD22CF-FAE9-42F8-B19B-A21B90D38B2F}" srcOrd="3" destOrd="0" presId="urn:microsoft.com/office/officeart/2005/8/layout/hList1"/>
    <dgm:cxn modelId="{87733A1E-3CA6-4956-84D7-4D0AE01F7B81}" type="presParOf" srcId="{53424F68-A4E6-4103-9DA0-6D2F4D3F7561}" destId="{98E610DC-D559-4DB8-8758-4BF7AE334A6C}" srcOrd="4" destOrd="0" presId="urn:microsoft.com/office/officeart/2005/8/layout/hList1"/>
    <dgm:cxn modelId="{A8B5C834-4175-4C23-9EB9-FDFAAD25E61C}" type="presParOf" srcId="{98E610DC-D559-4DB8-8758-4BF7AE334A6C}" destId="{C9ADBE0F-706C-4F27-8756-443E51CF6B42}" srcOrd="0" destOrd="0" presId="urn:microsoft.com/office/officeart/2005/8/layout/hList1"/>
    <dgm:cxn modelId="{382230A1-9087-4762-B8DC-8C33375B6BEC}" type="presParOf" srcId="{98E610DC-D559-4DB8-8758-4BF7AE334A6C}" destId="{FA74542E-7A60-4F9E-86A8-E65A4439B76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6A4722-2E23-4102-BEED-43D5634C2557}" type="doc">
      <dgm:prSet loTypeId="urn:microsoft.com/office/officeart/2005/8/layout/h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s-ES"/>
        </a:p>
      </dgm:t>
    </dgm:pt>
    <dgm:pt modelId="{816EB2B9-C788-446B-8E93-A55C5FD66B4F}">
      <dgm:prSet phldrT="[Texto]" phldr="0"/>
      <dgm:spPr/>
      <dgm:t>
        <a:bodyPr/>
        <a:lstStyle/>
        <a:p>
          <a:pPr rtl="0"/>
          <a:r>
            <a:rPr lang="es-ES" sz="2400">
              <a:latin typeface="Arial"/>
            </a:rPr>
            <a:t>¿Cómo funciona?</a:t>
          </a:r>
          <a:endParaRPr lang="es-ES" sz="2400"/>
        </a:p>
      </dgm:t>
    </dgm:pt>
    <dgm:pt modelId="{250776AD-A81B-4143-8369-3EAC81CF261F}" type="parTrans" cxnId="{AF50F142-5923-41D1-B0C3-E4807A6DBC60}">
      <dgm:prSet/>
      <dgm:spPr/>
      <dgm:t>
        <a:bodyPr/>
        <a:lstStyle/>
        <a:p>
          <a:endParaRPr lang="es-ES"/>
        </a:p>
      </dgm:t>
    </dgm:pt>
    <dgm:pt modelId="{876B42A7-F01C-414C-AC29-BE6400E0AFCA}" type="sibTrans" cxnId="{AF50F142-5923-41D1-B0C3-E4807A6DBC60}">
      <dgm:prSet/>
      <dgm:spPr/>
      <dgm:t>
        <a:bodyPr/>
        <a:lstStyle/>
        <a:p>
          <a:endParaRPr lang="es-ES"/>
        </a:p>
      </dgm:t>
    </dgm:pt>
    <dgm:pt modelId="{56D984AB-E0C7-4B06-8507-A89F97F30C1F}">
      <dgm:prSet phldrT="[Texto]" phldr="0"/>
      <dgm:spPr/>
      <dgm:t>
        <a:bodyPr/>
        <a:lstStyle/>
        <a:p>
          <a:r>
            <a:rPr lang="es-ES">
              <a:latin typeface="Arial"/>
            </a:rPr>
            <a:t>Ventajas</a:t>
          </a:r>
          <a:endParaRPr lang="es-ES"/>
        </a:p>
      </dgm:t>
    </dgm:pt>
    <dgm:pt modelId="{7B70C8F6-56F3-4635-B622-3BC03FEB94B6}" type="parTrans" cxnId="{15A84B8E-E43D-49F6-9753-521BDCC6761B}">
      <dgm:prSet/>
      <dgm:spPr/>
      <dgm:t>
        <a:bodyPr/>
        <a:lstStyle/>
        <a:p>
          <a:endParaRPr lang="es-ES"/>
        </a:p>
      </dgm:t>
    </dgm:pt>
    <dgm:pt modelId="{CED95761-A7C6-4091-9FBD-146FA9E84DB3}" type="sibTrans" cxnId="{15A84B8E-E43D-49F6-9753-521BDCC6761B}">
      <dgm:prSet/>
      <dgm:spPr/>
      <dgm:t>
        <a:bodyPr/>
        <a:lstStyle/>
        <a:p>
          <a:endParaRPr lang="es-ES"/>
        </a:p>
      </dgm:t>
    </dgm:pt>
    <dgm:pt modelId="{2F3D85CF-EC8E-4919-ABD9-E9AC2DEB04D7}">
      <dgm:prSet phldr="0" custT="1"/>
      <dgm:spPr/>
      <dgm:t>
        <a:bodyPr/>
        <a:lstStyle/>
        <a:p>
          <a:pPr rtl="0"/>
          <a:r>
            <a:rPr lang="es-ES" sz="2000" b="0" i="0">
              <a:latin typeface="Arial"/>
            </a:rPr>
            <a:t>Permite</a:t>
          </a:r>
          <a:r>
            <a:rPr lang="es-ES" sz="2000" b="0" i="0"/>
            <a:t> que un dispositivo</a:t>
          </a:r>
          <a:r>
            <a:rPr lang="es-ES" sz="2000" b="0" i="0">
              <a:latin typeface="Arial"/>
            </a:rPr>
            <a:t> responda</a:t>
          </a:r>
          <a:r>
            <a:rPr lang="es-ES" sz="2000" b="0" i="0"/>
            <a:t> solicitudes ARP en nombre de otro host que está en otra red.</a:t>
          </a:r>
          <a:endParaRPr lang="es-ES" sz="2000" b="0"/>
        </a:p>
      </dgm:t>
    </dgm:pt>
    <dgm:pt modelId="{50197E29-0CEB-4B6B-A8F1-440A650857CE}" type="parTrans" cxnId="{4A9ECDC3-A37E-4D83-9C09-060602CE0AD6}">
      <dgm:prSet/>
      <dgm:spPr/>
    </dgm:pt>
    <dgm:pt modelId="{EE3BCB6A-92D7-4679-9399-D1F71F5E53EC}" type="sibTrans" cxnId="{4A9ECDC3-A37E-4D83-9C09-060602CE0AD6}">
      <dgm:prSet/>
      <dgm:spPr/>
    </dgm:pt>
    <dgm:pt modelId="{1F20F23F-DBCA-4271-9071-14656014E077}">
      <dgm:prSet phldr="0" custT="1"/>
      <dgm:spPr/>
      <dgm:t>
        <a:bodyPr/>
        <a:lstStyle/>
        <a:p>
          <a:pPr algn="l"/>
          <a:r>
            <a:rPr lang="es-ES" sz="2000" b="0"/>
            <a:t>Permite comunicación entre subredes sin modificar configuraciones de hosts.</a:t>
          </a:r>
          <a:endParaRPr lang="es-ES"/>
        </a:p>
      </dgm:t>
    </dgm:pt>
    <dgm:pt modelId="{CE7EED76-DAB3-4412-BFE9-C22065B3A51C}" type="parTrans" cxnId="{EDCBFA48-8CEF-4F43-9360-3CF71B2F6857}">
      <dgm:prSet/>
      <dgm:spPr/>
    </dgm:pt>
    <dgm:pt modelId="{1A326D3E-7076-451C-8B8E-0A5F9C5157B4}" type="sibTrans" cxnId="{EDCBFA48-8CEF-4F43-9360-3CF71B2F6857}">
      <dgm:prSet/>
      <dgm:spPr/>
    </dgm:pt>
    <dgm:pt modelId="{657E651B-7BC1-4197-B13A-C12E8698F6D8}">
      <dgm:prSet phldr="0"/>
      <dgm:spPr/>
      <dgm:t>
        <a:bodyPr/>
        <a:lstStyle/>
        <a:p>
          <a:pPr rtl="0"/>
          <a:endParaRPr lang="es-ES" sz="2000" b="0" i="0">
            <a:latin typeface="Arial"/>
          </a:endParaRPr>
        </a:p>
      </dgm:t>
    </dgm:pt>
    <dgm:pt modelId="{18F6C8AC-571C-4257-9CF5-C3739E964343}" type="parTrans" cxnId="{58BA29D1-048C-47BE-9521-AC797C2433DD}">
      <dgm:prSet/>
      <dgm:spPr/>
    </dgm:pt>
    <dgm:pt modelId="{3C3202BC-4C1B-4AC8-8EA0-622236BFED03}" type="sibTrans" cxnId="{58BA29D1-048C-47BE-9521-AC797C2433DD}">
      <dgm:prSet/>
      <dgm:spPr/>
    </dgm:pt>
    <dgm:pt modelId="{F28A279B-9A24-4011-9AA9-FBCC4C3D1058}">
      <dgm:prSet phldr="0" custT="1"/>
      <dgm:spPr/>
      <dgm:t>
        <a:bodyPr/>
        <a:lstStyle/>
        <a:p>
          <a:pPr algn="l"/>
          <a:r>
            <a:rPr lang="es-ES" sz="2000" b="0"/>
            <a:t>Un host cree que el destino está en su misma red.</a:t>
          </a:r>
          <a:endParaRPr lang="es-ES" sz="2000">
            <a:latin typeface="Arial"/>
          </a:endParaRPr>
        </a:p>
      </dgm:t>
    </dgm:pt>
    <dgm:pt modelId="{357A99AE-0815-4C31-AE21-F16AFD7723C0}" type="parTrans" cxnId="{F2EC4E12-796C-4B3C-85D5-1D7C70A57A11}">
      <dgm:prSet/>
      <dgm:spPr/>
    </dgm:pt>
    <dgm:pt modelId="{368DD815-3744-4310-85F9-9747FE6F6379}" type="sibTrans" cxnId="{F2EC4E12-796C-4B3C-85D5-1D7C70A57A11}">
      <dgm:prSet/>
      <dgm:spPr/>
    </dgm:pt>
    <dgm:pt modelId="{D63BCD54-08DD-4E68-AE26-C4F716F3AE05}">
      <dgm:prSet phldr="0" custT="1"/>
      <dgm:spPr/>
      <dgm:t>
        <a:bodyPr/>
        <a:lstStyle/>
        <a:p>
          <a:pPr algn="l" rtl="0"/>
          <a:r>
            <a:rPr lang="es-ES" sz="2000" b="0"/>
            <a:t>El router responde con su propia MAC, como intermediario.</a:t>
          </a:r>
          <a:endParaRPr lang="es-ES" sz="2000" b="0">
            <a:latin typeface="Arial"/>
          </a:endParaRPr>
        </a:p>
      </dgm:t>
    </dgm:pt>
    <dgm:pt modelId="{A0196459-DD41-4811-95B1-D7EC8D76D7DF}" type="parTrans" cxnId="{E5024667-014E-4DFD-8A62-B3E47841CF9D}">
      <dgm:prSet/>
      <dgm:spPr/>
    </dgm:pt>
    <dgm:pt modelId="{AC147E3A-B903-4E8C-A732-F9CBBE1A1BC4}" type="sibTrans" cxnId="{E5024667-014E-4DFD-8A62-B3E47841CF9D}">
      <dgm:prSet/>
      <dgm:spPr/>
    </dgm:pt>
    <dgm:pt modelId="{16977376-65C4-42A2-B66B-83DA582D058F}">
      <dgm:prSet phldr="0" custT="1"/>
      <dgm:spPr/>
      <dgm:t>
        <a:bodyPr/>
        <a:lstStyle/>
        <a:p>
          <a:pPr rtl="0"/>
          <a:r>
            <a:rPr lang="es-ES" sz="2000" b="0"/>
            <a:t>El tráfico pasa por el router sin que el host tenga un gateway configurado.</a:t>
          </a:r>
          <a:br>
            <a:rPr lang="es-ES" sz="2000"/>
          </a:br>
          <a:endParaRPr lang="es-ES" sz="2000">
            <a:latin typeface="Arial"/>
          </a:endParaRPr>
        </a:p>
      </dgm:t>
    </dgm:pt>
    <dgm:pt modelId="{4D26F817-6CDD-48B0-A3B8-71A60A26B2A8}" type="parTrans" cxnId="{82299034-153B-4F01-B0DD-929EF035A438}">
      <dgm:prSet/>
      <dgm:spPr/>
    </dgm:pt>
    <dgm:pt modelId="{4C35A6F5-5173-4AE8-A087-8D59A8F22F85}" type="sibTrans" cxnId="{82299034-153B-4F01-B0DD-929EF035A438}">
      <dgm:prSet/>
      <dgm:spPr/>
    </dgm:pt>
    <dgm:pt modelId="{BC8932C3-17BB-4696-8B00-7966784E0FE9}">
      <dgm:prSet phldr="0" custT="1"/>
      <dgm:spPr/>
      <dgm:t>
        <a:bodyPr/>
        <a:lstStyle/>
        <a:p>
          <a:pPr algn="l" rtl="0"/>
          <a:r>
            <a:rPr lang="es-ES" sz="2000">
              <a:latin typeface="Arial"/>
            </a:rPr>
            <a:t>Útil </a:t>
          </a:r>
          <a:r>
            <a:rPr lang="es-ES" sz="2000"/>
            <a:t>en redes heredadas o mal </a:t>
          </a:r>
          <a:r>
            <a:rPr lang="es-ES" sz="2000">
              <a:latin typeface="Arial"/>
            </a:rPr>
            <a:t>configuradas</a:t>
          </a:r>
          <a:r>
            <a:rPr lang="es-ES" sz="2000"/>
            <a:t>.</a:t>
          </a:r>
          <a:endParaRPr lang="es-ES" sz="2000">
            <a:latin typeface="Arial"/>
          </a:endParaRPr>
        </a:p>
      </dgm:t>
    </dgm:pt>
    <dgm:pt modelId="{23F75502-52CD-41A8-81E9-E3FE4CA130CC}" type="parTrans" cxnId="{90F447DE-9975-49D9-9ABF-A8FFB49AFBF6}">
      <dgm:prSet/>
      <dgm:spPr/>
    </dgm:pt>
    <dgm:pt modelId="{2A941A47-8D15-4F6A-9D5E-0D8FA594AECB}" type="sibTrans" cxnId="{90F447DE-9975-49D9-9ABF-A8FFB49AFBF6}">
      <dgm:prSet/>
      <dgm:spPr/>
    </dgm:pt>
    <dgm:pt modelId="{53424F68-A4E6-4103-9DA0-6D2F4D3F7561}" type="pres">
      <dgm:prSet presAssocID="{FF6A4722-2E23-4102-BEED-43D5634C2557}" presName="Name0" presStyleCnt="0">
        <dgm:presLayoutVars>
          <dgm:dir/>
          <dgm:animLvl val="lvl"/>
          <dgm:resizeHandles val="exact"/>
        </dgm:presLayoutVars>
      </dgm:prSet>
      <dgm:spPr/>
    </dgm:pt>
    <dgm:pt modelId="{7E989429-F337-42CF-8AA1-7E4AA242472E}" type="pres">
      <dgm:prSet presAssocID="{657E651B-7BC1-4197-B13A-C12E8698F6D8}" presName="composite" presStyleCnt="0"/>
      <dgm:spPr/>
    </dgm:pt>
    <dgm:pt modelId="{B448CC53-55C4-47D9-9A49-F44DD9A1F720}" type="pres">
      <dgm:prSet presAssocID="{657E651B-7BC1-4197-B13A-C12E8698F6D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83AD8F2-15C1-4ACB-A3D9-03E00EDE8AAA}" type="pres">
      <dgm:prSet presAssocID="{657E651B-7BC1-4197-B13A-C12E8698F6D8}" presName="desTx" presStyleLbl="alignAccFollowNode1" presStyleIdx="0" presStyleCnt="3">
        <dgm:presLayoutVars>
          <dgm:bulletEnabled val="1"/>
        </dgm:presLayoutVars>
      </dgm:prSet>
      <dgm:spPr/>
    </dgm:pt>
    <dgm:pt modelId="{9E5DD9CA-BF89-475D-8B31-A89623039394}" type="pres">
      <dgm:prSet presAssocID="{3C3202BC-4C1B-4AC8-8EA0-622236BFED03}" presName="space" presStyleCnt="0"/>
      <dgm:spPr/>
    </dgm:pt>
    <dgm:pt modelId="{333635E8-200E-4C00-89A4-14C0047D81A0}" type="pres">
      <dgm:prSet presAssocID="{816EB2B9-C788-446B-8E93-A55C5FD66B4F}" presName="composite" presStyleCnt="0"/>
      <dgm:spPr/>
    </dgm:pt>
    <dgm:pt modelId="{268A21C8-9245-43CF-B809-B016E8EC5FAE}" type="pres">
      <dgm:prSet presAssocID="{816EB2B9-C788-446B-8E93-A55C5FD66B4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BE4325-005B-4158-A947-A5317756735A}" type="pres">
      <dgm:prSet presAssocID="{816EB2B9-C788-446B-8E93-A55C5FD66B4F}" presName="desTx" presStyleLbl="alignAccFollowNode1" presStyleIdx="1" presStyleCnt="3">
        <dgm:presLayoutVars>
          <dgm:bulletEnabled val="1"/>
        </dgm:presLayoutVars>
      </dgm:prSet>
      <dgm:spPr/>
    </dgm:pt>
    <dgm:pt modelId="{04BD22CF-FAE9-42F8-B19B-A21B90D38B2F}" type="pres">
      <dgm:prSet presAssocID="{876B42A7-F01C-414C-AC29-BE6400E0AFCA}" presName="space" presStyleCnt="0"/>
      <dgm:spPr/>
    </dgm:pt>
    <dgm:pt modelId="{98E610DC-D559-4DB8-8758-4BF7AE334A6C}" type="pres">
      <dgm:prSet presAssocID="{56D984AB-E0C7-4B06-8507-A89F97F30C1F}" presName="composite" presStyleCnt="0"/>
      <dgm:spPr/>
    </dgm:pt>
    <dgm:pt modelId="{C9ADBE0F-706C-4F27-8756-443E51CF6B42}" type="pres">
      <dgm:prSet presAssocID="{56D984AB-E0C7-4B06-8507-A89F97F30C1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A74542E-7A60-4F9E-86A8-E65A4439B760}" type="pres">
      <dgm:prSet presAssocID="{56D984AB-E0C7-4B06-8507-A89F97F30C1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2EC4E12-796C-4B3C-85D5-1D7C70A57A11}" srcId="{816EB2B9-C788-446B-8E93-A55C5FD66B4F}" destId="{F28A279B-9A24-4011-9AA9-FBCC4C3D1058}" srcOrd="0" destOrd="0" parTransId="{357A99AE-0815-4C31-AE21-F16AFD7723C0}" sibTransId="{368DD815-3744-4310-85F9-9747FE6F6379}"/>
    <dgm:cxn modelId="{82299034-153B-4F01-B0DD-929EF035A438}" srcId="{816EB2B9-C788-446B-8E93-A55C5FD66B4F}" destId="{16977376-65C4-42A2-B66B-83DA582D058F}" srcOrd="2" destOrd="0" parTransId="{4D26F817-6CDD-48B0-A3B8-71A60A26B2A8}" sibTransId="{4C35A6F5-5173-4AE8-A087-8D59A8F22F85}"/>
    <dgm:cxn modelId="{5E4BFB60-BBD0-429C-8301-3FE7A49C9DE2}" type="presOf" srcId="{1F20F23F-DBCA-4271-9071-14656014E077}" destId="{FA74542E-7A60-4F9E-86A8-E65A4439B760}" srcOrd="0" destOrd="0" presId="urn:microsoft.com/office/officeart/2005/8/layout/hList1"/>
    <dgm:cxn modelId="{AF50F142-5923-41D1-B0C3-E4807A6DBC60}" srcId="{FF6A4722-2E23-4102-BEED-43D5634C2557}" destId="{816EB2B9-C788-446B-8E93-A55C5FD66B4F}" srcOrd="1" destOrd="0" parTransId="{250776AD-A81B-4143-8369-3EAC81CF261F}" sibTransId="{876B42A7-F01C-414C-AC29-BE6400E0AFCA}"/>
    <dgm:cxn modelId="{E5024667-014E-4DFD-8A62-B3E47841CF9D}" srcId="{816EB2B9-C788-446B-8E93-A55C5FD66B4F}" destId="{D63BCD54-08DD-4E68-AE26-C4F716F3AE05}" srcOrd="1" destOrd="0" parTransId="{A0196459-DD41-4811-95B1-D7EC8D76D7DF}" sibTransId="{AC147E3A-B903-4E8C-A732-F9CBBE1A1BC4}"/>
    <dgm:cxn modelId="{EDCBFA48-8CEF-4F43-9360-3CF71B2F6857}" srcId="{56D984AB-E0C7-4B06-8507-A89F97F30C1F}" destId="{1F20F23F-DBCA-4271-9071-14656014E077}" srcOrd="0" destOrd="0" parTransId="{CE7EED76-DAB3-4412-BFE9-C22065B3A51C}" sibTransId="{1A326D3E-7076-451C-8B8E-0A5F9C5157B4}"/>
    <dgm:cxn modelId="{B8CF7050-82F8-46F6-848A-7C0DED032A9B}" type="presOf" srcId="{56D984AB-E0C7-4B06-8507-A89F97F30C1F}" destId="{C9ADBE0F-706C-4F27-8756-443E51CF6B42}" srcOrd="0" destOrd="0" presId="urn:microsoft.com/office/officeart/2005/8/layout/hList1"/>
    <dgm:cxn modelId="{0F12DD50-7DC6-417B-9665-334DBD2C985E}" type="presOf" srcId="{16977376-65C4-42A2-B66B-83DA582D058F}" destId="{A0BE4325-005B-4158-A947-A5317756735A}" srcOrd="0" destOrd="2" presId="urn:microsoft.com/office/officeart/2005/8/layout/hList1"/>
    <dgm:cxn modelId="{AFAE4378-F31E-4E74-B6A9-5CF355D0AE3A}" type="presOf" srcId="{D63BCD54-08DD-4E68-AE26-C4F716F3AE05}" destId="{A0BE4325-005B-4158-A947-A5317756735A}" srcOrd="0" destOrd="1" presId="urn:microsoft.com/office/officeart/2005/8/layout/hList1"/>
    <dgm:cxn modelId="{93ADA25A-61D5-4DF5-B473-69436C380335}" type="presOf" srcId="{F28A279B-9A24-4011-9AA9-FBCC4C3D1058}" destId="{A0BE4325-005B-4158-A947-A5317756735A}" srcOrd="0" destOrd="0" presId="urn:microsoft.com/office/officeart/2005/8/layout/hList1"/>
    <dgm:cxn modelId="{91D4B15A-D633-47ED-B9B8-8E3F83F8D961}" type="presOf" srcId="{816EB2B9-C788-446B-8E93-A55C5FD66B4F}" destId="{268A21C8-9245-43CF-B809-B016E8EC5FAE}" srcOrd="0" destOrd="0" presId="urn:microsoft.com/office/officeart/2005/8/layout/hList1"/>
    <dgm:cxn modelId="{15A84B8E-E43D-49F6-9753-521BDCC6761B}" srcId="{FF6A4722-2E23-4102-BEED-43D5634C2557}" destId="{56D984AB-E0C7-4B06-8507-A89F97F30C1F}" srcOrd="2" destOrd="0" parTransId="{7B70C8F6-56F3-4635-B622-3BC03FEB94B6}" sibTransId="{CED95761-A7C6-4091-9FBD-146FA9E84DB3}"/>
    <dgm:cxn modelId="{C8A04195-EDF3-4496-97B7-985FB4FAA01C}" type="presOf" srcId="{657E651B-7BC1-4197-B13A-C12E8698F6D8}" destId="{B448CC53-55C4-47D9-9A49-F44DD9A1F720}" srcOrd="0" destOrd="0" presId="urn:microsoft.com/office/officeart/2005/8/layout/hList1"/>
    <dgm:cxn modelId="{19E5F8A1-A431-4AB9-8380-8D873AA98407}" type="presOf" srcId="{FF6A4722-2E23-4102-BEED-43D5634C2557}" destId="{53424F68-A4E6-4103-9DA0-6D2F4D3F7561}" srcOrd="0" destOrd="0" presId="urn:microsoft.com/office/officeart/2005/8/layout/hList1"/>
    <dgm:cxn modelId="{4A9ECDC3-A37E-4D83-9C09-060602CE0AD6}" srcId="{657E651B-7BC1-4197-B13A-C12E8698F6D8}" destId="{2F3D85CF-EC8E-4919-ABD9-E9AC2DEB04D7}" srcOrd="0" destOrd="0" parTransId="{50197E29-0CEB-4B6B-A8F1-440A650857CE}" sibTransId="{EE3BCB6A-92D7-4679-9399-D1F71F5E53EC}"/>
    <dgm:cxn modelId="{58BA29D1-048C-47BE-9521-AC797C2433DD}" srcId="{FF6A4722-2E23-4102-BEED-43D5634C2557}" destId="{657E651B-7BC1-4197-B13A-C12E8698F6D8}" srcOrd="0" destOrd="0" parTransId="{18F6C8AC-571C-4257-9CF5-C3739E964343}" sibTransId="{3C3202BC-4C1B-4AC8-8EA0-622236BFED03}"/>
    <dgm:cxn modelId="{90F447DE-9975-49D9-9ABF-A8FFB49AFBF6}" srcId="{56D984AB-E0C7-4B06-8507-A89F97F30C1F}" destId="{BC8932C3-17BB-4696-8B00-7966784E0FE9}" srcOrd="1" destOrd="0" parTransId="{23F75502-52CD-41A8-81E9-E3FE4CA130CC}" sibTransId="{2A941A47-8D15-4F6A-9D5E-0D8FA594AECB}"/>
    <dgm:cxn modelId="{737A42EA-4F14-4D36-9D92-BDBAE5EB70C0}" type="presOf" srcId="{2F3D85CF-EC8E-4919-ABD9-E9AC2DEB04D7}" destId="{283AD8F2-15C1-4ACB-A3D9-03E00EDE8AAA}" srcOrd="0" destOrd="0" presId="urn:microsoft.com/office/officeart/2005/8/layout/hList1"/>
    <dgm:cxn modelId="{46D063FE-D25C-4843-AD0C-5D3DB3A5A61B}" type="presOf" srcId="{BC8932C3-17BB-4696-8B00-7966784E0FE9}" destId="{FA74542E-7A60-4F9E-86A8-E65A4439B760}" srcOrd="0" destOrd="1" presId="urn:microsoft.com/office/officeart/2005/8/layout/hList1"/>
    <dgm:cxn modelId="{3BA4B3DA-4D7A-45B1-962A-540567D20D7D}" type="presParOf" srcId="{53424F68-A4E6-4103-9DA0-6D2F4D3F7561}" destId="{7E989429-F337-42CF-8AA1-7E4AA242472E}" srcOrd="0" destOrd="0" presId="urn:microsoft.com/office/officeart/2005/8/layout/hList1"/>
    <dgm:cxn modelId="{BAB547CB-FA54-45C6-A073-89702759CA80}" type="presParOf" srcId="{7E989429-F337-42CF-8AA1-7E4AA242472E}" destId="{B448CC53-55C4-47D9-9A49-F44DD9A1F720}" srcOrd="0" destOrd="0" presId="urn:microsoft.com/office/officeart/2005/8/layout/hList1"/>
    <dgm:cxn modelId="{E14C205B-B7AE-4CC2-95F8-C4015658ED83}" type="presParOf" srcId="{7E989429-F337-42CF-8AA1-7E4AA242472E}" destId="{283AD8F2-15C1-4ACB-A3D9-03E00EDE8AAA}" srcOrd="1" destOrd="0" presId="urn:microsoft.com/office/officeart/2005/8/layout/hList1"/>
    <dgm:cxn modelId="{84E5C3F8-DD4F-4A6A-8EE8-7603E9314B57}" type="presParOf" srcId="{53424F68-A4E6-4103-9DA0-6D2F4D3F7561}" destId="{9E5DD9CA-BF89-475D-8B31-A89623039394}" srcOrd="1" destOrd="0" presId="urn:microsoft.com/office/officeart/2005/8/layout/hList1"/>
    <dgm:cxn modelId="{7616431E-54A2-43DB-B9D6-FC6F5721EFAF}" type="presParOf" srcId="{53424F68-A4E6-4103-9DA0-6D2F4D3F7561}" destId="{333635E8-200E-4C00-89A4-14C0047D81A0}" srcOrd="2" destOrd="0" presId="urn:microsoft.com/office/officeart/2005/8/layout/hList1"/>
    <dgm:cxn modelId="{5D6260B5-7C19-492D-8A65-D2AA2523BAC1}" type="presParOf" srcId="{333635E8-200E-4C00-89A4-14C0047D81A0}" destId="{268A21C8-9245-43CF-B809-B016E8EC5FAE}" srcOrd="0" destOrd="0" presId="urn:microsoft.com/office/officeart/2005/8/layout/hList1"/>
    <dgm:cxn modelId="{125DBC37-C048-4FC3-836D-98C3C51C173B}" type="presParOf" srcId="{333635E8-200E-4C00-89A4-14C0047D81A0}" destId="{A0BE4325-005B-4158-A947-A5317756735A}" srcOrd="1" destOrd="0" presId="urn:microsoft.com/office/officeart/2005/8/layout/hList1"/>
    <dgm:cxn modelId="{9C46E70B-2B50-4385-B862-8979CE73DF93}" type="presParOf" srcId="{53424F68-A4E6-4103-9DA0-6D2F4D3F7561}" destId="{04BD22CF-FAE9-42F8-B19B-A21B90D38B2F}" srcOrd="3" destOrd="0" presId="urn:microsoft.com/office/officeart/2005/8/layout/hList1"/>
    <dgm:cxn modelId="{36D0FB75-5528-45ED-96E0-426CEB5FEF17}" type="presParOf" srcId="{53424F68-A4E6-4103-9DA0-6D2F4D3F7561}" destId="{98E610DC-D559-4DB8-8758-4BF7AE334A6C}" srcOrd="4" destOrd="0" presId="urn:microsoft.com/office/officeart/2005/8/layout/hList1"/>
    <dgm:cxn modelId="{48316D3A-86C1-4E2F-BEE3-706648D36918}" type="presParOf" srcId="{98E610DC-D559-4DB8-8758-4BF7AE334A6C}" destId="{C9ADBE0F-706C-4F27-8756-443E51CF6B42}" srcOrd="0" destOrd="0" presId="urn:microsoft.com/office/officeart/2005/8/layout/hList1"/>
    <dgm:cxn modelId="{BBAFE01B-CB36-4989-A0C1-9F12C18B81BD}" type="presParOf" srcId="{98E610DC-D559-4DB8-8758-4BF7AE334A6C}" destId="{FA74542E-7A60-4F9E-86A8-E65A4439B76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pPr rtl="0"/>
          <a:r>
            <a:rPr lang="es-EC" b="1">
              <a:latin typeface="Arial"/>
            </a:rPr>
            <a:t>¿En qué consiste?</a:t>
          </a:r>
          <a:endParaRPr lang="es-EC" b="1"/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69AD657D-DD35-4C5F-890C-4459F784FA6E}">
      <dgm:prSet phldrT="[Texto]"/>
      <dgm:spPr/>
      <dgm:t>
        <a:bodyPr/>
        <a:lstStyle/>
        <a:p>
          <a:pPr algn="l" rtl="0"/>
          <a:r>
            <a:rPr lang="es-ES" sz="1400" b="0"/>
            <a:t>El atacante envía respuestas ARP </a:t>
          </a:r>
          <a:r>
            <a:rPr lang="es-ES" sz="1400" b="0">
              <a:latin typeface="Arial"/>
            </a:rPr>
            <a:t>falsas sin</a:t>
          </a:r>
          <a:r>
            <a:rPr lang="es-ES" sz="1400" b="0"/>
            <a:t> que nadie las haya solicitado, asociando:</a:t>
          </a:r>
          <a:endParaRPr lang="es-ES" b="0"/>
        </a:p>
      </dgm:t>
    </dgm:pt>
    <dgm:pt modelId="{B8B20F21-817C-40C2-A385-44AFBC7828E3}" type="parTrans" cxnId="{CC46C340-6E5C-48FD-BA52-34B4EABFC045}">
      <dgm:prSet/>
      <dgm:spPr/>
      <dgm:t>
        <a:bodyPr/>
        <a:lstStyle/>
        <a:p>
          <a:endParaRPr lang="es-ES"/>
        </a:p>
      </dgm:t>
    </dgm:pt>
    <dgm:pt modelId="{2EF7016D-78FD-4660-B782-AF6B11224173}" type="sibTrans" cxnId="{CC46C340-6E5C-48FD-BA52-34B4EABFC045}">
      <dgm:prSet/>
      <dgm:spPr/>
      <dgm:t>
        <a:bodyPr/>
        <a:lstStyle/>
        <a:p>
          <a:endParaRPr lang="es-ES"/>
        </a:p>
      </dgm:t>
    </dgm:pt>
    <dgm:pt modelId="{ABD25843-2A34-4433-80D8-B79A66ADFF46}">
      <dgm:prSet phldr="0"/>
      <dgm:spPr/>
      <dgm:t>
        <a:bodyPr/>
        <a:lstStyle/>
        <a:p>
          <a:pPr algn="l" rtl="0"/>
          <a:r>
            <a:rPr lang="es-ES" sz="600">
              <a:latin typeface="Arial"/>
              <a:cs typeface="Arial" panose="020B0604020202020204"/>
            </a:rPr>
            <a:t>IP del Gateway</a:t>
          </a:r>
        </a:p>
      </dgm:t>
    </dgm:pt>
    <dgm:pt modelId="{720BB72E-07FF-4D0E-9DA9-CD9949D4A4A5}" type="parTrans" cxnId="{14D29DEA-3F0B-4A2C-843A-2D6C1BB536F1}">
      <dgm:prSet/>
      <dgm:spPr/>
    </dgm:pt>
    <dgm:pt modelId="{356B84C5-50BF-4242-9719-BEB95E79A48C}" type="sibTrans" cxnId="{14D29DEA-3F0B-4A2C-843A-2D6C1BB536F1}">
      <dgm:prSet/>
      <dgm:spPr/>
      <dgm:t>
        <a:bodyPr/>
        <a:lstStyle/>
        <a:p>
          <a:endParaRPr lang="es-ES"/>
        </a:p>
      </dgm:t>
    </dgm:pt>
    <dgm:pt modelId="{CCC042AA-E67A-4FE1-BDB6-4B64AF7A90B7}">
      <dgm:prSet phldr="0"/>
      <dgm:spPr/>
      <dgm:t>
        <a:bodyPr/>
        <a:lstStyle/>
        <a:p>
          <a:r>
            <a:rPr lang="es-ES" sz="2200" b="1">
              <a:latin typeface="Arial"/>
            </a:rPr>
            <a:t>Consecuencias</a:t>
          </a:r>
          <a:endParaRPr lang="es-ES"/>
        </a:p>
      </dgm:t>
    </dgm:pt>
    <dgm:pt modelId="{DA0DB2BC-7B3D-4DFC-BFA9-16063C0F2730}" type="parTrans" cxnId="{61447D49-D571-428C-8CD3-BDD25FDD2587}">
      <dgm:prSet/>
      <dgm:spPr/>
    </dgm:pt>
    <dgm:pt modelId="{F5248780-7746-4C88-8C4D-4AA43F67CBC4}" type="sibTrans" cxnId="{61447D49-D571-428C-8CD3-BDD25FDD2587}">
      <dgm:prSet/>
      <dgm:spPr/>
      <dgm:t>
        <a:bodyPr/>
        <a:lstStyle/>
        <a:p>
          <a:endParaRPr lang="en-US"/>
        </a:p>
      </dgm:t>
    </dgm:pt>
    <dgm:pt modelId="{A019AA00-56A5-4B0E-8CC1-8C1A2118593A}">
      <dgm:prSet phldr="0"/>
      <dgm:spPr/>
      <dgm:t>
        <a:bodyPr/>
        <a:lstStyle/>
        <a:p>
          <a:pPr algn="l" rtl="0"/>
          <a:r>
            <a:rPr lang="es-ES" sz="1000">
              <a:latin typeface="Arial"/>
            </a:rPr>
            <a:t>El</a:t>
          </a:r>
          <a:r>
            <a:rPr lang="es-ES" sz="1000">
              <a:latin typeface="Arial"/>
              <a:cs typeface="Arial" panose="020B0604020202020204"/>
            </a:rPr>
            <a:t> atacante intercepta, modifica, o espía el tráfico.</a:t>
          </a:r>
          <a:endParaRPr lang="es-ES" sz="2200" b="1">
            <a:latin typeface="Arial"/>
          </a:endParaRPr>
        </a:p>
      </dgm:t>
    </dgm:pt>
    <dgm:pt modelId="{6C940A47-3542-4F7C-A1A8-ED3232DD5540}" type="parTrans" cxnId="{2AB62E4F-2B1E-4D78-963C-A8538ADCE837}">
      <dgm:prSet/>
      <dgm:spPr/>
    </dgm:pt>
    <dgm:pt modelId="{9E95024A-561D-432E-A40E-367A80DD23DF}" type="sibTrans" cxnId="{2AB62E4F-2B1E-4D78-963C-A8538ADCE837}">
      <dgm:prSet/>
      <dgm:spPr/>
      <dgm:t>
        <a:bodyPr/>
        <a:lstStyle/>
        <a:p>
          <a:endParaRPr lang="en-US"/>
        </a:p>
      </dgm:t>
    </dgm:pt>
    <dgm:pt modelId="{0A4EBCAD-0229-4BE5-95EF-A955774A4BA4}">
      <dgm:prSet phldr="0"/>
      <dgm:spPr/>
      <dgm:t>
        <a:bodyPr/>
        <a:lstStyle/>
        <a:p>
          <a:pPr algn="l" rtl="0"/>
          <a:r>
            <a:rPr lang="es-ES" sz="1000" b="0">
              <a:latin typeface="Arial"/>
            </a:rPr>
            <a:t>ARP</a:t>
          </a:r>
          <a:r>
            <a:rPr lang="es-ES" sz="1000" b="0">
              <a:latin typeface="Arial"/>
              <a:cs typeface="Arial" panose="020B0604020202020204"/>
            </a:rPr>
            <a:t> no cuenta con autenticación</a:t>
          </a:r>
          <a:endParaRPr lang="es-ES" sz="1000" b="1">
            <a:latin typeface="Arial"/>
            <a:cs typeface="Arial" panose="020B0604020202020204"/>
          </a:endParaRPr>
        </a:p>
      </dgm:t>
    </dgm:pt>
    <dgm:pt modelId="{7A69721A-38EA-4AAD-9D18-FBDA1FA31E19}" type="parTrans" cxnId="{6DE3DAAC-930C-421D-B8E8-529CFB1A9172}">
      <dgm:prSet/>
      <dgm:spPr/>
    </dgm:pt>
    <dgm:pt modelId="{9E9C2E7B-07C1-4EBC-9B12-1AED0C8ECF14}" type="sibTrans" cxnId="{6DE3DAAC-930C-421D-B8E8-529CFB1A9172}">
      <dgm:prSet/>
      <dgm:spPr/>
    </dgm:pt>
    <dgm:pt modelId="{27F2CE1C-1530-401E-AE1C-6BCE81575040}">
      <dgm:prSet phldr="0"/>
      <dgm:spPr/>
      <dgm:t>
        <a:bodyPr/>
        <a:lstStyle/>
        <a:p>
          <a:pPr algn="l" rtl="0"/>
          <a:r>
            <a:rPr lang="es-ES" sz="1400" b="0">
              <a:latin typeface="Arial"/>
            </a:rPr>
            <a:t>Los </a:t>
          </a:r>
          <a:r>
            <a:rPr lang="es-ES" sz="1400">
              <a:latin typeface="Arial"/>
            </a:rPr>
            <a:t>Hosts aceptan respuestas ARP no solicitadas</a:t>
          </a:r>
          <a:endParaRPr lang="es-ES"/>
        </a:p>
      </dgm:t>
    </dgm:pt>
    <dgm:pt modelId="{A0ED92CB-8DA1-4110-97DE-E01040C65A1A}" type="parTrans" cxnId="{A68F7530-A216-4B4B-934B-284272A79610}">
      <dgm:prSet/>
      <dgm:spPr/>
    </dgm:pt>
    <dgm:pt modelId="{E94095DF-D826-4FD3-886B-5513939D9B5B}" type="sibTrans" cxnId="{A68F7530-A216-4B4B-934B-284272A79610}">
      <dgm:prSet/>
      <dgm:spPr/>
    </dgm:pt>
    <dgm:pt modelId="{BCB781E8-5A3E-4EF4-9C15-35ED36144B2A}">
      <dgm:prSet phldr="0"/>
      <dgm:spPr/>
      <dgm:t>
        <a:bodyPr/>
        <a:lstStyle/>
        <a:p>
          <a:pPr algn="l" rtl="0"/>
          <a:r>
            <a:rPr lang="es-ES" sz="1400" b="0">
              <a:latin typeface="Arial"/>
            </a:rPr>
            <a:t>IP de la víctima  </a:t>
          </a:r>
        </a:p>
      </dgm:t>
    </dgm:pt>
    <dgm:pt modelId="{49FC5277-E032-44CB-B2EB-20EAB618C040}" type="parTrans" cxnId="{680E4CFF-6A67-4B17-ADCD-A62587F27A55}">
      <dgm:prSet/>
      <dgm:spPr/>
    </dgm:pt>
    <dgm:pt modelId="{7DF7C54A-9BC9-44E6-944A-C82190F78308}" type="sibTrans" cxnId="{680E4CFF-6A67-4B17-ADCD-A62587F27A55}">
      <dgm:prSet/>
      <dgm:spPr/>
    </dgm:pt>
    <dgm:pt modelId="{27D1C3E1-872C-4222-9426-4A7516693F0D}">
      <dgm:prSet phldr="0"/>
      <dgm:spPr/>
      <dgm:t>
        <a:bodyPr/>
        <a:lstStyle/>
        <a:p>
          <a:pPr algn="l" rtl="0"/>
          <a:r>
            <a:rPr lang="es-ES" sz="1000" b="0">
              <a:latin typeface="Arial"/>
            </a:rPr>
            <a:t>Robo de credenciales</a:t>
          </a:r>
        </a:p>
      </dgm:t>
    </dgm:pt>
    <dgm:pt modelId="{8C687E6B-DD6A-42D5-A19E-650F935DCE00}" type="parTrans" cxnId="{2ABBEA91-AEE2-41AF-B63C-A56389F90359}">
      <dgm:prSet/>
      <dgm:spPr/>
    </dgm:pt>
    <dgm:pt modelId="{602A1DB7-E146-4BB0-A246-8D2A347FA2FE}" type="sibTrans" cxnId="{2ABBEA91-AEE2-41AF-B63C-A56389F90359}">
      <dgm:prSet/>
      <dgm:spPr/>
      <dgm:t>
        <a:bodyPr/>
        <a:lstStyle/>
        <a:p>
          <a:endParaRPr lang="es-ES"/>
        </a:p>
      </dgm:t>
    </dgm:pt>
    <dgm:pt modelId="{21107B5E-A01D-41C2-89DF-A84EB15E6D4E}">
      <dgm:prSet phldr="0"/>
      <dgm:spPr/>
      <dgm:t>
        <a:bodyPr/>
        <a:lstStyle/>
        <a:p>
          <a:pPr algn="l" rtl="0"/>
          <a:r>
            <a:rPr lang="es-ES" sz="1000" b="0">
              <a:latin typeface="Arial"/>
            </a:rPr>
            <a:t>Secuestro de sesiones</a:t>
          </a:r>
        </a:p>
      </dgm:t>
    </dgm:pt>
    <dgm:pt modelId="{5E271FD4-0CD3-4AC0-BAE0-580DFEAB4013}" type="parTrans" cxnId="{80001A7C-1CE5-4004-BFA9-FE164721482C}">
      <dgm:prSet/>
      <dgm:spPr/>
    </dgm:pt>
    <dgm:pt modelId="{0184B305-4656-498C-83AA-75B134F820CF}" type="sibTrans" cxnId="{80001A7C-1CE5-4004-BFA9-FE164721482C}">
      <dgm:prSet/>
      <dgm:spPr/>
      <dgm:t>
        <a:bodyPr/>
        <a:lstStyle/>
        <a:p>
          <a:endParaRPr lang="es-ES"/>
        </a:p>
      </dgm:t>
    </dgm:pt>
    <dgm:pt modelId="{05B7DD7D-38AB-4B6E-934E-E121FAD3360A}">
      <dgm:prSet phldr="0"/>
      <dgm:spPr/>
      <dgm:t>
        <a:bodyPr/>
        <a:lstStyle/>
        <a:p>
          <a:pPr algn="l" rtl="0"/>
          <a:r>
            <a:rPr lang="es-ES" sz="1400" b="0">
              <a:latin typeface="Arial"/>
            </a:rPr>
            <a:t>¿Por qué funcionan?</a:t>
          </a:r>
        </a:p>
      </dgm:t>
    </dgm:pt>
    <dgm:pt modelId="{E75C32D0-8A32-4392-AB0A-98E97857528F}" type="parTrans" cxnId="{59ED63E9-5B07-4142-BAE8-961BD3DB3B44}">
      <dgm:prSet/>
      <dgm:spPr/>
    </dgm:pt>
    <dgm:pt modelId="{4A832B16-2B13-48D7-A037-80C421237DEF}" type="sibTrans" cxnId="{59ED63E9-5B07-4142-BAE8-961BD3DB3B44}">
      <dgm:prSet/>
      <dgm:spPr/>
    </dgm:pt>
    <dgm:pt modelId="{C8A78DFF-1A66-46D7-876F-283D087AAA1B}">
      <dgm:prSet phldr="0"/>
      <dgm:spPr/>
      <dgm:t>
        <a:bodyPr/>
        <a:lstStyle/>
        <a:p>
          <a:pPr algn="l" rtl="0"/>
          <a:r>
            <a:rPr lang="es-ES" sz="1400">
              <a:latin typeface="Arial"/>
            </a:rPr>
            <a:t>Las tablas ARP se actualizan automaticamente</a:t>
          </a:r>
        </a:p>
      </dgm:t>
    </dgm:pt>
    <dgm:pt modelId="{E5DDCAF9-98E9-4BD5-AC7F-6B6654895C77}" type="parTrans" cxnId="{8D6129F4-4F97-4044-86EB-750B3DC8D688}">
      <dgm:prSet/>
      <dgm:spPr/>
    </dgm:pt>
    <dgm:pt modelId="{BD525550-4C63-412B-8ADC-61A08F9D8266}" type="sibTrans" cxnId="{8D6129F4-4F97-4044-86EB-750B3DC8D688}">
      <dgm:prSet/>
      <dgm:spPr/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3"/>
      <dgm:spPr/>
    </dgm:pt>
    <dgm:pt modelId="{D95F0515-B6EB-4884-9C58-E27D272A34C0}" type="pres">
      <dgm:prSet presAssocID="{70378F17-BFA4-4AA2-91CB-FE7DFE6B7A95}" presName="desTx" presStyleLbl="fgAcc1" presStyleIdx="0" presStyleCnt="3">
        <dgm:presLayoutVars>
          <dgm:bulletEnabled val="1"/>
        </dgm:presLayoutVars>
      </dgm:prSet>
      <dgm:spPr/>
    </dgm:pt>
    <dgm:pt modelId="{6866FFA6-91D2-43CB-8F22-B66D15ADFDDC}" type="pres">
      <dgm:prSet presAssocID="{E18291E9-0160-4BD1-B202-44A6F5B16BB5}" presName="sibTrans" presStyleLbl="sibTrans2D1" presStyleIdx="0" presStyleCnt="2"/>
      <dgm:spPr/>
    </dgm:pt>
    <dgm:pt modelId="{D6BD17CF-2B56-4D82-A343-BF27E5BBC9AE}" type="pres">
      <dgm:prSet presAssocID="{E18291E9-0160-4BD1-B202-44A6F5B16BB5}" presName="connTx" presStyleLbl="sibTrans2D1" presStyleIdx="0" presStyleCnt="2"/>
      <dgm:spPr/>
    </dgm:pt>
    <dgm:pt modelId="{39E5F363-F989-40AE-BB5A-0765C8C56237}" type="pres">
      <dgm:prSet presAssocID="{CCC042AA-E67A-4FE1-BDB6-4B64AF7A90B7}" presName="composite" presStyleCnt="0"/>
      <dgm:spPr/>
    </dgm:pt>
    <dgm:pt modelId="{65C20C9F-3308-40F8-B9A3-708EB1642004}" type="pres">
      <dgm:prSet presAssocID="{CCC042AA-E67A-4FE1-BDB6-4B64AF7A90B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13F9062-A15A-4D17-B1D0-3F858FC5BDC1}" type="pres">
      <dgm:prSet presAssocID="{CCC042AA-E67A-4FE1-BDB6-4B64AF7A90B7}" presName="parSh" presStyleLbl="node1" presStyleIdx="1" presStyleCnt="3"/>
      <dgm:spPr/>
    </dgm:pt>
    <dgm:pt modelId="{E71C5A71-3036-48F4-955A-6549401E807D}" type="pres">
      <dgm:prSet presAssocID="{CCC042AA-E67A-4FE1-BDB6-4B64AF7A90B7}" presName="desTx" presStyleLbl="fgAcc1" presStyleIdx="1" presStyleCnt="3">
        <dgm:presLayoutVars>
          <dgm:bulletEnabled val="1"/>
        </dgm:presLayoutVars>
      </dgm:prSet>
      <dgm:spPr/>
    </dgm:pt>
    <dgm:pt modelId="{200434D7-F028-4F2C-90B9-7F5A9B896A9B}" type="pres">
      <dgm:prSet presAssocID="{F5248780-7746-4C88-8C4D-4AA43F67CBC4}" presName="sibTrans" presStyleLbl="sibTrans2D1" presStyleIdx="1" presStyleCnt="2"/>
      <dgm:spPr/>
    </dgm:pt>
    <dgm:pt modelId="{6DC30A4B-D48D-4416-B1D4-8A976C6FA035}" type="pres">
      <dgm:prSet presAssocID="{F5248780-7746-4C88-8C4D-4AA43F67CBC4}" presName="connTx" presStyleLbl="sibTrans2D1" presStyleIdx="1" presStyleCnt="2"/>
      <dgm:spPr/>
    </dgm:pt>
    <dgm:pt modelId="{BD11190B-43B3-42AF-BF60-E8337179BD6F}" type="pres">
      <dgm:prSet presAssocID="{05B7DD7D-38AB-4B6E-934E-E121FAD3360A}" presName="composite" presStyleCnt="0"/>
      <dgm:spPr/>
    </dgm:pt>
    <dgm:pt modelId="{F716EBC9-6D1A-48F8-AFA9-6B96088E94DB}" type="pres">
      <dgm:prSet presAssocID="{05B7DD7D-38AB-4B6E-934E-E121FAD3360A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D41EBCE-B962-4CEE-B71E-5766320E8652}" type="pres">
      <dgm:prSet presAssocID="{05B7DD7D-38AB-4B6E-934E-E121FAD3360A}" presName="parSh" presStyleLbl="node1" presStyleIdx="2" presStyleCnt="3"/>
      <dgm:spPr/>
    </dgm:pt>
    <dgm:pt modelId="{175E7E95-A5E4-4760-8BA4-B4A5E821985C}" type="pres">
      <dgm:prSet presAssocID="{05B7DD7D-38AB-4B6E-934E-E121FAD3360A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6EDA903-4308-4730-963E-DE1F7CFAEBE4}" type="presOf" srcId="{27F2CE1C-1530-401E-AE1C-6BCE81575040}" destId="{175E7E95-A5E4-4760-8BA4-B4A5E821985C}" srcOrd="0" destOrd="1" presId="urn:microsoft.com/office/officeart/2005/8/layout/process3#1"/>
    <dgm:cxn modelId="{452B1E0A-5F76-49C8-8EE1-DE144FFB9C07}" type="presOf" srcId="{27D1C3E1-872C-4222-9426-4A7516693F0D}" destId="{E71C5A71-3036-48F4-955A-6549401E807D}" srcOrd="0" destOrd="1" presId="urn:microsoft.com/office/officeart/2005/8/layout/process3#1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45EF2D1D-0FF6-431F-B5EF-396D475055D8}" type="presOf" srcId="{CCC042AA-E67A-4FE1-BDB6-4B64AF7A90B7}" destId="{65C20C9F-3308-40F8-B9A3-708EB1642004}" srcOrd="0" destOrd="0" presId="urn:microsoft.com/office/officeart/2005/8/layout/process3#1"/>
    <dgm:cxn modelId="{5B9C7328-2874-46A6-ADC6-2E528C3419AA}" type="presOf" srcId="{E18291E9-0160-4BD1-B202-44A6F5B16BB5}" destId="{D6BD17CF-2B56-4D82-A343-BF27E5BBC9AE}" srcOrd="1" destOrd="0" presId="urn:microsoft.com/office/officeart/2005/8/layout/process3#1"/>
    <dgm:cxn modelId="{A68F7530-A216-4B4B-934B-284272A79610}" srcId="{05B7DD7D-38AB-4B6E-934E-E121FAD3360A}" destId="{27F2CE1C-1530-401E-AE1C-6BCE81575040}" srcOrd="1" destOrd="0" parTransId="{A0ED92CB-8DA1-4110-97DE-E01040C65A1A}" sibTransId="{E94095DF-D826-4FD3-886B-5513939D9B5B}"/>
    <dgm:cxn modelId="{63DB6E33-6875-4E6E-ABC6-314BACA3F5A7}" type="presOf" srcId="{05B7DD7D-38AB-4B6E-934E-E121FAD3360A}" destId="{6D41EBCE-B962-4CEE-B71E-5766320E8652}" srcOrd="1" destOrd="0" presId="urn:microsoft.com/office/officeart/2005/8/layout/process3#1"/>
    <dgm:cxn modelId="{CC46C340-6E5C-48FD-BA52-34B4EABFC045}" srcId="{70378F17-BFA4-4AA2-91CB-FE7DFE6B7A95}" destId="{69AD657D-DD35-4C5F-890C-4459F784FA6E}" srcOrd="0" destOrd="0" parTransId="{B8B20F21-817C-40C2-A385-44AFBC7828E3}" sibTransId="{2EF7016D-78FD-4660-B782-AF6B11224173}"/>
    <dgm:cxn modelId="{1346565C-1797-4954-9F5F-550BDF77C94A}" type="presOf" srcId="{ABD25843-2A34-4433-80D8-B79A66ADFF46}" destId="{D95F0515-B6EB-4884-9C58-E27D272A34C0}" srcOrd="0" destOrd="1" presId="urn:microsoft.com/office/officeart/2005/8/layout/process3#1"/>
    <dgm:cxn modelId="{5610BE47-3942-4F1F-9845-4A3FDE566A34}" type="presOf" srcId="{CCC042AA-E67A-4FE1-BDB6-4B64AF7A90B7}" destId="{A13F9062-A15A-4D17-B1D0-3F858FC5BDC1}" srcOrd="1" destOrd="0" presId="urn:microsoft.com/office/officeart/2005/8/layout/process3#1"/>
    <dgm:cxn modelId="{61447D49-D571-428C-8CD3-BDD25FDD2587}" srcId="{17377101-814E-4BB6-BEB4-A6CFA83DA9D8}" destId="{CCC042AA-E67A-4FE1-BDB6-4B64AF7A90B7}" srcOrd="1" destOrd="0" parTransId="{DA0DB2BC-7B3D-4DFC-BFA9-16063C0F2730}" sibTransId="{F5248780-7746-4C88-8C4D-4AA43F67CBC4}"/>
    <dgm:cxn modelId="{955C146B-85C9-49D9-8C13-59448E293776}" type="presOf" srcId="{0A4EBCAD-0229-4BE5-95EF-A955774A4BA4}" destId="{175E7E95-A5E4-4760-8BA4-B4A5E821985C}" srcOrd="0" destOrd="0" presId="urn:microsoft.com/office/officeart/2005/8/layout/process3#1"/>
    <dgm:cxn modelId="{2AB62E4F-2B1E-4D78-963C-A8538ADCE837}" srcId="{CCC042AA-E67A-4FE1-BDB6-4B64AF7A90B7}" destId="{A019AA00-56A5-4B0E-8CC1-8C1A2118593A}" srcOrd="0" destOrd="0" parTransId="{6C940A47-3542-4F7C-A1A8-ED3232DD5540}" sibTransId="{9E95024A-561D-432E-A40E-367A80DD23DF}"/>
    <dgm:cxn modelId="{80001A7C-1CE5-4004-BFA9-FE164721482C}" srcId="{CCC042AA-E67A-4FE1-BDB6-4B64AF7A90B7}" destId="{21107B5E-A01D-41C2-89DF-A84EB15E6D4E}" srcOrd="2" destOrd="0" parTransId="{5E271FD4-0CD3-4AC0-BAE0-580DFEAB4013}" sibTransId="{0184B305-4656-498C-83AA-75B134F820CF}"/>
    <dgm:cxn modelId="{52E95E8C-80F6-4E44-9E8B-1C1A0D6BA605}" type="presOf" srcId="{C8A78DFF-1A66-46D7-876F-283D087AAA1B}" destId="{175E7E95-A5E4-4760-8BA4-B4A5E821985C}" srcOrd="0" destOrd="2" presId="urn:microsoft.com/office/officeart/2005/8/layout/process3#1"/>
    <dgm:cxn modelId="{2ABBEA91-AEE2-41AF-B63C-A56389F90359}" srcId="{CCC042AA-E67A-4FE1-BDB6-4B64AF7A90B7}" destId="{27D1C3E1-872C-4222-9426-4A7516693F0D}" srcOrd="1" destOrd="0" parTransId="{8C687E6B-DD6A-42D5-A19E-650F935DCE00}" sibTransId="{602A1DB7-E146-4BB0-A246-8D2A347FA2FE}"/>
    <dgm:cxn modelId="{E451B497-6EAD-48F4-A8CF-4FE3E42EC85C}" type="presOf" srcId="{A019AA00-56A5-4B0E-8CC1-8C1A2118593A}" destId="{E71C5A71-3036-48F4-955A-6549401E807D}" srcOrd="0" destOrd="0" presId="urn:microsoft.com/office/officeart/2005/8/layout/process3#1"/>
    <dgm:cxn modelId="{10588D9D-3198-4F22-AA66-427244E6C5CE}" type="presOf" srcId="{70378F17-BFA4-4AA2-91CB-FE7DFE6B7A95}" destId="{CBDC6576-E07A-456E-AA1A-BC80AEB1C472}" srcOrd="0" destOrd="0" presId="urn:microsoft.com/office/officeart/2005/8/layout/process3#1"/>
    <dgm:cxn modelId="{31BA4C9E-F9BE-4BAE-830B-9AB6EFC1BEF4}" type="presOf" srcId="{05B7DD7D-38AB-4B6E-934E-E121FAD3360A}" destId="{F716EBC9-6D1A-48F8-AFA9-6B96088E94DB}" srcOrd="0" destOrd="0" presId="urn:microsoft.com/office/officeart/2005/8/layout/process3#1"/>
    <dgm:cxn modelId="{6DE3DAAC-930C-421D-B8E8-529CFB1A9172}" srcId="{05B7DD7D-38AB-4B6E-934E-E121FAD3360A}" destId="{0A4EBCAD-0229-4BE5-95EF-A955774A4BA4}" srcOrd="0" destOrd="0" parTransId="{7A69721A-38EA-4AAD-9D18-FBDA1FA31E19}" sibTransId="{9E9C2E7B-07C1-4EBC-9B12-1AED0C8ECF14}"/>
    <dgm:cxn modelId="{E0067DAE-CA4C-4BA3-90BA-9E98BC8F81C5}" type="presOf" srcId="{F5248780-7746-4C88-8C4D-4AA43F67CBC4}" destId="{200434D7-F028-4F2C-90B9-7F5A9B896A9B}" srcOrd="0" destOrd="0" presId="urn:microsoft.com/office/officeart/2005/8/layout/process3#1"/>
    <dgm:cxn modelId="{5D6144B7-2F1D-46E9-A229-DCFAB41B57B4}" type="presOf" srcId="{70378F17-BFA4-4AA2-91CB-FE7DFE6B7A95}" destId="{36DAE28C-D040-4D10-8B58-AD362B328C2A}" srcOrd="1" destOrd="0" presId="urn:microsoft.com/office/officeart/2005/8/layout/process3#1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FE97ABE8-0E29-4B8D-B9EA-9E5BE1BB8FC8}" type="presOf" srcId="{69AD657D-DD35-4C5F-890C-4459F784FA6E}" destId="{D95F0515-B6EB-4884-9C58-E27D272A34C0}" srcOrd="0" destOrd="0" presId="urn:microsoft.com/office/officeart/2005/8/layout/process3#1"/>
    <dgm:cxn modelId="{0FDC5EE9-9C1C-4523-B1E1-0CE0199BDDB2}" type="presOf" srcId="{21107B5E-A01D-41C2-89DF-A84EB15E6D4E}" destId="{E71C5A71-3036-48F4-955A-6549401E807D}" srcOrd="0" destOrd="2" presId="urn:microsoft.com/office/officeart/2005/8/layout/process3#1"/>
    <dgm:cxn modelId="{59ED63E9-5B07-4142-BAE8-961BD3DB3B44}" srcId="{17377101-814E-4BB6-BEB4-A6CFA83DA9D8}" destId="{05B7DD7D-38AB-4B6E-934E-E121FAD3360A}" srcOrd="2" destOrd="0" parTransId="{E75C32D0-8A32-4392-AB0A-98E97857528F}" sibTransId="{4A832B16-2B13-48D7-A037-80C421237DEF}"/>
    <dgm:cxn modelId="{30274AE9-B5D3-49C9-A1D0-7FBAC711F5DC}" type="presOf" srcId="{E18291E9-0160-4BD1-B202-44A6F5B16BB5}" destId="{6866FFA6-91D2-43CB-8F22-B66D15ADFDDC}" srcOrd="0" destOrd="0" presId="urn:microsoft.com/office/officeart/2005/8/layout/process3#1"/>
    <dgm:cxn modelId="{14D29DEA-3F0B-4A2C-843A-2D6C1BB536F1}" srcId="{69AD657D-DD35-4C5F-890C-4459F784FA6E}" destId="{ABD25843-2A34-4433-80D8-B79A66ADFF46}" srcOrd="0" destOrd="0" parTransId="{720BB72E-07FF-4D0E-9DA9-CD9949D4A4A5}" sibTransId="{356B84C5-50BF-4242-9719-BEB95E79A48C}"/>
    <dgm:cxn modelId="{6F8C80F2-71EA-48E1-9767-6AF6894537C2}" type="presOf" srcId="{BCB781E8-5A3E-4EF4-9C15-35ED36144B2A}" destId="{D95F0515-B6EB-4884-9C58-E27D272A34C0}" srcOrd="0" destOrd="2" presId="urn:microsoft.com/office/officeart/2005/8/layout/process3#1"/>
    <dgm:cxn modelId="{8D6129F4-4F97-4044-86EB-750B3DC8D688}" srcId="{05B7DD7D-38AB-4B6E-934E-E121FAD3360A}" destId="{C8A78DFF-1A66-46D7-876F-283D087AAA1B}" srcOrd="2" destOrd="0" parTransId="{E5DDCAF9-98E9-4BD5-AC7F-6B6654895C77}" sibTransId="{BD525550-4C63-412B-8ADC-61A08F9D8266}"/>
    <dgm:cxn modelId="{0DFD80FA-A7D6-4447-B099-EE173C861ED3}" type="presOf" srcId="{F5248780-7746-4C88-8C4D-4AA43F67CBC4}" destId="{6DC30A4B-D48D-4416-B1D4-8A976C6FA035}" srcOrd="1" destOrd="0" presId="urn:microsoft.com/office/officeart/2005/8/layout/process3#1"/>
    <dgm:cxn modelId="{680E4CFF-6A67-4B17-ADCD-A62587F27A55}" srcId="{69AD657D-DD35-4C5F-890C-4459F784FA6E}" destId="{BCB781E8-5A3E-4EF4-9C15-35ED36144B2A}" srcOrd="1" destOrd="0" parTransId="{49FC5277-E032-44CB-B2EB-20EAB618C040}" sibTransId="{7DF7C54A-9BC9-44E6-944A-C82190F78308}"/>
    <dgm:cxn modelId="{B4B7E88E-A888-41CA-B7BA-ACD8F759C1AD}" type="presParOf" srcId="{F82FB510-7AF3-4EFC-8DD3-AB31E9B359E9}" destId="{537EFF73-660F-4576-BE9F-9CBFF99A026F}" srcOrd="0" destOrd="0" presId="urn:microsoft.com/office/officeart/2005/8/layout/process3#1"/>
    <dgm:cxn modelId="{5F961553-82CE-4F3E-A676-686761912B72}" type="presParOf" srcId="{537EFF73-660F-4576-BE9F-9CBFF99A026F}" destId="{CBDC6576-E07A-456E-AA1A-BC80AEB1C472}" srcOrd="0" destOrd="0" presId="urn:microsoft.com/office/officeart/2005/8/layout/process3#1"/>
    <dgm:cxn modelId="{E12F0917-C70E-4BFD-A356-F4736161074E}" type="presParOf" srcId="{537EFF73-660F-4576-BE9F-9CBFF99A026F}" destId="{36DAE28C-D040-4D10-8B58-AD362B328C2A}" srcOrd="1" destOrd="0" presId="urn:microsoft.com/office/officeart/2005/8/layout/process3#1"/>
    <dgm:cxn modelId="{6ADB81D0-E6FD-407E-9900-2AA66AF7FCBD}" type="presParOf" srcId="{537EFF73-660F-4576-BE9F-9CBFF99A026F}" destId="{D95F0515-B6EB-4884-9C58-E27D272A34C0}" srcOrd="2" destOrd="0" presId="urn:microsoft.com/office/officeart/2005/8/layout/process3#1"/>
    <dgm:cxn modelId="{F6FFA4FF-8ACC-43DC-A6B7-46D5673E03F3}" type="presParOf" srcId="{F82FB510-7AF3-4EFC-8DD3-AB31E9B359E9}" destId="{6866FFA6-91D2-43CB-8F22-B66D15ADFDDC}" srcOrd="1" destOrd="0" presId="urn:microsoft.com/office/officeart/2005/8/layout/process3#1"/>
    <dgm:cxn modelId="{A1A43E6E-0DFB-4584-9DCA-A6D7BC690563}" type="presParOf" srcId="{6866FFA6-91D2-43CB-8F22-B66D15ADFDDC}" destId="{D6BD17CF-2B56-4D82-A343-BF27E5BBC9AE}" srcOrd="0" destOrd="0" presId="urn:microsoft.com/office/officeart/2005/8/layout/process3#1"/>
    <dgm:cxn modelId="{4CE0A56B-3F67-423D-A3E3-9BD21CB945E8}" type="presParOf" srcId="{F82FB510-7AF3-4EFC-8DD3-AB31E9B359E9}" destId="{39E5F363-F989-40AE-BB5A-0765C8C56237}" srcOrd="2" destOrd="0" presId="urn:microsoft.com/office/officeart/2005/8/layout/process3#1"/>
    <dgm:cxn modelId="{B38971FA-5935-4B06-9349-8CA3AF6A5758}" type="presParOf" srcId="{39E5F363-F989-40AE-BB5A-0765C8C56237}" destId="{65C20C9F-3308-40F8-B9A3-708EB1642004}" srcOrd="0" destOrd="0" presId="urn:microsoft.com/office/officeart/2005/8/layout/process3#1"/>
    <dgm:cxn modelId="{41EA94B6-AADD-4219-B0F2-22EC79E4CB81}" type="presParOf" srcId="{39E5F363-F989-40AE-BB5A-0765C8C56237}" destId="{A13F9062-A15A-4D17-B1D0-3F858FC5BDC1}" srcOrd="1" destOrd="0" presId="urn:microsoft.com/office/officeart/2005/8/layout/process3#1"/>
    <dgm:cxn modelId="{FD3D340C-C3A1-49DF-B8BF-A9D5D9C971E2}" type="presParOf" srcId="{39E5F363-F989-40AE-BB5A-0765C8C56237}" destId="{E71C5A71-3036-48F4-955A-6549401E807D}" srcOrd="2" destOrd="0" presId="urn:microsoft.com/office/officeart/2005/8/layout/process3#1"/>
    <dgm:cxn modelId="{2222F2CA-0945-4FF6-BB35-2EA4A775699C}" type="presParOf" srcId="{F82FB510-7AF3-4EFC-8DD3-AB31E9B359E9}" destId="{200434D7-F028-4F2C-90B9-7F5A9B896A9B}" srcOrd="3" destOrd="0" presId="urn:microsoft.com/office/officeart/2005/8/layout/process3#1"/>
    <dgm:cxn modelId="{7B3C7F81-CA73-4F83-B6B6-206A3A8B9EB8}" type="presParOf" srcId="{200434D7-F028-4F2C-90B9-7F5A9B896A9B}" destId="{6DC30A4B-D48D-4416-B1D4-8A976C6FA035}" srcOrd="0" destOrd="0" presId="urn:microsoft.com/office/officeart/2005/8/layout/process3#1"/>
    <dgm:cxn modelId="{217E76F1-E8DD-4960-852E-C4F95091E9E5}" type="presParOf" srcId="{F82FB510-7AF3-4EFC-8DD3-AB31E9B359E9}" destId="{BD11190B-43B3-42AF-BF60-E8337179BD6F}" srcOrd="4" destOrd="0" presId="urn:microsoft.com/office/officeart/2005/8/layout/process3#1"/>
    <dgm:cxn modelId="{68012465-816B-42E4-AC98-630AD2AA6E2D}" type="presParOf" srcId="{BD11190B-43B3-42AF-BF60-E8337179BD6F}" destId="{F716EBC9-6D1A-48F8-AFA9-6B96088E94DB}" srcOrd="0" destOrd="0" presId="urn:microsoft.com/office/officeart/2005/8/layout/process3#1"/>
    <dgm:cxn modelId="{66A01EBC-1E2C-40D2-A8FA-311424027676}" type="presParOf" srcId="{BD11190B-43B3-42AF-BF60-E8337179BD6F}" destId="{6D41EBCE-B962-4CEE-B71E-5766320E8652}" srcOrd="1" destOrd="0" presId="urn:microsoft.com/office/officeart/2005/8/layout/process3#1"/>
    <dgm:cxn modelId="{1227FBCC-EB17-4E28-AC72-2175E87FEF29}" type="presParOf" srcId="{BD11190B-43B3-42AF-BF60-E8337179BD6F}" destId="{175E7E95-A5E4-4760-8BA4-B4A5E821985C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colorful4#2" csCatId="colorful" phldr="1"/>
      <dgm:spPr/>
      <dgm:t>
        <a:bodyPr/>
        <a:lstStyle/>
        <a:p>
          <a:endParaRPr lang="es-ES"/>
        </a:p>
      </dgm:t>
    </dgm:pt>
    <dgm:pt modelId="{825E673D-2F1C-4216-9854-3B160DB254FF}">
      <dgm:prSet phldr="0"/>
      <dgm:spPr/>
      <dgm:t>
        <a:bodyPr/>
        <a:lstStyle/>
        <a:p>
          <a:pPr algn="l" rtl="0"/>
          <a:r>
            <a:rPr lang="es-ES" sz="1800"/>
            <a:t>ICMPv4 es un protocolo auxiliar de la capa de red (Capa 3).</a:t>
          </a:r>
          <a:endParaRPr lang="es-ES" sz="1800">
            <a:latin typeface="Arial"/>
          </a:endParaRPr>
        </a:p>
      </dgm:t>
    </dgm:pt>
    <dgm:pt modelId="{04651AB9-90D8-490D-B7BE-E388B8B46592}" type="parTrans" cxnId="{CBF6A3C5-AD0E-409C-A997-FDBAA016AB0B}">
      <dgm:prSet/>
      <dgm:spPr/>
    </dgm:pt>
    <dgm:pt modelId="{48F1674C-6D26-4402-8A9A-16353865A98E}" type="sibTrans" cxnId="{CBF6A3C5-AD0E-409C-A997-FDBAA016AB0B}">
      <dgm:prSet/>
      <dgm:spPr/>
    </dgm:pt>
    <dgm:pt modelId="{F5899116-6B94-43BF-BAA8-F1C69AA954C0}">
      <dgm:prSet phldr="0"/>
      <dgm:spPr/>
      <dgm:t>
        <a:bodyPr/>
        <a:lstStyle/>
        <a:p>
          <a:pPr algn="l"/>
          <a:r>
            <a:rPr lang="es-ES" sz="1800"/>
            <a:t>Sus mensajes viajan encapsulados dentro de datagramas IP.</a:t>
          </a:r>
          <a:endParaRPr lang="es-ES"/>
        </a:p>
      </dgm:t>
    </dgm:pt>
    <dgm:pt modelId="{2D84F16E-F54C-473C-B097-E7900409EF69}" type="parTrans" cxnId="{6A48896F-55BF-4725-860C-36BF1D3BC96B}">
      <dgm:prSet/>
      <dgm:spPr/>
    </dgm:pt>
    <dgm:pt modelId="{74F42FC8-D8EF-4D9A-B64D-98115EA4DBFA}" type="sibTrans" cxnId="{6A48896F-55BF-4725-860C-36BF1D3BC96B}">
      <dgm:prSet/>
      <dgm:spPr/>
    </dgm:pt>
    <dgm:pt modelId="{EF4EE425-62C9-4E66-AAE6-D6733ADE0BA0}">
      <dgm:prSet phldr="0"/>
      <dgm:spPr/>
      <dgm:t>
        <a:bodyPr/>
        <a:lstStyle/>
        <a:p>
          <a:pPr algn="l"/>
          <a:r>
            <a:rPr lang="es-ES" sz="1800"/>
            <a:t>El mensaje ICMP posee un encabezado fijo de 8 bytes seguido de datos variables.</a:t>
          </a:r>
          <a:endParaRPr lang="es-ES"/>
        </a:p>
      </dgm:t>
    </dgm:pt>
    <dgm:pt modelId="{3924E0AF-7C1E-451D-9E72-CF2AEC49C9A5}" type="parTrans" cxnId="{6F8BD118-8E4F-45EF-A4AD-3FA50F5E546D}">
      <dgm:prSet/>
      <dgm:spPr/>
    </dgm:pt>
    <dgm:pt modelId="{9585666D-6457-4AB5-BAD6-BC41AB60F989}" type="sibTrans" cxnId="{6F8BD118-8E4F-45EF-A4AD-3FA50F5E546D}">
      <dgm:prSet/>
      <dgm:spPr/>
    </dgm:pt>
    <dgm:pt modelId="{B8667D89-5D3C-479B-A967-3700A1C03749}">
      <dgm:prSet phldr="0"/>
      <dgm:spPr/>
      <dgm:t>
        <a:bodyPr/>
        <a:lstStyle/>
        <a:p>
          <a:pPr algn="l"/>
          <a:r>
            <a:rPr lang="es-ES" sz="1800"/>
            <a:t>El encabezado define el tipo de mensaje, su causa específica y su integridad.</a:t>
          </a:r>
          <a:endParaRPr lang="es-ES"/>
        </a:p>
      </dgm:t>
    </dgm:pt>
    <dgm:pt modelId="{FD3349AE-7205-48E4-8E89-613FFA0A47E0}" type="parTrans" cxnId="{4B5F586B-F0E3-49C2-9DF3-47FCBE7F22FE}">
      <dgm:prSet/>
      <dgm:spPr/>
    </dgm:pt>
    <dgm:pt modelId="{6A66AC82-E48C-4BDA-A773-6A6487FF6CAE}" type="sibTrans" cxnId="{4B5F586B-F0E3-49C2-9DF3-47FCBE7F22FE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E1CFFEB7-7534-4911-BD4C-D34689339F77}" type="pres">
      <dgm:prSet presAssocID="{825E673D-2F1C-4216-9854-3B160DB254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D6EA2A-D72B-4BD4-84A4-89395D9499C5}" type="pres">
      <dgm:prSet presAssocID="{48F1674C-6D26-4402-8A9A-16353865A98E}" presName="spacer" presStyleCnt="0"/>
      <dgm:spPr/>
    </dgm:pt>
    <dgm:pt modelId="{786A8EF5-D9AF-49E3-8228-FDD660B2E689}" type="pres">
      <dgm:prSet presAssocID="{F5899116-6B94-43BF-BAA8-F1C69AA954C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D13258-EB5B-4215-BB49-D85CED5FAF2A}" type="pres">
      <dgm:prSet presAssocID="{74F42FC8-D8EF-4D9A-B64D-98115EA4DBFA}" presName="spacer" presStyleCnt="0"/>
      <dgm:spPr/>
    </dgm:pt>
    <dgm:pt modelId="{B121C9E8-952F-4428-A762-C50BD8CF0D7A}" type="pres">
      <dgm:prSet presAssocID="{EF4EE425-62C9-4E66-AAE6-D6733ADE0B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911316-F61E-4381-A793-792FA847451E}" type="pres">
      <dgm:prSet presAssocID="{9585666D-6457-4AB5-BAD6-BC41AB60F989}" presName="spacer" presStyleCnt="0"/>
      <dgm:spPr/>
    </dgm:pt>
    <dgm:pt modelId="{501B539C-2A3D-4468-89A1-BF591B167C5F}" type="pres">
      <dgm:prSet presAssocID="{B8667D89-5D3C-479B-A967-3700A1C037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F8BD118-8E4F-45EF-A4AD-3FA50F5E546D}" srcId="{6EF664F3-8B9C-498D-A0B3-DBE5AD178739}" destId="{EF4EE425-62C9-4E66-AAE6-D6733ADE0BA0}" srcOrd="2" destOrd="0" parTransId="{3924E0AF-7C1E-451D-9E72-CF2AEC49C9A5}" sibTransId="{9585666D-6457-4AB5-BAD6-BC41AB60F989}"/>
    <dgm:cxn modelId="{0780581B-78A7-40CE-A34D-242812FADF53}" type="presOf" srcId="{B8667D89-5D3C-479B-A967-3700A1C03749}" destId="{501B539C-2A3D-4468-89A1-BF591B167C5F}" srcOrd="0" destOrd="0" presId="urn:microsoft.com/office/officeart/2005/8/layout/vList2#1"/>
    <dgm:cxn modelId="{4DBE1263-9392-47B0-9641-41BC7A8EE662}" type="presOf" srcId="{825E673D-2F1C-4216-9854-3B160DB254FF}" destId="{E1CFFEB7-7534-4911-BD4C-D34689339F77}" srcOrd="0" destOrd="0" presId="urn:microsoft.com/office/officeart/2005/8/layout/vList2#1"/>
    <dgm:cxn modelId="{4B5F586B-F0E3-49C2-9DF3-47FCBE7F22FE}" srcId="{6EF664F3-8B9C-498D-A0B3-DBE5AD178739}" destId="{B8667D89-5D3C-479B-A967-3700A1C03749}" srcOrd="3" destOrd="0" parTransId="{FD3349AE-7205-48E4-8E89-613FFA0A47E0}" sibTransId="{6A66AC82-E48C-4BDA-A773-6A6487FF6CAE}"/>
    <dgm:cxn modelId="{DCB1336C-3ACB-46C7-A470-60EF83BD52CE}" type="presOf" srcId="{6EF664F3-8B9C-498D-A0B3-DBE5AD178739}" destId="{B5AC36EA-E17B-4931-B378-BDAD64C979F2}" srcOrd="0" destOrd="0" presId="urn:microsoft.com/office/officeart/2005/8/layout/vList2#1"/>
    <dgm:cxn modelId="{6A48896F-55BF-4725-860C-36BF1D3BC96B}" srcId="{6EF664F3-8B9C-498D-A0B3-DBE5AD178739}" destId="{F5899116-6B94-43BF-BAA8-F1C69AA954C0}" srcOrd="1" destOrd="0" parTransId="{2D84F16E-F54C-473C-B097-E7900409EF69}" sibTransId="{74F42FC8-D8EF-4D9A-B64D-98115EA4DBFA}"/>
    <dgm:cxn modelId="{95A2005A-06DC-4C9F-8801-D1837B155DDB}" type="presOf" srcId="{F5899116-6B94-43BF-BAA8-F1C69AA954C0}" destId="{786A8EF5-D9AF-49E3-8228-FDD660B2E689}" srcOrd="0" destOrd="0" presId="urn:microsoft.com/office/officeart/2005/8/layout/vList2#1"/>
    <dgm:cxn modelId="{1DAE95C2-AE1B-4822-B440-284CE706437F}" type="presOf" srcId="{EF4EE425-62C9-4E66-AAE6-D6733ADE0BA0}" destId="{B121C9E8-952F-4428-A762-C50BD8CF0D7A}" srcOrd="0" destOrd="0" presId="urn:microsoft.com/office/officeart/2005/8/layout/vList2#1"/>
    <dgm:cxn modelId="{CBF6A3C5-AD0E-409C-A997-FDBAA016AB0B}" srcId="{6EF664F3-8B9C-498D-A0B3-DBE5AD178739}" destId="{825E673D-2F1C-4216-9854-3B160DB254FF}" srcOrd="0" destOrd="0" parTransId="{04651AB9-90D8-490D-B7BE-E388B8B46592}" sibTransId="{48F1674C-6D26-4402-8A9A-16353865A98E}"/>
    <dgm:cxn modelId="{357EEDB3-1C3E-4187-BE14-212309084116}" type="presParOf" srcId="{B5AC36EA-E17B-4931-B378-BDAD64C979F2}" destId="{E1CFFEB7-7534-4911-BD4C-D34689339F77}" srcOrd="0" destOrd="0" presId="urn:microsoft.com/office/officeart/2005/8/layout/vList2#1"/>
    <dgm:cxn modelId="{5C1A1AA8-644F-43BF-AAEA-4DBB44D5217A}" type="presParOf" srcId="{B5AC36EA-E17B-4931-B378-BDAD64C979F2}" destId="{11D6EA2A-D72B-4BD4-84A4-89395D9499C5}" srcOrd="1" destOrd="0" presId="urn:microsoft.com/office/officeart/2005/8/layout/vList2#1"/>
    <dgm:cxn modelId="{032CB84F-4800-4EE2-AFDF-7361CD79AF46}" type="presParOf" srcId="{B5AC36EA-E17B-4931-B378-BDAD64C979F2}" destId="{786A8EF5-D9AF-49E3-8228-FDD660B2E689}" srcOrd="2" destOrd="0" presId="urn:microsoft.com/office/officeart/2005/8/layout/vList2#1"/>
    <dgm:cxn modelId="{24255227-0CFC-4719-9D7F-877E25E966AE}" type="presParOf" srcId="{B5AC36EA-E17B-4931-B378-BDAD64C979F2}" destId="{B9D13258-EB5B-4215-BB49-D85CED5FAF2A}" srcOrd="3" destOrd="0" presId="urn:microsoft.com/office/officeart/2005/8/layout/vList2#1"/>
    <dgm:cxn modelId="{A040F9F4-F79A-42A5-8640-DE3AFE45741F}" type="presParOf" srcId="{B5AC36EA-E17B-4931-B378-BDAD64C979F2}" destId="{B121C9E8-952F-4428-A762-C50BD8CF0D7A}" srcOrd="4" destOrd="0" presId="urn:microsoft.com/office/officeart/2005/8/layout/vList2#1"/>
    <dgm:cxn modelId="{ED2CA74B-6655-471B-9A4F-405CCA6EDF70}" type="presParOf" srcId="{B5AC36EA-E17B-4931-B378-BDAD64C979F2}" destId="{89911316-F61E-4381-A793-792FA847451E}" srcOrd="5" destOrd="0" presId="urn:microsoft.com/office/officeart/2005/8/layout/vList2#1"/>
    <dgm:cxn modelId="{B4C401BD-24AB-489A-8133-BD1A11C6F44C}" type="presParOf" srcId="{B5AC36EA-E17B-4931-B378-BDAD64C979F2}" destId="{501B539C-2A3D-4468-89A1-BF591B167C5F}" srcOrd="6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pPr rtl="0"/>
          <a:r>
            <a:rPr lang="es-EC" b="1"/>
            <a:t>Campo Type </a:t>
          </a:r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69AD657D-DD35-4C5F-890C-4459F784FA6E}">
      <dgm:prSet phldrT="[Texto]"/>
      <dgm:spPr/>
      <dgm:t>
        <a:bodyPr/>
        <a:lstStyle/>
        <a:p>
          <a:pPr algn="l" rtl="0"/>
          <a:r>
            <a:rPr lang="es-ES" sz="1400"/>
            <a:t>Campo de 8 bits que identifica la </a:t>
          </a:r>
          <a:r>
            <a:rPr lang="es-ES" sz="1400" b="1"/>
            <a:t>categoría principal</a:t>
          </a:r>
          <a:r>
            <a:rPr lang="es-ES" sz="1400"/>
            <a:t> del mensaje ICMP.</a:t>
          </a:r>
        </a:p>
      </dgm:t>
    </dgm:pt>
    <dgm:pt modelId="{B8B20F21-817C-40C2-A385-44AFBC7828E3}" type="parTrans" cxnId="{CC46C340-6E5C-48FD-BA52-34B4EABFC045}">
      <dgm:prSet/>
      <dgm:spPr/>
      <dgm:t>
        <a:bodyPr/>
        <a:lstStyle/>
        <a:p>
          <a:endParaRPr lang="es-ES"/>
        </a:p>
      </dgm:t>
    </dgm:pt>
    <dgm:pt modelId="{2EF7016D-78FD-4660-B782-AF6B11224173}" type="sibTrans" cxnId="{CC46C340-6E5C-48FD-BA52-34B4EABFC045}">
      <dgm:prSet/>
      <dgm:spPr/>
      <dgm:t>
        <a:bodyPr/>
        <a:lstStyle/>
        <a:p>
          <a:endParaRPr lang="es-ES"/>
        </a:p>
      </dgm:t>
    </dgm:pt>
    <dgm:pt modelId="{AE55BC00-5EA2-404A-8D44-6B6A6359E1E2}">
      <dgm:prSet phldr="0"/>
      <dgm:spPr/>
      <dgm:t>
        <a:bodyPr/>
        <a:lstStyle/>
        <a:p>
          <a:pPr algn="l" rtl="0"/>
          <a:r>
            <a:rPr lang="es-ES" sz="1800" b="1"/>
            <a:t>Campo Checksum</a:t>
          </a:r>
          <a:endParaRPr lang="es-ES" sz="1800" b="1">
            <a:latin typeface="Arial"/>
            <a:cs typeface="Arial" panose="020B0604020202020204"/>
          </a:endParaRPr>
        </a:p>
      </dgm:t>
    </dgm:pt>
    <dgm:pt modelId="{AE96A0F0-4EF4-4C01-B44A-0C3545345992}" type="parTrans" cxnId="{EDE5F270-C032-41C6-AFB8-853368BE49D9}">
      <dgm:prSet/>
      <dgm:spPr/>
    </dgm:pt>
    <dgm:pt modelId="{C556A167-9680-4C42-B052-BDD53562CF4D}" type="sibTrans" cxnId="{EDE5F270-C032-41C6-AFB8-853368BE49D9}">
      <dgm:prSet/>
      <dgm:spPr/>
      <dgm:t>
        <a:bodyPr/>
        <a:lstStyle/>
        <a:p>
          <a:endParaRPr lang="es-ES"/>
        </a:p>
      </dgm:t>
    </dgm:pt>
    <dgm:pt modelId="{5B3144E1-6C2F-4BE1-B4A7-3C7766BB48A1}">
      <dgm:prSet phldr="0"/>
      <dgm:spPr/>
      <dgm:t>
        <a:bodyPr/>
        <a:lstStyle/>
        <a:p>
          <a:pPr algn="l"/>
          <a:r>
            <a:rPr lang="es-ES"/>
            <a:t>Determina si el mensaje es de error, consulta o respuesta.</a:t>
          </a:r>
        </a:p>
      </dgm:t>
    </dgm:pt>
    <dgm:pt modelId="{D70D9693-0918-4683-B693-E8B13815681E}" type="parTrans" cxnId="{41B14C33-9B85-47F4-9655-20D35F17FB67}">
      <dgm:prSet/>
      <dgm:spPr/>
    </dgm:pt>
    <dgm:pt modelId="{6A0B6725-CA4E-4C59-BCB4-92E728CD4571}" type="sibTrans" cxnId="{41B14C33-9B85-47F4-9655-20D35F17FB67}">
      <dgm:prSet/>
      <dgm:spPr/>
    </dgm:pt>
    <dgm:pt modelId="{1BCDA809-8635-4C74-B6ED-674EFD4DE15A}">
      <dgm:prSet phldr="0"/>
      <dgm:spPr/>
      <dgm:t>
        <a:bodyPr/>
        <a:lstStyle/>
        <a:p>
          <a:pPr algn="l"/>
          <a:r>
            <a:rPr lang="es-ES" sz="1000" b="1"/>
            <a:t>Tipo 3: </a:t>
          </a:r>
          <a:r>
            <a:rPr lang="es-ES" sz="1000" b="1" i="1"/>
            <a:t>Destination Unreachable</a:t>
          </a:r>
          <a:endParaRPr lang="es-ES" sz="1000" b="1"/>
        </a:p>
      </dgm:t>
    </dgm:pt>
    <dgm:pt modelId="{2BCB207B-0AFE-4E71-8A62-1AD3EB17A2F6}" type="parTrans" cxnId="{4A43D2DA-5D5B-42AC-997D-AEA5C486195D}">
      <dgm:prSet/>
      <dgm:spPr/>
    </dgm:pt>
    <dgm:pt modelId="{E79A6307-792F-4751-96CA-61FBDA523111}" type="sibTrans" cxnId="{4A43D2DA-5D5B-42AC-997D-AEA5C486195D}">
      <dgm:prSet/>
      <dgm:spPr/>
      <dgm:t>
        <a:bodyPr/>
        <a:lstStyle/>
        <a:p>
          <a:endParaRPr lang="en-US"/>
        </a:p>
      </dgm:t>
    </dgm:pt>
    <dgm:pt modelId="{77A2642A-2CD1-4EF6-8FFE-BF83F2E9B922}">
      <dgm:prSet phldr="0"/>
      <dgm:spPr/>
      <dgm:t>
        <a:bodyPr/>
        <a:lstStyle/>
        <a:p>
          <a:pPr algn="l" rtl="0"/>
          <a:r>
            <a:rPr lang="es-ES" sz="1000" b="1">
              <a:latin typeface="Arial"/>
            </a:rPr>
            <a:t>Tipo</a:t>
          </a:r>
          <a:r>
            <a:rPr lang="es-ES" sz="1000" b="1"/>
            <a:t> 8: </a:t>
          </a:r>
          <a:r>
            <a:rPr lang="es-ES" sz="1000" b="1" i="1"/>
            <a:t>Echo Request</a:t>
          </a:r>
          <a:endParaRPr lang="es-ES" sz="1000" b="1"/>
        </a:p>
      </dgm:t>
    </dgm:pt>
    <dgm:pt modelId="{12C56445-357E-4739-81DE-5670DBF1D55A}" type="parTrans" cxnId="{00C9BBD1-1097-4754-96CA-7409AB9E59DF}">
      <dgm:prSet/>
      <dgm:spPr/>
    </dgm:pt>
    <dgm:pt modelId="{99A030E4-0D89-4A3D-80CF-5B492AE3B449}" type="sibTrans" cxnId="{00C9BBD1-1097-4754-96CA-7409AB9E59DF}">
      <dgm:prSet/>
      <dgm:spPr/>
      <dgm:t>
        <a:bodyPr/>
        <a:lstStyle/>
        <a:p>
          <a:endParaRPr lang="en-US"/>
        </a:p>
      </dgm:t>
    </dgm:pt>
    <dgm:pt modelId="{DCA0D21C-0ACA-41C5-B7B0-C0B847A53A61}">
      <dgm:prSet phldr="0"/>
      <dgm:spPr/>
      <dgm:t>
        <a:bodyPr/>
        <a:lstStyle/>
        <a:p>
          <a:pPr algn="l"/>
          <a:r>
            <a:rPr lang="es-ES" sz="1000" b="1"/>
            <a:t>Tipo 0: </a:t>
          </a:r>
          <a:r>
            <a:rPr lang="es-ES" sz="1000" b="1" i="1"/>
            <a:t>Echo Reply</a:t>
          </a:r>
          <a:endParaRPr lang="en-US" sz="1000" b="1"/>
        </a:p>
      </dgm:t>
    </dgm:pt>
    <dgm:pt modelId="{2336ADF0-814C-40BE-A91B-498514344185}" type="parTrans" cxnId="{D1DEFFD1-A5B1-4D0B-9B3B-22C92F38EF98}">
      <dgm:prSet/>
      <dgm:spPr/>
    </dgm:pt>
    <dgm:pt modelId="{E2128B7D-29C8-4100-BAB2-44590B239A9B}" type="sibTrans" cxnId="{D1DEFFD1-A5B1-4D0B-9B3B-22C92F38EF98}">
      <dgm:prSet/>
      <dgm:spPr/>
      <dgm:t>
        <a:bodyPr/>
        <a:lstStyle/>
        <a:p>
          <a:endParaRPr lang="en-US"/>
        </a:p>
      </dgm:t>
    </dgm:pt>
    <dgm:pt modelId="{ABD25843-2A34-4433-80D8-B79A66ADFF46}">
      <dgm:prSet phldr="0"/>
      <dgm:spPr/>
      <dgm:t>
        <a:bodyPr/>
        <a:lstStyle/>
        <a:p>
          <a:pPr algn="l" rtl="0"/>
          <a:r>
            <a:rPr lang="es-ES" sz="1400">
              <a:latin typeface="Arial"/>
            </a:rPr>
            <a:t>Permite al sistema decidir cómo procesar el mensaje.</a:t>
          </a:r>
          <a:endParaRPr lang="es-ES" sz="1400">
            <a:latin typeface="Arial"/>
            <a:cs typeface="Arial" panose="020B0604020202020204"/>
          </a:endParaRPr>
        </a:p>
      </dgm:t>
    </dgm:pt>
    <dgm:pt modelId="{720BB72E-07FF-4D0E-9DA9-CD9949D4A4A5}" type="parTrans" cxnId="{14D29DEA-3F0B-4A2C-843A-2D6C1BB536F1}">
      <dgm:prSet/>
      <dgm:spPr/>
    </dgm:pt>
    <dgm:pt modelId="{356B84C5-50BF-4242-9719-BEB95E79A48C}" type="sibTrans" cxnId="{14D29DEA-3F0B-4A2C-843A-2D6C1BB536F1}">
      <dgm:prSet/>
      <dgm:spPr/>
    </dgm:pt>
    <dgm:pt modelId="{CCC042AA-E67A-4FE1-BDB6-4B64AF7A90B7}">
      <dgm:prSet phldr="0"/>
      <dgm:spPr/>
      <dgm:t>
        <a:bodyPr/>
        <a:lstStyle/>
        <a:p>
          <a:pPr rtl="0"/>
          <a:r>
            <a:rPr lang="es-ES" sz="2200" b="1"/>
            <a:t>Campo Code</a:t>
          </a:r>
        </a:p>
      </dgm:t>
    </dgm:pt>
    <dgm:pt modelId="{DA0DB2BC-7B3D-4DFC-BFA9-16063C0F2730}" type="parTrans" cxnId="{61447D49-D571-428C-8CD3-BDD25FDD2587}">
      <dgm:prSet/>
      <dgm:spPr/>
    </dgm:pt>
    <dgm:pt modelId="{F5248780-7746-4C88-8C4D-4AA43F67CBC4}" type="sibTrans" cxnId="{61447D49-D571-428C-8CD3-BDD25FDD2587}">
      <dgm:prSet/>
      <dgm:spPr/>
      <dgm:t>
        <a:bodyPr/>
        <a:lstStyle/>
        <a:p>
          <a:endParaRPr lang="en-US"/>
        </a:p>
      </dgm:t>
    </dgm:pt>
    <dgm:pt modelId="{A019AA00-56A5-4B0E-8CC1-8C1A2118593A}">
      <dgm:prSet phldr="0"/>
      <dgm:spPr/>
      <dgm:t>
        <a:bodyPr/>
        <a:lstStyle/>
        <a:p>
          <a:pPr algn="l" rtl="0"/>
          <a:r>
            <a:rPr lang="es-ES" sz="1000"/>
            <a:t>Campo de 8 bits que </a:t>
          </a:r>
          <a:r>
            <a:rPr lang="es-ES" sz="1000" b="1"/>
            <a:t>detalla la causa exacta</a:t>
          </a:r>
          <a:r>
            <a:rPr lang="es-ES" sz="1000"/>
            <a:t> del mensaje.</a:t>
          </a:r>
          <a:endParaRPr lang="es-ES" sz="1000">
            <a:latin typeface="Arial"/>
            <a:cs typeface="Arial" panose="020B0604020202020204"/>
          </a:endParaRPr>
        </a:p>
      </dgm:t>
    </dgm:pt>
    <dgm:pt modelId="{6C940A47-3542-4F7C-A1A8-ED3232DD5540}" type="parTrans" cxnId="{2AB62E4F-2B1E-4D78-963C-A8538ADCE837}">
      <dgm:prSet/>
      <dgm:spPr/>
    </dgm:pt>
    <dgm:pt modelId="{9E95024A-561D-432E-A40E-367A80DD23DF}" type="sibTrans" cxnId="{2AB62E4F-2B1E-4D78-963C-A8538ADCE837}">
      <dgm:prSet/>
      <dgm:spPr/>
      <dgm:t>
        <a:bodyPr/>
        <a:lstStyle/>
        <a:p>
          <a:endParaRPr lang="en-US"/>
        </a:p>
      </dgm:t>
    </dgm:pt>
    <dgm:pt modelId="{B2A9D6C6-2E42-458C-8520-0563A484BD74}">
      <dgm:prSet phldr="0"/>
      <dgm:spPr/>
      <dgm:t>
        <a:bodyPr/>
        <a:lstStyle/>
        <a:p>
          <a:pPr algn="l"/>
          <a:r>
            <a:rPr lang="es-ES" sz="1400"/>
            <a:t>Complementa al campo Type.</a:t>
          </a:r>
          <a:endParaRPr lang="es-ES"/>
        </a:p>
      </dgm:t>
    </dgm:pt>
    <dgm:pt modelId="{A9FAD0A0-3234-4333-81C0-BC3271DACA30}" type="parTrans" cxnId="{31D0A63D-8553-4C8E-BEEE-C9A8D498ED73}">
      <dgm:prSet/>
      <dgm:spPr/>
    </dgm:pt>
    <dgm:pt modelId="{CC841021-FD68-45BE-AF64-C5E9A17B62AD}" type="sibTrans" cxnId="{31D0A63D-8553-4C8E-BEEE-C9A8D498ED73}">
      <dgm:prSet/>
      <dgm:spPr/>
    </dgm:pt>
    <dgm:pt modelId="{513191A1-838C-414E-B93A-B5205B851C69}">
      <dgm:prSet phldr="0"/>
      <dgm:spPr/>
      <dgm:t>
        <a:bodyPr/>
        <a:lstStyle/>
        <a:p>
          <a:pPr algn="l"/>
          <a:r>
            <a:rPr lang="es-ES" sz="1400"/>
            <a:t>Un mismo tipo puede tener múltiples códigos.</a:t>
          </a:r>
          <a:endParaRPr lang="es-ES"/>
        </a:p>
      </dgm:t>
    </dgm:pt>
    <dgm:pt modelId="{A6F681E2-4B41-49EC-8E75-592E00CF4D22}" type="parTrans" cxnId="{F811B29F-BB33-4D1A-A307-51FBA5B88746}">
      <dgm:prSet/>
      <dgm:spPr/>
    </dgm:pt>
    <dgm:pt modelId="{0D93EF1C-5C2D-47A7-AC51-EBB7EED42699}" type="sibTrans" cxnId="{F811B29F-BB33-4D1A-A307-51FBA5B88746}">
      <dgm:prSet/>
      <dgm:spPr/>
    </dgm:pt>
    <dgm:pt modelId="{09749ED4-9723-4B02-B8D6-90DFE16C27C5}">
      <dgm:prSet phldr="0"/>
      <dgm:spPr/>
      <dgm:t>
        <a:bodyPr/>
        <a:lstStyle/>
        <a:p>
          <a:pPr algn="l"/>
          <a:r>
            <a:rPr lang="es-ES" sz="1400"/>
            <a:t>Permite distinguir con precisión el origen del problema en la red.</a:t>
          </a:r>
          <a:endParaRPr lang="es-ES"/>
        </a:p>
      </dgm:t>
    </dgm:pt>
    <dgm:pt modelId="{C0FFF73B-8BFB-4734-8754-7F7A36E8113C}" type="parTrans" cxnId="{0C5C9174-7634-4D70-BCBA-D18BAF301134}">
      <dgm:prSet/>
      <dgm:spPr/>
    </dgm:pt>
    <dgm:pt modelId="{28680DF0-BA72-434B-94F5-3CE5FE706CFC}" type="sibTrans" cxnId="{0C5C9174-7634-4D70-BCBA-D18BAF301134}">
      <dgm:prSet/>
      <dgm:spPr/>
    </dgm:pt>
    <dgm:pt modelId="{0A4EBCAD-0229-4BE5-95EF-A955774A4BA4}">
      <dgm:prSet phldr="0"/>
      <dgm:spPr/>
      <dgm:t>
        <a:bodyPr/>
        <a:lstStyle/>
        <a:p>
          <a:pPr algn="l" rtl="0"/>
          <a:r>
            <a:rPr lang="es-ES" sz="1000" b="0"/>
            <a:t>Campo de 16 bits que asegura la </a:t>
          </a:r>
          <a:r>
            <a:rPr lang="es-ES" sz="1000" b="1"/>
            <a:t>integridad del mensaje ICMP</a:t>
          </a:r>
          <a:r>
            <a:rPr lang="es-ES" sz="1000" b="0"/>
            <a:t>.</a:t>
          </a:r>
          <a:endParaRPr lang="es-ES" sz="1000" b="1">
            <a:latin typeface="Arial"/>
            <a:cs typeface="Arial" panose="020B0604020202020204"/>
          </a:endParaRPr>
        </a:p>
      </dgm:t>
    </dgm:pt>
    <dgm:pt modelId="{7A69721A-38EA-4AAD-9D18-FBDA1FA31E19}" type="parTrans" cxnId="{6DE3DAAC-930C-421D-B8E8-529CFB1A9172}">
      <dgm:prSet/>
      <dgm:spPr/>
    </dgm:pt>
    <dgm:pt modelId="{9E9C2E7B-07C1-4EBC-9B12-1AED0C8ECF14}" type="sibTrans" cxnId="{6DE3DAAC-930C-421D-B8E8-529CFB1A9172}">
      <dgm:prSet/>
      <dgm:spPr/>
    </dgm:pt>
    <dgm:pt modelId="{27F2CE1C-1530-401E-AE1C-6BCE81575040}">
      <dgm:prSet phldr="0"/>
      <dgm:spPr/>
      <dgm:t>
        <a:bodyPr/>
        <a:lstStyle/>
        <a:p>
          <a:pPr algn="l"/>
          <a:r>
            <a:rPr lang="es-ES" sz="1400" b="0"/>
            <a:t>Se calcula sobre todo el mensaje ICMP (encabezado + datos).</a:t>
          </a:r>
          <a:endParaRPr lang="es-ES"/>
        </a:p>
      </dgm:t>
    </dgm:pt>
    <dgm:pt modelId="{A0ED92CB-8DA1-4110-97DE-E01040C65A1A}" type="parTrans" cxnId="{A68F7530-A216-4B4B-934B-284272A79610}">
      <dgm:prSet/>
      <dgm:spPr/>
    </dgm:pt>
    <dgm:pt modelId="{E94095DF-D826-4FD3-886B-5513939D9B5B}" type="sibTrans" cxnId="{A68F7530-A216-4B4B-934B-284272A79610}">
      <dgm:prSet/>
      <dgm:spPr/>
    </dgm:pt>
    <dgm:pt modelId="{057BB812-46C8-4AA1-B96E-0BBF99DB2D20}">
      <dgm:prSet phldr="0"/>
      <dgm:spPr/>
      <dgm:t>
        <a:bodyPr/>
        <a:lstStyle/>
        <a:p>
          <a:pPr algn="l"/>
          <a:r>
            <a:rPr lang="es-ES" sz="1400" b="0"/>
            <a:t>Evita que información de control corrupta cause decisiones erróneas en routers o hosts.</a:t>
          </a:r>
          <a:endParaRPr lang="es-ES"/>
        </a:p>
      </dgm:t>
    </dgm:pt>
    <dgm:pt modelId="{874D39FE-E291-4EF7-8FB1-A038532B5C21}" type="parTrans" cxnId="{272E6CFE-46C5-4CA9-9FF8-747DE4DC8EB0}">
      <dgm:prSet/>
      <dgm:spPr/>
    </dgm:pt>
    <dgm:pt modelId="{728B3BEA-74F3-4781-9CDB-4C1F07412993}" type="sibTrans" cxnId="{272E6CFE-46C5-4CA9-9FF8-747DE4DC8EB0}">
      <dgm:prSet/>
      <dgm:spPr/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3"/>
      <dgm:spPr/>
    </dgm:pt>
    <dgm:pt modelId="{D95F0515-B6EB-4884-9C58-E27D272A34C0}" type="pres">
      <dgm:prSet presAssocID="{70378F17-BFA4-4AA2-91CB-FE7DFE6B7A95}" presName="desTx" presStyleLbl="fgAcc1" presStyleIdx="0" presStyleCnt="3">
        <dgm:presLayoutVars>
          <dgm:bulletEnabled val="1"/>
        </dgm:presLayoutVars>
      </dgm:prSet>
      <dgm:spPr/>
    </dgm:pt>
    <dgm:pt modelId="{6866FFA6-91D2-43CB-8F22-B66D15ADFDDC}" type="pres">
      <dgm:prSet presAssocID="{E18291E9-0160-4BD1-B202-44A6F5B16BB5}" presName="sibTrans" presStyleLbl="sibTrans2D1" presStyleIdx="0" presStyleCnt="2"/>
      <dgm:spPr/>
    </dgm:pt>
    <dgm:pt modelId="{D6BD17CF-2B56-4D82-A343-BF27E5BBC9AE}" type="pres">
      <dgm:prSet presAssocID="{E18291E9-0160-4BD1-B202-44A6F5B16BB5}" presName="connTx" presStyleLbl="sibTrans2D1" presStyleIdx="0" presStyleCnt="2"/>
      <dgm:spPr/>
    </dgm:pt>
    <dgm:pt modelId="{39E5F363-F989-40AE-BB5A-0765C8C56237}" type="pres">
      <dgm:prSet presAssocID="{CCC042AA-E67A-4FE1-BDB6-4B64AF7A90B7}" presName="composite" presStyleCnt="0"/>
      <dgm:spPr/>
    </dgm:pt>
    <dgm:pt modelId="{65C20C9F-3308-40F8-B9A3-708EB1642004}" type="pres">
      <dgm:prSet presAssocID="{CCC042AA-E67A-4FE1-BDB6-4B64AF7A90B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13F9062-A15A-4D17-B1D0-3F858FC5BDC1}" type="pres">
      <dgm:prSet presAssocID="{CCC042AA-E67A-4FE1-BDB6-4B64AF7A90B7}" presName="parSh" presStyleLbl="node1" presStyleIdx="1" presStyleCnt="3"/>
      <dgm:spPr/>
    </dgm:pt>
    <dgm:pt modelId="{E71C5A71-3036-48F4-955A-6549401E807D}" type="pres">
      <dgm:prSet presAssocID="{CCC042AA-E67A-4FE1-BDB6-4B64AF7A90B7}" presName="desTx" presStyleLbl="fgAcc1" presStyleIdx="1" presStyleCnt="3">
        <dgm:presLayoutVars>
          <dgm:bulletEnabled val="1"/>
        </dgm:presLayoutVars>
      </dgm:prSet>
      <dgm:spPr/>
    </dgm:pt>
    <dgm:pt modelId="{62E29F6D-13F8-4C5E-9766-83675C6041D3}" type="pres">
      <dgm:prSet presAssocID="{F5248780-7746-4C88-8C4D-4AA43F67CBC4}" presName="sibTrans" presStyleLbl="sibTrans2D1" presStyleIdx="1" presStyleCnt="2"/>
      <dgm:spPr/>
    </dgm:pt>
    <dgm:pt modelId="{1DD88C55-E594-4A0C-9B44-4BD2A387C28B}" type="pres">
      <dgm:prSet presAssocID="{F5248780-7746-4C88-8C4D-4AA43F67CBC4}" presName="connTx" presStyleLbl="sibTrans2D1" presStyleIdx="1" presStyleCnt="2"/>
      <dgm:spPr/>
    </dgm:pt>
    <dgm:pt modelId="{5B1D54FF-9575-4D33-B672-DCC7A17F3DE7}" type="pres">
      <dgm:prSet presAssocID="{AE55BC00-5EA2-404A-8D44-6B6A6359E1E2}" presName="composite" presStyleCnt="0"/>
      <dgm:spPr/>
    </dgm:pt>
    <dgm:pt modelId="{09791CDE-6612-4925-AF6C-E4D8A2B040AB}" type="pres">
      <dgm:prSet presAssocID="{AE55BC00-5EA2-404A-8D44-6B6A6359E1E2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7BE61C0-98B2-43EF-BE39-4F109C107F06}" type="pres">
      <dgm:prSet presAssocID="{AE55BC00-5EA2-404A-8D44-6B6A6359E1E2}" presName="parSh" presStyleLbl="node1" presStyleIdx="2" presStyleCnt="3"/>
      <dgm:spPr/>
    </dgm:pt>
    <dgm:pt modelId="{1B39ED31-AE75-41EF-899D-28CA9D9B3F03}" type="pres">
      <dgm:prSet presAssocID="{AE55BC00-5EA2-404A-8D44-6B6A6359E1E2}" presName="desTx" presStyleLbl="fgAcc1" presStyleIdx="2" presStyleCnt="3">
        <dgm:presLayoutVars>
          <dgm:bulletEnabled val="1"/>
        </dgm:presLayoutVars>
      </dgm:prSet>
      <dgm:spPr/>
    </dgm:pt>
  </dgm:ptLst>
  <dgm:cxnLst>
    <dgm:cxn modelId="{5CAB4D07-5A22-42C2-A1A7-35C6D97E2AAA}" type="presOf" srcId="{F5248780-7746-4C88-8C4D-4AA43F67CBC4}" destId="{1DD88C55-E594-4A0C-9B44-4BD2A387C28B}" srcOrd="1" destOrd="0" presId="urn:microsoft.com/office/officeart/2005/8/layout/process3#1"/>
    <dgm:cxn modelId="{BD7AF50D-5402-4CA8-B826-AFAC448186A9}" type="presOf" srcId="{70378F17-BFA4-4AA2-91CB-FE7DFE6B7A95}" destId="{CBDC6576-E07A-456E-AA1A-BC80AEB1C472}" srcOrd="0" destOrd="0" presId="urn:microsoft.com/office/officeart/2005/8/layout/process3#1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93C0A017-EED2-4B3A-8017-41B37CD95DEB}" type="presOf" srcId="{513191A1-838C-414E-B93A-B5205B851C69}" destId="{E71C5A71-3036-48F4-955A-6549401E807D}" srcOrd="0" destOrd="2" presId="urn:microsoft.com/office/officeart/2005/8/layout/process3#1"/>
    <dgm:cxn modelId="{44E93418-1FD1-4B7B-AF96-C20456558F77}" type="presOf" srcId="{CCC042AA-E67A-4FE1-BDB6-4B64AF7A90B7}" destId="{65C20C9F-3308-40F8-B9A3-708EB1642004}" srcOrd="0" destOrd="0" presId="urn:microsoft.com/office/officeart/2005/8/layout/process3#1"/>
    <dgm:cxn modelId="{069DC31A-D95A-4B6A-880E-D0DDA53E736C}" type="presOf" srcId="{70378F17-BFA4-4AA2-91CB-FE7DFE6B7A95}" destId="{36DAE28C-D040-4D10-8B58-AD362B328C2A}" srcOrd="1" destOrd="0" presId="urn:microsoft.com/office/officeart/2005/8/layout/process3#1"/>
    <dgm:cxn modelId="{21BCAA22-2361-44B7-B4F0-01BF40ACE5AF}" type="presOf" srcId="{1BCDA809-8635-4C74-B6ED-674EFD4DE15A}" destId="{D95F0515-B6EB-4884-9C58-E27D272A34C0}" srcOrd="0" destOrd="2" presId="urn:microsoft.com/office/officeart/2005/8/layout/process3#1"/>
    <dgm:cxn modelId="{A68F7530-A216-4B4B-934B-284272A79610}" srcId="{AE55BC00-5EA2-404A-8D44-6B6A6359E1E2}" destId="{27F2CE1C-1530-401E-AE1C-6BCE81575040}" srcOrd="1" destOrd="0" parTransId="{A0ED92CB-8DA1-4110-97DE-E01040C65A1A}" sibTransId="{E94095DF-D826-4FD3-886B-5513939D9B5B}"/>
    <dgm:cxn modelId="{77C98631-0FB7-4B61-80D8-9BEB864B1A50}" type="presOf" srcId="{ABD25843-2A34-4433-80D8-B79A66ADFF46}" destId="{D95F0515-B6EB-4884-9C58-E27D272A34C0}" srcOrd="0" destOrd="5" presId="urn:microsoft.com/office/officeart/2005/8/layout/process3#1"/>
    <dgm:cxn modelId="{41B14C33-9B85-47F4-9655-20D35F17FB67}" srcId="{70378F17-BFA4-4AA2-91CB-FE7DFE6B7A95}" destId="{5B3144E1-6C2F-4BE1-B4A7-3C7766BB48A1}" srcOrd="1" destOrd="0" parTransId="{D70D9693-0918-4683-B693-E8B13815681E}" sibTransId="{6A0B6725-CA4E-4C59-BCB4-92E728CD4571}"/>
    <dgm:cxn modelId="{31D0A63D-8553-4C8E-BEEE-C9A8D498ED73}" srcId="{CCC042AA-E67A-4FE1-BDB6-4B64AF7A90B7}" destId="{B2A9D6C6-2E42-458C-8520-0563A484BD74}" srcOrd="1" destOrd="0" parTransId="{A9FAD0A0-3234-4333-81C0-BC3271DACA30}" sibTransId="{CC841021-FD68-45BE-AF64-C5E9A17B62AD}"/>
    <dgm:cxn modelId="{CC46C340-6E5C-48FD-BA52-34B4EABFC045}" srcId="{70378F17-BFA4-4AA2-91CB-FE7DFE6B7A95}" destId="{69AD657D-DD35-4C5F-890C-4459F784FA6E}" srcOrd="0" destOrd="0" parTransId="{B8B20F21-817C-40C2-A385-44AFBC7828E3}" sibTransId="{2EF7016D-78FD-4660-B782-AF6B11224173}"/>
    <dgm:cxn modelId="{A6F75D5C-BBB1-4B4C-B575-89046F279B3A}" type="presOf" srcId="{DCA0D21C-0ACA-41C5-B7B0-C0B847A53A61}" destId="{D95F0515-B6EB-4884-9C58-E27D272A34C0}" srcOrd="0" destOrd="4" presId="urn:microsoft.com/office/officeart/2005/8/layout/process3#1"/>
    <dgm:cxn modelId="{F6434861-A21D-40BC-9362-E05CF3A03DB8}" type="presOf" srcId="{09749ED4-9723-4B02-B8D6-90DFE16C27C5}" destId="{E71C5A71-3036-48F4-955A-6549401E807D}" srcOrd="0" destOrd="3" presId="urn:microsoft.com/office/officeart/2005/8/layout/process3#1"/>
    <dgm:cxn modelId="{1A40EB65-9124-4B85-AB4A-768B5401D63D}" type="presOf" srcId="{77A2642A-2CD1-4EF6-8FFE-BF83F2E9B922}" destId="{D95F0515-B6EB-4884-9C58-E27D272A34C0}" srcOrd="0" destOrd="3" presId="urn:microsoft.com/office/officeart/2005/8/layout/process3#1"/>
    <dgm:cxn modelId="{61447D49-D571-428C-8CD3-BDD25FDD2587}" srcId="{17377101-814E-4BB6-BEB4-A6CFA83DA9D8}" destId="{CCC042AA-E67A-4FE1-BDB6-4B64AF7A90B7}" srcOrd="1" destOrd="0" parTransId="{DA0DB2BC-7B3D-4DFC-BFA9-16063C0F2730}" sibTransId="{F5248780-7746-4C88-8C4D-4AA43F67CBC4}"/>
    <dgm:cxn modelId="{2A4C2A6B-031A-4528-A1CE-938043C16D80}" type="presOf" srcId="{69AD657D-DD35-4C5F-890C-4459F784FA6E}" destId="{D95F0515-B6EB-4884-9C58-E27D272A34C0}" srcOrd="0" destOrd="0" presId="urn:microsoft.com/office/officeart/2005/8/layout/process3#1"/>
    <dgm:cxn modelId="{2AB62E4F-2B1E-4D78-963C-A8538ADCE837}" srcId="{CCC042AA-E67A-4FE1-BDB6-4B64AF7A90B7}" destId="{A019AA00-56A5-4B0E-8CC1-8C1A2118593A}" srcOrd="0" destOrd="0" parTransId="{6C940A47-3542-4F7C-A1A8-ED3232DD5540}" sibTransId="{9E95024A-561D-432E-A40E-367A80DD23DF}"/>
    <dgm:cxn modelId="{EDE5F270-C032-41C6-AFB8-853368BE49D9}" srcId="{17377101-814E-4BB6-BEB4-A6CFA83DA9D8}" destId="{AE55BC00-5EA2-404A-8D44-6B6A6359E1E2}" srcOrd="2" destOrd="0" parTransId="{AE96A0F0-4EF4-4C01-B44A-0C3545345992}" sibTransId="{C556A167-9680-4C42-B052-BDD53562CF4D}"/>
    <dgm:cxn modelId="{C9288652-3D00-41BB-9052-D243FBA20C09}" type="presOf" srcId="{27F2CE1C-1530-401E-AE1C-6BCE81575040}" destId="{1B39ED31-AE75-41EF-899D-28CA9D9B3F03}" srcOrd="0" destOrd="1" presId="urn:microsoft.com/office/officeart/2005/8/layout/process3#1"/>
    <dgm:cxn modelId="{0C5C9174-7634-4D70-BCBA-D18BAF301134}" srcId="{CCC042AA-E67A-4FE1-BDB6-4B64AF7A90B7}" destId="{09749ED4-9723-4B02-B8D6-90DFE16C27C5}" srcOrd="3" destOrd="0" parTransId="{C0FFF73B-8BFB-4734-8754-7F7A36E8113C}" sibTransId="{28680DF0-BA72-434B-94F5-3CE5FE706CFC}"/>
    <dgm:cxn modelId="{1C37EF74-9109-43F7-AC13-3C5C7B86E409}" type="presOf" srcId="{F5248780-7746-4C88-8C4D-4AA43F67CBC4}" destId="{62E29F6D-13F8-4C5E-9766-83675C6041D3}" srcOrd="0" destOrd="0" presId="urn:microsoft.com/office/officeart/2005/8/layout/process3#1"/>
    <dgm:cxn modelId="{F583ED59-D92C-421B-88FA-1005859407C6}" type="presOf" srcId="{5B3144E1-6C2F-4BE1-B4A7-3C7766BB48A1}" destId="{D95F0515-B6EB-4884-9C58-E27D272A34C0}" srcOrd="0" destOrd="1" presId="urn:microsoft.com/office/officeart/2005/8/layout/process3#1"/>
    <dgm:cxn modelId="{0C2E5996-0BC7-4C18-9382-5DC39662D320}" type="presOf" srcId="{0A4EBCAD-0229-4BE5-95EF-A955774A4BA4}" destId="{1B39ED31-AE75-41EF-899D-28CA9D9B3F03}" srcOrd="0" destOrd="0" presId="urn:microsoft.com/office/officeart/2005/8/layout/process3#1"/>
    <dgm:cxn modelId="{F811B29F-BB33-4D1A-A307-51FBA5B88746}" srcId="{CCC042AA-E67A-4FE1-BDB6-4B64AF7A90B7}" destId="{513191A1-838C-414E-B93A-B5205B851C69}" srcOrd="2" destOrd="0" parTransId="{A6F681E2-4B41-49EC-8E75-592E00CF4D22}" sibTransId="{0D93EF1C-5C2D-47A7-AC51-EBB7EED42699}"/>
    <dgm:cxn modelId="{6DE3DAAC-930C-421D-B8E8-529CFB1A9172}" srcId="{AE55BC00-5EA2-404A-8D44-6B6A6359E1E2}" destId="{0A4EBCAD-0229-4BE5-95EF-A955774A4BA4}" srcOrd="0" destOrd="0" parTransId="{7A69721A-38EA-4AAD-9D18-FBDA1FA31E19}" sibTransId="{9E9C2E7B-07C1-4EBC-9B12-1AED0C8ECF14}"/>
    <dgm:cxn modelId="{DD86B9AD-2ED3-4F46-80B4-4584A19F88C5}" type="presOf" srcId="{057BB812-46C8-4AA1-B96E-0BBF99DB2D20}" destId="{1B39ED31-AE75-41EF-899D-28CA9D9B3F03}" srcOrd="0" destOrd="2" presId="urn:microsoft.com/office/officeart/2005/8/layout/process3#1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00C9BBD1-1097-4754-96CA-7409AB9E59DF}" srcId="{5B3144E1-6C2F-4BE1-B4A7-3C7766BB48A1}" destId="{77A2642A-2CD1-4EF6-8FFE-BF83F2E9B922}" srcOrd="1" destOrd="0" parTransId="{12C56445-357E-4739-81DE-5670DBF1D55A}" sibTransId="{99A030E4-0D89-4A3D-80CF-5B492AE3B449}"/>
    <dgm:cxn modelId="{D1DEFFD1-A5B1-4D0B-9B3B-22C92F38EF98}" srcId="{5B3144E1-6C2F-4BE1-B4A7-3C7766BB48A1}" destId="{DCA0D21C-0ACA-41C5-B7B0-C0B847A53A61}" srcOrd="2" destOrd="0" parTransId="{2336ADF0-814C-40BE-A91B-498514344185}" sibTransId="{E2128B7D-29C8-4100-BAB2-44590B239A9B}"/>
    <dgm:cxn modelId="{C325A6D2-EF49-456F-8BC9-4B619A92C74F}" type="presOf" srcId="{A019AA00-56A5-4B0E-8CC1-8C1A2118593A}" destId="{E71C5A71-3036-48F4-955A-6549401E807D}" srcOrd="0" destOrd="0" presId="urn:microsoft.com/office/officeart/2005/8/layout/process3#1"/>
    <dgm:cxn modelId="{9C63A7D5-13D7-4A1F-870E-36076040C39B}" type="presOf" srcId="{AE55BC00-5EA2-404A-8D44-6B6A6359E1E2}" destId="{97BE61C0-98B2-43EF-BE39-4F109C107F06}" srcOrd="1" destOrd="0" presId="urn:microsoft.com/office/officeart/2005/8/layout/process3#1"/>
    <dgm:cxn modelId="{50C42FD7-CE99-4B19-A97D-9189B6ABA55D}" type="presOf" srcId="{B2A9D6C6-2E42-458C-8520-0563A484BD74}" destId="{E71C5A71-3036-48F4-955A-6549401E807D}" srcOrd="0" destOrd="1" presId="urn:microsoft.com/office/officeart/2005/8/layout/process3#1"/>
    <dgm:cxn modelId="{E84669D7-8DF8-49CC-8948-241D2BDC6B7B}" type="presOf" srcId="{E18291E9-0160-4BD1-B202-44A6F5B16BB5}" destId="{6866FFA6-91D2-43CB-8F22-B66D15ADFDDC}" srcOrd="0" destOrd="0" presId="urn:microsoft.com/office/officeart/2005/8/layout/process3#1"/>
    <dgm:cxn modelId="{4A43D2DA-5D5B-42AC-997D-AEA5C486195D}" srcId="{5B3144E1-6C2F-4BE1-B4A7-3C7766BB48A1}" destId="{1BCDA809-8635-4C74-B6ED-674EFD4DE15A}" srcOrd="0" destOrd="0" parTransId="{2BCB207B-0AFE-4E71-8A62-1AD3EB17A2F6}" sibTransId="{E79A6307-792F-4751-96CA-61FBDA523111}"/>
    <dgm:cxn modelId="{94B710E8-AF0F-457B-9696-CFA9B1039472}" type="presOf" srcId="{AE55BC00-5EA2-404A-8D44-6B6A6359E1E2}" destId="{09791CDE-6612-4925-AF6C-E4D8A2B040AB}" srcOrd="0" destOrd="0" presId="urn:microsoft.com/office/officeart/2005/8/layout/process3#1"/>
    <dgm:cxn modelId="{14D29DEA-3F0B-4A2C-843A-2D6C1BB536F1}" srcId="{70378F17-BFA4-4AA2-91CB-FE7DFE6B7A95}" destId="{ABD25843-2A34-4433-80D8-B79A66ADFF46}" srcOrd="2" destOrd="0" parTransId="{720BB72E-07FF-4D0E-9DA9-CD9949D4A4A5}" sibTransId="{356B84C5-50BF-4242-9719-BEB95E79A48C}"/>
    <dgm:cxn modelId="{BDA2E8F1-1A7E-4F25-8EB3-FE61934F8E35}" type="presOf" srcId="{CCC042AA-E67A-4FE1-BDB6-4B64AF7A90B7}" destId="{A13F9062-A15A-4D17-B1D0-3F858FC5BDC1}" srcOrd="1" destOrd="0" presId="urn:microsoft.com/office/officeart/2005/8/layout/process3#1"/>
    <dgm:cxn modelId="{DAEEF9F3-977E-4331-91E2-5A8C00D725DD}" type="presOf" srcId="{E18291E9-0160-4BD1-B202-44A6F5B16BB5}" destId="{D6BD17CF-2B56-4D82-A343-BF27E5BBC9AE}" srcOrd="1" destOrd="0" presId="urn:microsoft.com/office/officeart/2005/8/layout/process3#1"/>
    <dgm:cxn modelId="{272E6CFE-46C5-4CA9-9FF8-747DE4DC8EB0}" srcId="{AE55BC00-5EA2-404A-8D44-6B6A6359E1E2}" destId="{057BB812-46C8-4AA1-B96E-0BBF99DB2D20}" srcOrd="2" destOrd="0" parTransId="{874D39FE-E291-4EF7-8FB1-A038532B5C21}" sibTransId="{728B3BEA-74F3-4781-9CDB-4C1F07412993}"/>
    <dgm:cxn modelId="{317A2685-A9E7-473D-B112-FB2FC40D2CA7}" type="presParOf" srcId="{F82FB510-7AF3-4EFC-8DD3-AB31E9B359E9}" destId="{537EFF73-660F-4576-BE9F-9CBFF99A026F}" srcOrd="0" destOrd="0" presId="urn:microsoft.com/office/officeart/2005/8/layout/process3#1"/>
    <dgm:cxn modelId="{B6BFBB61-CB67-4851-8587-D9A8110D9AA9}" type="presParOf" srcId="{537EFF73-660F-4576-BE9F-9CBFF99A026F}" destId="{CBDC6576-E07A-456E-AA1A-BC80AEB1C472}" srcOrd="0" destOrd="0" presId="urn:microsoft.com/office/officeart/2005/8/layout/process3#1"/>
    <dgm:cxn modelId="{E7D6F846-357C-44C0-9AF6-53B3D502D823}" type="presParOf" srcId="{537EFF73-660F-4576-BE9F-9CBFF99A026F}" destId="{36DAE28C-D040-4D10-8B58-AD362B328C2A}" srcOrd="1" destOrd="0" presId="urn:microsoft.com/office/officeart/2005/8/layout/process3#1"/>
    <dgm:cxn modelId="{118AA08C-4322-4317-B00C-FD43DD5ACC3B}" type="presParOf" srcId="{537EFF73-660F-4576-BE9F-9CBFF99A026F}" destId="{D95F0515-B6EB-4884-9C58-E27D272A34C0}" srcOrd="2" destOrd="0" presId="urn:microsoft.com/office/officeart/2005/8/layout/process3#1"/>
    <dgm:cxn modelId="{212FBC35-BBEC-486E-97A3-FE2BF0EBAC92}" type="presParOf" srcId="{F82FB510-7AF3-4EFC-8DD3-AB31E9B359E9}" destId="{6866FFA6-91D2-43CB-8F22-B66D15ADFDDC}" srcOrd="1" destOrd="0" presId="urn:microsoft.com/office/officeart/2005/8/layout/process3#1"/>
    <dgm:cxn modelId="{87964D57-F534-4D75-BECE-2F08EBF2E379}" type="presParOf" srcId="{6866FFA6-91D2-43CB-8F22-B66D15ADFDDC}" destId="{D6BD17CF-2B56-4D82-A343-BF27E5BBC9AE}" srcOrd="0" destOrd="0" presId="urn:microsoft.com/office/officeart/2005/8/layout/process3#1"/>
    <dgm:cxn modelId="{94F769CB-886B-44E6-959D-8A02BD2AE4B2}" type="presParOf" srcId="{F82FB510-7AF3-4EFC-8DD3-AB31E9B359E9}" destId="{39E5F363-F989-40AE-BB5A-0765C8C56237}" srcOrd="2" destOrd="0" presId="urn:microsoft.com/office/officeart/2005/8/layout/process3#1"/>
    <dgm:cxn modelId="{8374547A-1FAD-4722-9DCE-102A1E51CE9B}" type="presParOf" srcId="{39E5F363-F989-40AE-BB5A-0765C8C56237}" destId="{65C20C9F-3308-40F8-B9A3-708EB1642004}" srcOrd="0" destOrd="0" presId="urn:microsoft.com/office/officeart/2005/8/layout/process3#1"/>
    <dgm:cxn modelId="{D2139D8E-A8A6-45AE-93D2-0EB0CF80FFC0}" type="presParOf" srcId="{39E5F363-F989-40AE-BB5A-0765C8C56237}" destId="{A13F9062-A15A-4D17-B1D0-3F858FC5BDC1}" srcOrd="1" destOrd="0" presId="urn:microsoft.com/office/officeart/2005/8/layout/process3#1"/>
    <dgm:cxn modelId="{9D101B64-A869-4328-A7B2-343881E46C97}" type="presParOf" srcId="{39E5F363-F989-40AE-BB5A-0765C8C56237}" destId="{E71C5A71-3036-48F4-955A-6549401E807D}" srcOrd="2" destOrd="0" presId="urn:microsoft.com/office/officeart/2005/8/layout/process3#1"/>
    <dgm:cxn modelId="{516E21D6-454F-4B5B-B806-61E2285F8F16}" type="presParOf" srcId="{F82FB510-7AF3-4EFC-8DD3-AB31E9B359E9}" destId="{62E29F6D-13F8-4C5E-9766-83675C6041D3}" srcOrd="3" destOrd="0" presId="urn:microsoft.com/office/officeart/2005/8/layout/process3#1"/>
    <dgm:cxn modelId="{C7B97BF4-9882-43E4-967D-1D3080D4BE47}" type="presParOf" srcId="{62E29F6D-13F8-4C5E-9766-83675C6041D3}" destId="{1DD88C55-E594-4A0C-9B44-4BD2A387C28B}" srcOrd="0" destOrd="0" presId="urn:microsoft.com/office/officeart/2005/8/layout/process3#1"/>
    <dgm:cxn modelId="{51F865DA-AE7F-485C-8B3E-8C0AD08F63E9}" type="presParOf" srcId="{F82FB510-7AF3-4EFC-8DD3-AB31E9B359E9}" destId="{5B1D54FF-9575-4D33-B672-DCC7A17F3DE7}" srcOrd="4" destOrd="0" presId="urn:microsoft.com/office/officeart/2005/8/layout/process3#1"/>
    <dgm:cxn modelId="{3245DC98-1B09-4FFD-B164-458CD1750151}" type="presParOf" srcId="{5B1D54FF-9575-4D33-B672-DCC7A17F3DE7}" destId="{09791CDE-6612-4925-AF6C-E4D8A2B040AB}" srcOrd="0" destOrd="0" presId="urn:microsoft.com/office/officeart/2005/8/layout/process3#1"/>
    <dgm:cxn modelId="{BA984382-1784-4D80-92C1-E70E6DCB065A}" type="presParOf" srcId="{5B1D54FF-9575-4D33-B672-DCC7A17F3DE7}" destId="{97BE61C0-98B2-43EF-BE39-4F109C107F06}" srcOrd="1" destOrd="0" presId="urn:microsoft.com/office/officeart/2005/8/layout/process3#1"/>
    <dgm:cxn modelId="{36AB13F1-B737-4F28-94C8-7C1C46FB44AF}" type="presParOf" srcId="{5B1D54FF-9575-4D33-B672-DCC7A17F3DE7}" destId="{1B39ED31-AE75-41EF-899D-28CA9D9B3F03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8/layout/VerticalCurvedList#1" loCatId="list" qsTypeId="urn:microsoft.com/office/officeart/2005/8/quickstyle/simple3#10" qsCatId="simple" csTypeId="urn:microsoft.com/office/officeart/2005/8/colors/colorful1#2" csCatId="colorful" phldr="1"/>
      <dgm:spPr/>
      <dgm:t>
        <a:bodyPr/>
        <a:lstStyle/>
        <a:p>
          <a:endParaRPr lang="es-EC"/>
        </a:p>
      </dgm:t>
    </dgm:pt>
    <dgm:pt modelId="{F303B833-10B0-4471-8CF6-2C774D4FA8CF}">
      <dgm:prSet phldr="0"/>
      <dgm:spPr/>
      <dgm:t>
        <a:bodyPr/>
        <a:lstStyle/>
        <a:p>
          <a:pPr algn="l" rtl="0"/>
          <a:r>
            <a:rPr lang="es-ES"/>
            <a:t>Incluye el encabezado IP original del paquete que causó el error.</a:t>
          </a:r>
          <a:endParaRPr lang="es-ES">
            <a:latin typeface="Arial"/>
          </a:endParaRPr>
        </a:p>
      </dgm:t>
    </dgm:pt>
    <dgm:pt modelId="{D84C288D-27C2-4556-9868-ED798728B8BF}" type="parTrans" cxnId="{08A99AEC-CC53-42BF-A584-8EC88C9E0ECC}">
      <dgm:prSet/>
      <dgm:spPr/>
    </dgm:pt>
    <dgm:pt modelId="{2C18BE94-EA26-40D5-AFE1-1C34A7893FAE}" type="sibTrans" cxnId="{08A99AEC-CC53-42BF-A584-8EC88C9E0ECC}">
      <dgm:prSet/>
      <dgm:spPr/>
    </dgm:pt>
    <dgm:pt modelId="{3F1CDB7F-D3E1-46CE-ADF6-FCA56EFA5C41}">
      <dgm:prSet phldr="0"/>
      <dgm:spPr/>
      <dgm:t>
        <a:bodyPr/>
        <a:lstStyle/>
        <a:p>
          <a:pPr algn="l"/>
          <a:r>
            <a:rPr lang="es-ES"/>
            <a:t>Contiene los primeros 8 bytes del payload original.</a:t>
          </a:r>
        </a:p>
      </dgm:t>
    </dgm:pt>
    <dgm:pt modelId="{7577383F-81F6-4C0A-B308-1949AA061D9F}" type="parTrans" cxnId="{CF2C8E14-6B43-4F20-BB4C-37894E0C48B1}">
      <dgm:prSet/>
      <dgm:spPr/>
    </dgm:pt>
    <dgm:pt modelId="{B7B8F71C-45CE-4116-B47A-2F512BEF144F}" type="sibTrans" cxnId="{CF2C8E14-6B43-4F20-BB4C-37894E0C48B1}">
      <dgm:prSet/>
      <dgm:spPr/>
    </dgm:pt>
    <dgm:pt modelId="{C1CE45E8-1C5B-4A5D-BBF6-2DBA065FBEBC}">
      <dgm:prSet phldr="0"/>
      <dgm:spPr/>
      <dgm:t>
        <a:bodyPr/>
        <a:lstStyle/>
        <a:p>
          <a:pPr algn="l"/>
          <a:r>
            <a:rPr lang="es-ES"/>
            <a:t>Permite identificar la sesión, el protocolo de transporte y los puertos involucrados.</a:t>
          </a:r>
        </a:p>
      </dgm:t>
    </dgm:pt>
    <dgm:pt modelId="{C40A2394-6340-459C-B776-75FE7FBF90E4}" type="parTrans" cxnId="{BB62FF42-B469-4FB2-8817-9C5C7B4FE76D}">
      <dgm:prSet/>
      <dgm:spPr/>
    </dgm:pt>
    <dgm:pt modelId="{D4AEAFC1-3815-4432-AAEC-F5CAF8FFBCC1}" type="sibTrans" cxnId="{BB62FF42-B469-4FB2-8817-9C5C7B4FE76D}">
      <dgm:prSet/>
      <dgm:spPr/>
    </dgm:pt>
    <dgm:pt modelId="{A275062C-8D68-4188-B351-EC611E218761}" type="pres">
      <dgm:prSet presAssocID="{F2C29202-7EC6-4DE0-9F77-6549215033CF}" presName="Name0" presStyleCnt="0">
        <dgm:presLayoutVars>
          <dgm:chMax val="7"/>
          <dgm:chPref val="7"/>
          <dgm:dir/>
        </dgm:presLayoutVars>
      </dgm:prSet>
      <dgm:spPr/>
    </dgm:pt>
    <dgm:pt modelId="{9297A15F-86B3-4AD9-90F6-9F5F359F5B5D}" type="pres">
      <dgm:prSet presAssocID="{F2C29202-7EC6-4DE0-9F77-6549215033CF}" presName="Name1" presStyleCnt="0"/>
      <dgm:spPr/>
    </dgm:pt>
    <dgm:pt modelId="{EA63603D-283F-4E34-B759-DCAF43EA0AE9}" type="pres">
      <dgm:prSet presAssocID="{F2C29202-7EC6-4DE0-9F77-6549215033CF}" presName="cycle" presStyleCnt="0"/>
      <dgm:spPr/>
    </dgm:pt>
    <dgm:pt modelId="{61E41F13-8FC8-40AE-BF4B-374557A628DD}" type="pres">
      <dgm:prSet presAssocID="{F2C29202-7EC6-4DE0-9F77-6549215033CF}" presName="srcNode" presStyleLbl="node1" presStyleIdx="0" presStyleCnt="3"/>
      <dgm:spPr/>
    </dgm:pt>
    <dgm:pt modelId="{36858D2A-41C2-496D-ACAC-021D08E4DC6C}" type="pres">
      <dgm:prSet presAssocID="{F2C29202-7EC6-4DE0-9F77-6549215033CF}" presName="conn" presStyleLbl="parChTrans1D2" presStyleIdx="0" presStyleCnt="1"/>
      <dgm:spPr/>
    </dgm:pt>
    <dgm:pt modelId="{352D7C05-B81F-484B-8E65-45955623500F}" type="pres">
      <dgm:prSet presAssocID="{F2C29202-7EC6-4DE0-9F77-6549215033CF}" presName="extraNode" presStyleLbl="node1" presStyleIdx="0" presStyleCnt="3"/>
      <dgm:spPr/>
    </dgm:pt>
    <dgm:pt modelId="{0A39E398-A6F8-4E0D-86D3-0D1DC09E0BFB}" type="pres">
      <dgm:prSet presAssocID="{F2C29202-7EC6-4DE0-9F77-6549215033CF}" presName="dstNode" presStyleLbl="node1" presStyleIdx="0" presStyleCnt="3"/>
      <dgm:spPr/>
    </dgm:pt>
    <dgm:pt modelId="{29B36995-3915-4176-B57F-C4F4F8A13CB5}" type="pres">
      <dgm:prSet presAssocID="{F303B833-10B0-4471-8CF6-2C774D4FA8CF}" presName="text_1" presStyleLbl="node1" presStyleIdx="0" presStyleCnt="3">
        <dgm:presLayoutVars>
          <dgm:bulletEnabled val="1"/>
        </dgm:presLayoutVars>
      </dgm:prSet>
      <dgm:spPr/>
    </dgm:pt>
    <dgm:pt modelId="{073092EB-087F-4DD2-8AE4-B643419C09E3}" type="pres">
      <dgm:prSet presAssocID="{F303B833-10B0-4471-8CF6-2C774D4FA8CF}" presName="accent_1" presStyleCnt="0"/>
      <dgm:spPr/>
    </dgm:pt>
    <dgm:pt modelId="{A6B521E3-742F-4D59-875F-A31D182AE5BF}" type="pres">
      <dgm:prSet presAssocID="{F303B833-10B0-4471-8CF6-2C774D4FA8CF}" presName="accentRepeatNode" presStyleLbl="solidFgAcc1" presStyleIdx="0" presStyleCnt="3"/>
      <dgm:spPr/>
    </dgm:pt>
    <dgm:pt modelId="{1472F144-48E1-4C5F-8FE2-3ABD26ECF2A4}" type="pres">
      <dgm:prSet presAssocID="{3F1CDB7F-D3E1-46CE-ADF6-FCA56EFA5C41}" presName="text_2" presStyleLbl="node1" presStyleIdx="1" presStyleCnt="3">
        <dgm:presLayoutVars>
          <dgm:bulletEnabled val="1"/>
        </dgm:presLayoutVars>
      </dgm:prSet>
      <dgm:spPr/>
    </dgm:pt>
    <dgm:pt modelId="{B883A9A2-7FEB-4A5C-A650-3903669F8B45}" type="pres">
      <dgm:prSet presAssocID="{3F1CDB7F-D3E1-46CE-ADF6-FCA56EFA5C41}" presName="accent_2" presStyleCnt="0"/>
      <dgm:spPr/>
    </dgm:pt>
    <dgm:pt modelId="{7B0A7BF3-335F-442B-A639-9E9B7E8CF5BF}" type="pres">
      <dgm:prSet presAssocID="{3F1CDB7F-D3E1-46CE-ADF6-FCA56EFA5C41}" presName="accentRepeatNode" presStyleLbl="solidFgAcc1" presStyleIdx="1" presStyleCnt="3"/>
      <dgm:spPr/>
    </dgm:pt>
    <dgm:pt modelId="{ECB3E5D6-D274-45D7-B7E7-2A0FDD9B2712}" type="pres">
      <dgm:prSet presAssocID="{C1CE45E8-1C5B-4A5D-BBF6-2DBA065FBEBC}" presName="text_3" presStyleLbl="node1" presStyleIdx="2" presStyleCnt="3">
        <dgm:presLayoutVars>
          <dgm:bulletEnabled val="1"/>
        </dgm:presLayoutVars>
      </dgm:prSet>
      <dgm:spPr/>
    </dgm:pt>
    <dgm:pt modelId="{464F664C-B30E-4821-A0A4-DE410A976BB4}" type="pres">
      <dgm:prSet presAssocID="{C1CE45E8-1C5B-4A5D-BBF6-2DBA065FBEBC}" presName="accent_3" presStyleCnt="0"/>
      <dgm:spPr/>
    </dgm:pt>
    <dgm:pt modelId="{73A9097F-DAF3-4F9A-BB7A-00950E26FF23}" type="pres">
      <dgm:prSet presAssocID="{C1CE45E8-1C5B-4A5D-BBF6-2DBA065FBEBC}" presName="accentRepeatNode" presStyleLbl="solidFgAcc1" presStyleIdx="2" presStyleCnt="3"/>
      <dgm:spPr/>
    </dgm:pt>
  </dgm:ptLst>
  <dgm:cxnLst>
    <dgm:cxn modelId="{CF2C8E14-6B43-4F20-BB4C-37894E0C48B1}" srcId="{F2C29202-7EC6-4DE0-9F77-6549215033CF}" destId="{3F1CDB7F-D3E1-46CE-ADF6-FCA56EFA5C41}" srcOrd="1" destOrd="0" parTransId="{7577383F-81F6-4C0A-B308-1949AA061D9F}" sibTransId="{B7B8F71C-45CE-4116-B47A-2F512BEF144F}"/>
    <dgm:cxn modelId="{80816018-6E5A-4A7E-9EA4-9C516BFA3F22}" type="presOf" srcId="{F303B833-10B0-4471-8CF6-2C774D4FA8CF}" destId="{29B36995-3915-4176-B57F-C4F4F8A13CB5}" srcOrd="0" destOrd="0" presId="urn:microsoft.com/office/officeart/2008/layout/VerticalCurvedList#1"/>
    <dgm:cxn modelId="{BB62FF42-B469-4FB2-8817-9C5C7B4FE76D}" srcId="{F2C29202-7EC6-4DE0-9F77-6549215033CF}" destId="{C1CE45E8-1C5B-4A5D-BBF6-2DBA065FBEBC}" srcOrd="2" destOrd="0" parTransId="{C40A2394-6340-459C-B776-75FE7FBF90E4}" sibTransId="{D4AEAFC1-3815-4432-AAEC-F5CAF8FFBCC1}"/>
    <dgm:cxn modelId="{D7A4B248-5C13-45CD-BF5F-5834CFACB766}" type="presOf" srcId="{3F1CDB7F-D3E1-46CE-ADF6-FCA56EFA5C41}" destId="{1472F144-48E1-4C5F-8FE2-3ABD26ECF2A4}" srcOrd="0" destOrd="0" presId="urn:microsoft.com/office/officeart/2008/layout/VerticalCurvedList#1"/>
    <dgm:cxn modelId="{D2E54C6D-CFB9-4D96-B657-355F80A5EA1B}" type="presOf" srcId="{C1CE45E8-1C5B-4A5D-BBF6-2DBA065FBEBC}" destId="{ECB3E5D6-D274-45D7-B7E7-2A0FDD9B2712}" srcOrd="0" destOrd="0" presId="urn:microsoft.com/office/officeart/2008/layout/VerticalCurvedList#1"/>
    <dgm:cxn modelId="{BF0CE1BF-D6AE-484C-AE9A-1CBA4E75AD83}" type="presOf" srcId="{2C18BE94-EA26-40D5-AFE1-1C34A7893FAE}" destId="{36858D2A-41C2-496D-ACAC-021D08E4DC6C}" srcOrd="0" destOrd="0" presId="urn:microsoft.com/office/officeart/2008/layout/VerticalCurvedList#1"/>
    <dgm:cxn modelId="{1ABA71EA-BE0D-43DE-BABB-7A9A8FFD442D}" type="presOf" srcId="{F2C29202-7EC6-4DE0-9F77-6549215033CF}" destId="{A275062C-8D68-4188-B351-EC611E218761}" srcOrd="0" destOrd="0" presId="urn:microsoft.com/office/officeart/2008/layout/VerticalCurvedList#1"/>
    <dgm:cxn modelId="{08A99AEC-CC53-42BF-A584-8EC88C9E0ECC}" srcId="{F2C29202-7EC6-4DE0-9F77-6549215033CF}" destId="{F303B833-10B0-4471-8CF6-2C774D4FA8CF}" srcOrd="0" destOrd="0" parTransId="{D84C288D-27C2-4556-9868-ED798728B8BF}" sibTransId="{2C18BE94-EA26-40D5-AFE1-1C34A7893FAE}"/>
    <dgm:cxn modelId="{AB754A5C-EF30-449F-B482-E928FFCE31C4}" type="presParOf" srcId="{A275062C-8D68-4188-B351-EC611E218761}" destId="{9297A15F-86B3-4AD9-90F6-9F5F359F5B5D}" srcOrd="0" destOrd="0" presId="urn:microsoft.com/office/officeart/2008/layout/VerticalCurvedList#1"/>
    <dgm:cxn modelId="{1BF0603A-5923-48F8-ABB6-DED8276B5AA3}" type="presParOf" srcId="{9297A15F-86B3-4AD9-90F6-9F5F359F5B5D}" destId="{EA63603D-283F-4E34-B759-DCAF43EA0AE9}" srcOrd="0" destOrd="0" presId="urn:microsoft.com/office/officeart/2008/layout/VerticalCurvedList#1"/>
    <dgm:cxn modelId="{A803FEC1-1F9B-4B51-B479-40BFFDE4393D}" type="presParOf" srcId="{EA63603D-283F-4E34-B759-DCAF43EA0AE9}" destId="{61E41F13-8FC8-40AE-BF4B-374557A628DD}" srcOrd="0" destOrd="0" presId="urn:microsoft.com/office/officeart/2008/layout/VerticalCurvedList#1"/>
    <dgm:cxn modelId="{5CB4E496-D0BC-4BED-BBEB-97974A73C17E}" type="presParOf" srcId="{EA63603D-283F-4E34-B759-DCAF43EA0AE9}" destId="{36858D2A-41C2-496D-ACAC-021D08E4DC6C}" srcOrd="1" destOrd="0" presId="urn:microsoft.com/office/officeart/2008/layout/VerticalCurvedList#1"/>
    <dgm:cxn modelId="{65E252CC-2E13-4FFD-A2D0-3878FD103B51}" type="presParOf" srcId="{EA63603D-283F-4E34-B759-DCAF43EA0AE9}" destId="{352D7C05-B81F-484B-8E65-45955623500F}" srcOrd="2" destOrd="0" presId="urn:microsoft.com/office/officeart/2008/layout/VerticalCurvedList#1"/>
    <dgm:cxn modelId="{EA93E8E4-A156-4153-A8E4-C8597A84E7B3}" type="presParOf" srcId="{EA63603D-283F-4E34-B759-DCAF43EA0AE9}" destId="{0A39E398-A6F8-4E0D-86D3-0D1DC09E0BFB}" srcOrd="3" destOrd="0" presId="urn:microsoft.com/office/officeart/2008/layout/VerticalCurvedList#1"/>
    <dgm:cxn modelId="{7A9FDA30-A7FA-4F80-955A-6FD0E0E7ADAF}" type="presParOf" srcId="{9297A15F-86B3-4AD9-90F6-9F5F359F5B5D}" destId="{29B36995-3915-4176-B57F-C4F4F8A13CB5}" srcOrd="1" destOrd="0" presId="urn:microsoft.com/office/officeart/2008/layout/VerticalCurvedList#1"/>
    <dgm:cxn modelId="{760E0B12-FD9A-4090-8FFD-BA27A12FC665}" type="presParOf" srcId="{9297A15F-86B3-4AD9-90F6-9F5F359F5B5D}" destId="{073092EB-087F-4DD2-8AE4-B643419C09E3}" srcOrd="2" destOrd="0" presId="urn:microsoft.com/office/officeart/2008/layout/VerticalCurvedList#1"/>
    <dgm:cxn modelId="{155D2633-4CFA-45DF-B5C3-37FBCC79337E}" type="presParOf" srcId="{073092EB-087F-4DD2-8AE4-B643419C09E3}" destId="{A6B521E3-742F-4D59-875F-A31D182AE5BF}" srcOrd="0" destOrd="0" presId="urn:microsoft.com/office/officeart/2008/layout/VerticalCurvedList#1"/>
    <dgm:cxn modelId="{169D0700-2227-461D-8CCE-9B2645CCBE16}" type="presParOf" srcId="{9297A15F-86B3-4AD9-90F6-9F5F359F5B5D}" destId="{1472F144-48E1-4C5F-8FE2-3ABD26ECF2A4}" srcOrd="3" destOrd="0" presId="urn:microsoft.com/office/officeart/2008/layout/VerticalCurvedList#1"/>
    <dgm:cxn modelId="{A76D3707-824F-4517-9B60-EAF3619D8933}" type="presParOf" srcId="{9297A15F-86B3-4AD9-90F6-9F5F359F5B5D}" destId="{B883A9A2-7FEB-4A5C-A650-3903669F8B45}" srcOrd="4" destOrd="0" presId="urn:microsoft.com/office/officeart/2008/layout/VerticalCurvedList#1"/>
    <dgm:cxn modelId="{DB53237E-BE75-4A56-96B4-937F90D04750}" type="presParOf" srcId="{B883A9A2-7FEB-4A5C-A650-3903669F8B45}" destId="{7B0A7BF3-335F-442B-A639-9E9B7E8CF5BF}" srcOrd="0" destOrd="0" presId="urn:microsoft.com/office/officeart/2008/layout/VerticalCurvedList#1"/>
    <dgm:cxn modelId="{1C680F92-5FD4-4FDD-A6A5-079942A559EB}" type="presParOf" srcId="{9297A15F-86B3-4AD9-90F6-9F5F359F5B5D}" destId="{ECB3E5D6-D274-45D7-B7E7-2A0FDD9B2712}" srcOrd="5" destOrd="0" presId="urn:microsoft.com/office/officeart/2008/layout/VerticalCurvedList#1"/>
    <dgm:cxn modelId="{5986A6A9-DA1E-414F-965F-3B333C2CBA56}" type="presParOf" srcId="{9297A15F-86B3-4AD9-90F6-9F5F359F5B5D}" destId="{464F664C-B30E-4821-A0A4-DE410A976BB4}" srcOrd="6" destOrd="0" presId="urn:microsoft.com/office/officeart/2008/layout/VerticalCurvedList#1"/>
    <dgm:cxn modelId="{56EDBD1B-DE1F-4CD3-984E-DF0B8B938674}" type="presParOf" srcId="{464F664C-B30E-4821-A0A4-DE410A976BB4}" destId="{73A9097F-DAF3-4F9A-BB7A-00950E26FF23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colorful4#2" csCatId="colorful" phldr="1"/>
      <dgm:spPr/>
      <dgm:t>
        <a:bodyPr/>
        <a:lstStyle/>
        <a:p>
          <a:endParaRPr lang="es-ES"/>
        </a:p>
      </dgm:t>
    </dgm:pt>
    <dgm:pt modelId="{A41C156D-933E-4760-869D-59172B090F64}">
      <dgm:prSet phldr="0"/>
      <dgm:spPr/>
      <dgm:t>
        <a:bodyPr/>
        <a:lstStyle/>
        <a:p>
          <a:pPr algn="l" rtl="0"/>
          <a:r>
            <a:rPr lang="es-ES"/>
            <a:t>Indica que un paquete IP </a:t>
          </a:r>
          <a:r>
            <a:rPr lang="es-ES" b="1"/>
            <a:t>no pudo ser entregado a su destino final</a:t>
          </a:r>
          <a:r>
            <a:rPr lang="es-ES"/>
            <a:t>.</a:t>
          </a:r>
          <a:endParaRPr lang="es-ES">
            <a:latin typeface="Arial"/>
          </a:endParaRPr>
        </a:p>
      </dgm:t>
    </dgm:pt>
    <dgm:pt modelId="{CD6F41D2-6001-48E8-A302-7B578A104385}" type="parTrans" cxnId="{8A18D458-A221-4709-BAD8-8A99968B0A49}">
      <dgm:prSet/>
      <dgm:spPr/>
    </dgm:pt>
    <dgm:pt modelId="{A73BD17D-9006-42F2-8FFF-CE645B6717D6}" type="sibTrans" cxnId="{8A18D458-A221-4709-BAD8-8A99968B0A49}">
      <dgm:prSet/>
      <dgm:spPr/>
    </dgm:pt>
    <dgm:pt modelId="{DA4BE2B8-25A0-432D-B306-802608646385}">
      <dgm:prSet phldr="0"/>
      <dgm:spPr/>
      <dgm:t>
        <a:bodyPr/>
        <a:lstStyle/>
        <a:p>
          <a:pPr algn="l"/>
          <a:r>
            <a:rPr lang="es-ES"/>
            <a:t>Es uno de los mensajes de error más importantes de ICMP.</a:t>
          </a:r>
        </a:p>
      </dgm:t>
    </dgm:pt>
    <dgm:pt modelId="{BA895A7E-E27C-4B30-B2F4-F8ADFF90588D}" type="parTrans" cxnId="{3DE14AA4-EB34-4E8D-8E9A-DBAA550EA5BC}">
      <dgm:prSet/>
      <dgm:spPr/>
    </dgm:pt>
    <dgm:pt modelId="{906BB30E-157B-431C-A605-82E6FD03D332}" type="sibTrans" cxnId="{3DE14AA4-EB34-4E8D-8E9A-DBAA550EA5BC}">
      <dgm:prSet/>
      <dgm:spPr/>
    </dgm:pt>
    <dgm:pt modelId="{8E9CF26B-770A-4F1D-B678-BF7AFF790FFA}">
      <dgm:prSet phldr="0"/>
      <dgm:spPr/>
      <dgm:t>
        <a:bodyPr/>
        <a:lstStyle/>
        <a:p>
          <a:pPr algn="l"/>
          <a:r>
            <a:rPr lang="es-ES"/>
            <a:t>La causa exacta se identifica mediante el campo Code.</a:t>
          </a:r>
        </a:p>
      </dgm:t>
    </dgm:pt>
    <dgm:pt modelId="{42A119A2-D8F2-4440-892B-5AD8EA29E3F5}" type="parTrans" cxnId="{109C957D-1529-4070-85FD-D39B63539283}">
      <dgm:prSet/>
      <dgm:spPr/>
    </dgm:pt>
    <dgm:pt modelId="{2D6776FE-659C-49A4-B6F6-5A0A7AE8059A}" type="sibTrans" cxnId="{109C957D-1529-4070-85FD-D39B63539283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31FD2295-064B-4036-B56E-0FE37965D1DB}" type="pres">
      <dgm:prSet presAssocID="{A41C156D-933E-4760-869D-59172B090F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F56C001-ABCB-49CF-8AC3-F3A312B42AF8}" type="pres">
      <dgm:prSet presAssocID="{A73BD17D-9006-42F2-8FFF-CE645B6717D6}" presName="spacer" presStyleCnt="0"/>
      <dgm:spPr/>
    </dgm:pt>
    <dgm:pt modelId="{E1B1DEBE-943D-4409-A476-17F9C4EC1BC0}" type="pres">
      <dgm:prSet presAssocID="{DA4BE2B8-25A0-432D-B306-8026086463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589555-4A5F-45A5-A49D-509CC3ECE21F}" type="pres">
      <dgm:prSet presAssocID="{906BB30E-157B-431C-A605-82E6FD03D332}" presName="spacer" presStyleCnt="0"/>
      <dgm:spPr/>
    </dgm:pt>
    <dgm:pt modelId="{1EA3232C-65CB-42F0-9A08-AD3DF34BC454}" type="pres">
      <dgm:prSet presAssocID="{8E9CF26B-770A-4F1D-B678-BF7AFF790FF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D3A7101-960D-4CE3-B2AA-34B6BC1B2340}" type="presOf" srcId="{8E9CF26B-770A-4F1D-B678-BF7AFF790FFA}" destId="{1EA3232C-65CB-42F0-9A08-AD3DF34BC454}" srcOrd="0" destOrd="0" presId="urn:microsoft.com/office/officeart/2005/8/layout/vList2#1"/>
    <dgm:cxn modelId="{BA8FD537-CB21-4289-99DE-E91EEAD6F6B4}" type="presOf" srcId="{DA4BE2B8-25A0-432D-B306-802608646385}" destId="{E1B1DEBE-943D-4409-A476-17F9C4EC1BC0}" srcOrd="0" destOrd="0" presId="urn:microsoft.com/office/officeart/2005/8/layout/vList2#1"/>
    <dgm:cxn modelId="{DCB1336C-3ACB-46C7-A470-60EF83BD52CE}" type="presOf" srcId="{6EF664F3-8B9C-498D-A0B3-DBE5AD178739}" destId="{B5AC36EA-E17B-4931-B378-BDAD64C979F2}" srcOrd="0" destOrd="0" presId="urn:microsoft.com/office/officeart/2005/8/layout/vList2#1"/>
    <dgm:cxn modelId="{8A18D458-A221-4709-BAD8-8A99968B0A49}" srcId="{6EF664F3-8B9C-498D-A0B3-DBE5AD178739}" destId="{A41C156D-933E-4760-869D-59172B090F64}" srcOrd="0" destOrd="0" parTransId="{CD6F41D2-6001-48E8-A302-7B578A104385}" sibTransId="{A73BD17D-9006-42F2-8FFF-CE645B6717D6}"/>
    <dgm:cxn modelId="{109C957D-1529-4070-85FD-D39B63539283}" srcId="{6EF664F3-8B9C-498D-A0B3-DBE5AD178739}" destId="{8E9CF26B-770A-4F1D-B678-BF7AFF790FFA}" srcOrd="2" destOrd="0" parTransId="{42A119A2-D8F2-4440-892B-5AD8EA29E3F5}" sibTransId="{2D6776FE-659C-49A4-B6F6-5A0A7AE8059A}"/>
    <dgm:cxn modelId="{D05DCA9C-06D4-4D0D-AE79-DC8E3E0F7B7E}" type="presOf" srcId="{A41C156D-933E-4760-869D-59172B090F64}" destId="{31FD2295-064B-4036-B56E-0FE37965D1DB}" srcOrd="0" destOrd="0" presId="urn:microsoft.com/office/officeart/2005/8/layout/vList2#1"/>
    <dgm:cxn modelId="{3DE14AA4-EB34-4E8D-8E9A-DBAA550EA5BC}" srcId="{6EF664F3-8B9C-498D-A0B3-DBE5AD178739}" destId="{DA4BE2B8-25A0-432D-B306-802608646385}" srcOrd="1" destOrd="0" parTransId="{BA895A7E-E27C-4B30-B2F4-F8ADFF90588D}" sibTransId="{906BB30E-157B-431C-A605-82E6FD03D332}"/>
    <dgm:cxn modelId="{41795CA6-79F8-409A-89DD-DA999259E56D}" type="presParOf" srcId="{B5AC36EA-E17B-4931-B378-BDAD64C979F2}" destId="{31FD2295-064B-4036-B56E-0FE37965D1DB}" srcOrd="0" destOrd="0" presId="urn:microsoft.com/office/officeart/2005/8/layout/vList2#1"/>
    <dgm:cxn modelId="{B7146A17-C678-40C9-B3CD-56DD77BF4E17}" type="presParOf" srcId="{B5AC36EA-E17B-4931-B378-BDAD64C979F2}" destId="{3F56C001-ABCB-49CF-8AC3-F3A312B42AF8}" srcOrd="1" destOrd="0" presId="urn:microsoft.com/office/officeart/2005/8/layout/vList2#1"/>
    <dgm:cxn modelId="{616929E4-CEA3-4C49-9549-D9348EE4654F}" type="presParOf" srcId="{B5AC36EA-E17B-4931-B378-BDAD64C979F2}" destId="{E1B1DEBE-943D-4409-A476-17F9C4EC1BC0}" srcOrd="2" destOrd="0" presId="urn:microsoft.com/office/officeart/2005/8/layout/vList2#1"/>
    <dgm:cxn modelId="{07C0B485-949A-42BD-A276-42A91DC36FBA}" type="presParOf" srcId="{B5AC36EA-E17B-4931-B378-BDAD64C979F2}" destId="{4E589555-4A5F-45A5-A49D-509CC3ECE21F}" srcOrd="3" destOrd="0" presId="urn:microsoft.com/office/officeart/2005/8/layout/vList2#1"/>
    <dgm:cxn modelId="{82D27FB9-9B01-41A9-BED5-FFD88F747848}" type="presParOf" srcId="{B5AC36EA-E17B-4931-B378-BDAD64C979F2}" destId="{1EA3232C-65CB-42F0-9A08-AD3DF34BC454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AAB50860-4F9C-4708-8E43-1FCF43627E35}">
      <dgm:prSet phldr="0"/>
      <dgm:spPr/>
      <dgm:t>
        <a:bodyPr/>
        <a:lstStyle/>
        <a:p>
          <a:pPr algn="l"/>
          <a:r>
            <a:rPr lang="es-EC"/>
            <a:t>Código 1: Host Unreachable</a:t>
          </a:r>
        </a:p>
      </dgm:t>
    </dgm:pt>
    <dgm:pt modelId="{68C5E852-5965-442B-8C7B-E6D984D027E4}" type="parTrans" cxnId="{B058DD55-5C76-48C6-8863-8CCF152E5B5D}">
      <dgm:prSet/>
      <dgm:spPr/>
    </dgm:pt>
    <dgm:pt modelId="{14AEFD57-A1E0-4994-BF1F-655A871B946A}" type="sibTrans" cxnId="{B058DD55-5C76-48C6-8863-8CCF152E5B5D}">
      <dgm:prSet/>
      <dgm:spPr/>
      <dgm:t>
        <a:bodyPr/>
        <a:lstStyle/>
        <a:p>
          <a:endParaRPr lang="en-US"/>
        </a:p>
      </dgm:t>
    </dgm:pt>
    <dgm:pt modelId="{08F00234-FB4C-4C4D-8BFC-909A73F59A94}">
      <dgm:prSet phldr="0"/>
      <dgm:spPr/>
      <dgm:t>
        <a:bodyPr/>
        <a:lstStyle/>
        <a:p>
          <a:pPr algn="l"/>
          <a:r>
            <a:rPr lang="es-EC" sz="1400"/>
            <a:t>La red destino es conocida, pero el host no responde.</a:t>
          </a:r>
        </a:p>
      </dgm:t>
    </dgm:pt>
    <dgm:pt modelId="{3EA40A78-27A2-412B-8CBD-9620FDE7F2A0}" type="parTrans" cxnId="{CEFD638B-A555-4F15-B3CF-F820927F8B5D}">
      <dgm:prSet/>
      <dgm:spPr/>
    </dgm:pt>
    <dgm:pt modelId="{C959B043-62CE-4A6F-A41E-510E327CFD87}" type="sibTrans" cxnId="{CEFD638B-A555-4F15-B3CF-F820927F8B5D}">
      <dgm:prSet/>
      <dgm:spPr/>
      <dgm:t>
        <a:bodyPr/>
        <a:lstStyle/>
        <a:p>
          <a:endParaRPr lang="en-US"/>
        </a:p>
      </dgm:t>
    </dgm:pt>
    <dgm:pt modelId="{C737A6A5-FFD2-4AFE-A313-52444F25D2C0}">
      <dgm:prSet phldr="0"/>
      <dgm:spPr/>
      <dgm:t>
        <a:bodyPr/>
        <a:lstStyle/>
        <a:p>
          <a:pPr algn="l"/>
          <a:r>
            <a:rPr lang="es-EC" sz="1400"/>
            <a:t>Error típico de </a:t>
          </a:r>
          <a:r>
            <a:rPr lang="es-EC" sz="1400" b="1"/>
            <a:t>Capa 2 (ARP</a:t>
          </a:r>
          <a:r>
            <a:rPr lang="es-EC" sz="1400"/>
            <a:t>).</a:t>
          </a:r>
        </a:p>
      </dgm:t>
    </dgm:pt>
    <dgm:pt modelId="{00F085A9-5D71-4665-A293-10AC00B5F5AD}" type="parTrans" cxnId="{D228E62E-A9D4-4BF0-968A-8C25383FD262}">
      <dgm:prSet/>
      <dgm:spPr/>
    </dgm:pt>
    <dgm:pt modelId="{C6527293-AEBA-4DCE-A786-4D3CD68BDCF0}" type="sibTrans" cxnId="{D228E62E-A9D4-4BF0-968A-8C25383FD262}">
      <dgm:prSet/>
      <dgm:spPr/>
      <dgm:t>
        <a:bodyPr/>
        <a:lstStyle/>
        <a:p>
          <a:endParaRPr lang="en-US"/>
        </a:p>
      </dgm:t>
    </dgm:pt>
    <dgm:pt modelId="{666B4D82-BA5D-489F-A07C-6008C8853FAC}">
      <dgm:prSet phldr="0"/>
      <dgm:spPr/>
      <dgm:t>
        <a:bodyPr/>
        <a:lstStyle/>
        <a:p>
          <a:pPr algn="l"/>
          <a:r>
            <a:rPr lang="es-EC" sz="1400"/>
            <a:t>Ocurre cuando el host está apagado o desconectado.</a:t>
          </a:r>
        </a:p>
      </dgm:t>
    </dgm:pt>
    <dgm:pt modelId="{AE682DC5-0839-4FDA-BE61-5FE8D9C7B894}" type="parTrans" cxnId="{6A095382-E72B-402E-A5F1-E4DDB006842F}">
      <dgm:prSet/>
      <dgm:spPr/>
    </dgm:pt>
    <dgm:pt modelId="{6F355E23-3A0A-48F9-9887-1B0506FE27ED}" type="sibTrans" cxnId="{6A095382-E72B-402E-A5F1-E4DDB006842F}">
      <dgm:prSet/>
      <dgm:spPr/>
      <dgm:t>
        <a:bodyPr/>
        <a:lstStyle/>
        <a:p>
          <a:endParaRPr lang="en-US"/>
        </a:p>
      </dgm:t>
    </dgm:pt>
    <dgm:pt modelId="{01F23F13-F87F-4A25-99C4-60693B7C8801}">
      <dgm:prSet phldr="0"/>
      <dgm:spPr/>
      <dgm:t>
        <a:bodyPr/>
        <a:lstStyle/>
        <a:p>
          <a:pPr algn="l" rtl="0"/>
          <a:r>
            <a:rPr lang="es-EC"/>
            <a:t>Código 3: Port Unreachable</a:t>
          </a:r>
          <a:endParaRPr lang="es-EC">
            <a:latin typeface="Arial"/>
          </a:endParaRPr>
        </a:p>
      </dgm:t>
    </dgm:pt>
    <dgm:pt modelId="{776B82E9-C935-4E83-93E7-A3842EC768DA}" type="parTrans" cxnId="{38F49FE5-A929-43AC-A60B-D2C91A5029E2}">
      <dgm:prSet/>
      <dgm:spPr/>
    </dgm:pt>
    <dgm:pt modelId="{DD4E318D-B9BA-4744-8BA4-C2645AEF04FD}" type="sibTrans" cxnId="{38F49FE5-A929-43AC-A60B-D2C91A5029E2}">
      <dgm:prSet/>
      <dgm:spPr/>
      <dgm:t>
        <a:bodyPr/>
        <a:lstStyle/>
        <a:p>
          <a:endParaRPr lang="en-US"/>
        </a:p>
      </dgm:t>
    </dgm:pt>
    <dgm:pt modelId="{1ED2C9CA-2EE9-43E2-866C-D865AA253DDF}">
      <dgm:prSet phldr="0"/>
      <dgm:spPr/>
      <dgm:t>
        <a:bodyPr/>
        <a:lstStyle/>
        <a:p>
          <a:pPr algn="l"/>
          <a:r>
            <a:rPr lang="es-EC" sz="1400"/>
            <a:t>El paquete llegó correctamente al host destino.</a:t>
          </a:r>
        </a:p>
      </dgm:t>
    </dgm:pt>
    <dgm:pt modelId="{2E49260D-E64C-49D0-AF9F-B9720808CEC5}" type="parTrans" cxnId="{AD9749A2-E071-4FBC-B073-3AF4A2B79060}">
      <dgm:prSet/>
      <dgm:spPr/>
    </dgm:pt>
    <dgm:pt modelId="{01AC3BB2-210C-432D-8362-D4B006ED0E78}" type="sibTrans" cxnId="{AD9749A2-E071-4FBC-B073-3AF4A2B79060}">
      <dgm:prSet/>
      <dgm:spPr/>
      <dgm:t>
        <a:bodyPr/>
        <a:lstStyle/>
        <a:p>
          <a:endParaRPr lang="en-US"/>
        </a:p>
      </dgm:t>
    </dgm:pt>
    <dgm:pt modelId="{72AE7985-1555-4328-B28C-262D4008EFF0}">
      <dgm:prSet phldr="0"/>
      <dgm:spPr/>
      <dgm:t>
        <a:bodyPr/>
        <a:lstStyle/>
        <a:p>
          <a:pPr algn="l"/>
          <a:r>
            <a:rPr lang="es-EC" sz="1400"/>
            <a:t>No existe ninguna aplicación escuchando en el puerto destino.</a:t>
          </a:r>
        </a:p>
      </dgm:t>
    </dgm:pt>
    <dgm:pt modelId="{165AB9F0-A8BE-4B94-AD0C-5256D2707A2E}" type="parTrans" cxnId="{3E4C29CF-39E4-4054-B4C6-2331103DD175}">
      <dgm:prSet/>
      <dgm:spPr/>
    </dgm:pt>
    <dgm:pt modelId="{D714081F-0649-41B7-AC96-6AA6289AFCD0}" type="sibTrans" cxnId="{3E4C29CF-39E4-4054-B4C6-2331103DD175}">
      <dgm:prSet/>
      <dgm:spPr/>
      <dgm:t>
        <a:bodyPr/>
        <a:lstStyle/>
        <a:p>
          <a:endParaRPr lang="en-US"/>
        </a:p>
      </dgm:t>
    </dgm:pt>
    <dgm:pt modelId="{C7FD1821-8555-4912-B139-D4F4CF8CA53A}">
      <dgm:prSet phldr="0"/>
      <dgm:spPr/>
      <dgm:t>
        <a:bodyPr/>
        <a:lstStyle/>
        <a:p>
          <a:pPr algn="l"/>
          <a:r>
            <a:rPr lang="es-EC" sz="1400"/>
            <a:t>Error de </a:t>
          </a:r>
          <a:r>
            <a:rPr lang="es-EC" sz="1400" b="1"/>
            <a:t>Capa 4 (Transporte / Aplicación)</a:t>
          </a:r>
          <a:r>
            <a:rPr lang="es-EC" sz="1400"/>
            <a:t>.</a:t>
          </a:r>
        </a:p>
      </dgm:t>
    </dgm:pt>
    <dgm:pt modelId="{441519A7-5ACD-4898-9CE7-CA012049EF07}" type="parTrans" cxnId="{1486C07E-0ECA-463D-B30A-747EF9124337}">
      <dgm:prSet/>
      <dgm:spPr/>
    </dgm:pt>
    <dgm:pt modelId="{2834433D-95E5-49EA-88C4-F78B5D65DD57}" type="sibTrans" cxnId="{1486C07E-0ECA-463D-B30A-747EF9124337}">
      <dgm:prSet/>
      <dgm:spPr/>
      <dgm:t>
        <a:bodyPr/>
        <a:lstStyle/>
        <a:p>
          <a:endParaRPr lang="en-US"/>
        </a:p>
      </dgm:t>
    </dgm:pt>
    <dgm:pt modelId="{B63A2747-7CFD-472B-84E1-3B43665FA1E4}">
      <dgm:prSet phldr="0"/>
      <dgm:spPr/>
      <dgm:t>
        <a:bodyPr/>
        <a:lstStyle/>
        <a:p>
          <a:pPr algn="l"/>
          <a:r>
            <a:rPr lang="es-EC" sz="1400"/>
            <a:t>Fundamental para protocolos sin conexión como UDP.</a:t>
          </a:r>
        </a:p>
      </dgm:t>
    </dgm:pt>
    <dgm:pt modelId="{7F33B476-12A2-43B7-860C-2E0B5803E9A1}" type="parTrans" cxnId="{3BC83C97-99FE-4705-A3E8-9DAD5EEA4A99}">
      <dgm:prSet/>
      <dgm:spPr/>
    </dgm:pt>
    <dgm:pt modelId="{B6F2A961-22BB-456E-8737-C940CCA3A2C2}" type="sibTrans" cxnId="{3BC83C97-99FE-4705-A3E8-9DAD5EEA4A99}">
      <dgm:prSet/>
      <dgm:spPr/>
      <dgm:t>
        <a:bodyPr/>
        <a:lstStyle/>
        <a:p>
          <a:endParaRPr lang="en-US"/>
        </a:p>
      </dgm:t>
    </dgm:pt>
    <dgm:pt modelId="{9B93FC82-EA4B-4DA3-8270-B9411F3A6AC5}">
      <dgm:prSet phldr="0"/>
      <dgm:spPr/>
      <dgm:t>
        <a:bodyPr/>
        <a:lstStyle/>
        <a:p>
          <a:pPr algn="l" rtl="0"/>
          <a:r>
            <a:rPr lang="es-EC" b="0"/>
            <a:t>Código 0: Network Unreachable</a:t>
          </a:r>
          <a:endParaRPr lang="es-EC" b="0">
            <a:latin typeface="Arial"/>
          </a:endParaRPr>
        </a:p>
      </dgm:t>
    </dgm:pt>
    <dgm:pt modelId="{1D1BE59B-F6CB-402A-AA72-743248F7F2B9}" type="parTrans" cxnId="{68D2D803-137B-4633-B25D-288322512601}">
      <dgm:prSet/>
      <dgm:spPr/>
    </dgm:pt>
    <dgm:pt modelId="{F619C500-B251-4CD7-8505-44386ABD9A6C}" type="sibTrans" cxnId="{68D2D803-137B-4633-B25D-288322512601}">
      <dgm:prSet/>
      <dgm:spPr/>
      <dgm:t>
        <a:bodyPr/>
        <a:lstStyle/>
        <a:p>
          <a:endParaRPr lang="en-US"/>
        </a:p>
      </dgm:t>
    </dgm:pt>
    <dgm:pt modelId="{4A2F1044-642D-43D4-AC0F-DF12F17612D7}">
      <dgm:prSet phldr="0"/>
      <dgm:spPr/>
      <dgm:t>
        <a:bodyPr/>
        <a:lstStyle/>
        <a:p>
          <a:pPr algn="l"/>
          <a:r>
            <a:rPr lang="es-EC" sz="1400"/>
            <a:t>No existe una ruta conocida hacia la red destino.</a:t>
          </a:r>
        </a:p>
      </dgm:t>
    </dgm:pt>
    <dgm:pt modelId="{4DFF74AC-1A89-48A9-939D-5421A66CCAB2}" type="parTrans" cxnId="{28AA92B8-E844-44BF-9E46-FB7DD701D753}">
      <dgm:prSet/>
      <dgm:spPr/>
    </dgm:pt>
    <dgm:pt modelId="{86034B6A-C599-4A50-81FB-86AB4A17F61C}" type="sibTrans" cxnId="{28AA92B8-E844-44BF-9E46-FB7DD701D753}">
      <dgm:prSet/>
      <dgm:spPr/>
      <dgm:t>
        <a:bodyPr/>
        <a:lstStyle/>
        <a:p>
          <a:endParaRPr lang="en-US"/>
        </a:p>
      </dgm:t>
    </dgm:pt>
    <dgm:pt modelId="{100834D9-8E66-48F5-8306-D6FF8C9F1F59}">
      <dgm:prSet phldr="0"/>
      <dgm:spPr/>
      <dgm:t>
        <a:bodyPr/>
        <a:lstStyle/>
        <a:p>
          <a:pPr algn="l"/>
          <a:r>
            <a:rPr lang="es-EC" sz="1400"/>
            <a:t>Error de </a:t>
          </a:r>
          <a:r>
            <a:rPr lang="es-EC" sz="1400" b="1"/>
            <a:t>Capa 3 (Enrutamiento)</a:t>
          </a:r>
          <a:r>
            <a:rPr lang="es-EC" sz="1400"/>
            <a:t>.</a:t>
          </a:r>
        </a:p>
      </dgm:t>
    </dgm:pt>
    <dgm:pt modelId="{DF6C8F12-C730-4ED2-A322-8A63FE1871EF}" type="parTrans" cxnId="{632618CC-73B7-4D23-B6A7-795BC2FE709E}">
      <dgm:prSet/>
      <dgm:spPr/>
    </dgm:pt>
    <dgm:pt modelId="{029378A6-EA38-473F-8B63-70AE6D4C7BE0}" type="sibTrans" cxnId="{632618CC-73B7-4D23-B6A7-795BC2FE709E}">
      <dgm:prSet/>
      <dgm:spPr/>
      <dgm:t>
        <a:bodyPr/>
        <a:lstStyle/>
        <a:p>
          <a:endParaRPr lang="en-US"/>
        </a:p>
      </dgm:t>
    </dgm:pt>
    <dgm:pt modelId="{A0F89446-18A6-4CAB-997D-58328689BEF1}">
      <dgm:prSet phldr="0"/>
      <dgm:spPr/>
      <dgm:t>
        <a:bodyPr/>
        <a:lstStyle/>
        <a:p>
          <a:pPr algn="l"/>
          <a:r>
            <a:rPr lang="es-EC" sz="1400"/>
            <a:t>El </a:t>
          </a:r>
          <a:r>
            <a:rPr lang="es-EC" sz="1400" err="1"/>
            <a:t>router</a:t>
          </a:r>
          <a:r>
            <a:rPr lang="es-EC" sz="1400"/>
            <a:t> no tiene rutas estáticas, dinámicas ni ruta por defecto.</a:t>
          </a:r>
        </a:p>
      </dgm:t>
    </dgm:pt>
    <dgm:pt modelId="{1D2223E7-7435-43D1-97F1-18B8C5EAA4ED}" type="parTrans" cxnId="{A8022A9A-7B8F-43F1-B083-1F26519ADE78}">
      <dgm:prSet/>
      <dgm:spPr/>
    </dgm:pt>
    <dgm:pt modelId="{CCA779D7-F4BC-4537-8D3F-E64D6288A2C1}" type="sibTrans" cxnId="{A8022A9A-7B8F-43F1-B083-1F26519ADE78}">
      <dgm:prSet/>
      <dgm:spPr/>
      <dgm:t>
        <a:bodyPr/>
        <a:lstStyle/>
        <a:p>
          <a:endParaRPr lang="en-US"/>
        </a:p>
      </dgm:t>
    </dgm:pt>
    <dgm:pt modelId="{B2F4EB24-04D5-4AE5-9B86-84BCFB6A95CE}">
      <dgm:prSet phldr="0"/>
      <dgm:spPr/>
      <dgm:t>
        <a:bodyPr/>
        <a:lstStyle/>
        <a:p>
          <a:pPr algn="l" rtl="0"/>
          <a:r>
            <a:rPr lang="es-EC"/>
            <a:t>Código 4: Fragmentation Needed / DF Set</a:t>
          </a:r>
          <a:endParaRPr lang="es-EC">
            <a:latin typeface="Arial"/>
          </a:endParaRPr>
        </a:p>
      </dgm:t>
    </dgm:pt>
    <dgm:pt modelId="{3F27B343-95C1-43AC-98BD-93E3674742A3}" type="parTrans" cxnId="{8FFF6C66-8893-4722-9D2A-E1E222EAF131}">
      <dgm:prSet/>
      <dgm:spPr/>
    </dgm:pt>
    <dgm:pt modelId="{719EE240-4614-48CA-A507-BF088A48D2F3}" type="sibTrans" cxnId="{8FFF6C66-8893-4722-9D2A-E1E222EAF131}">
      <dgm:prSet/>
      <dgm:spPr/>
      <dgm:t>
        <a:bodyPr/>
        <a:lstStyle/>
        <a:p>
          <a:endParaRPr lang="en-US"/>
        </a:p>
      </dgm:t>
    </dgm:pt>
    <dgm:pt modelId="{6EDB69A9-7E98-4E6D-95A2-D8E7A474AA7C}">
      <dgm:prSet phldr="0"/>
      <dgm:spPr/>
      <dgm:t>
        <a:bodyPr/>
        <a:lstStyle/>
        <a:p>
          <a:pPr algn="l"/>
          <a:r>
            <a:rPr lang="es-EC" sz="1400"/>
            <a:t>El paquete supera la MTU del enlace de salida.</a:t>
          </a:r>
        </a:p>
      </dgm:t>
    </dgm:pt>
    <dgm:pt modelId="{1FF40F95-B88B-41AC-A74B-51FB1096A2B3}" type="parTrans" cxnId="{D6639D32-658F-4FFA-BC7F-72797DB6888A}">
      <dgm:prSet/>
      <dgm:spPr/>
    </dgm:pt>
    <dgm:pt modelId="{0EC77DF3-34F2-4080-9393-F0A70867634D}" type="sibTrans" cxnId="{D6639D32-658F-4FFA-BC7F-72797DB6888A}">
      <dgm:prSet/>
      <dgm:spPr/>
      <dgm:t>
        <a:bodyPr/>
        <a:lstStyle/>
        <a:p>
          <a:endParaRPr lang="en-US"/>
        </a:p>
      </dgm:t>
    </dgm:pt>
    <dgm:pt modelId="{E6A196CA-41CC-4864-B554-1F46DCAAF139}">
      <dgm:prSet phldr="0"/>
      <dgm:spPr/>
      <dgm:t>
        <a:bodyPr/>
        <a:lstStyle/>
        <a:p>
          <a:pPr algn="l"/>
          <a:r>
            <a:rPr lang="es-EC" sz="1400"/>
            <a:t>El bit DF está activado, por lo que no puede fragmentarse.</a:t>
          </a:r>
        </a:p>
      </dgm:t>
    </dgm:pt>
    <dgm:pt modelId="{3330F83D-4FC6-4CAF-A631-E4785BE6EA35}" type="parTrans" cxnId="{D206C55C-AF3B-4205-BB21-E0338F9D32A8}">
      <dgm:prSet/>
      <dgm:spPr/>
    </dgm:pt>
    <dgm:pt modelId="{5CDC5B68-BEDB-49CE-AB77-1CA267AC0AA7}" type="sibTrans" cxnId="{D206C55C-AF3B-4205-BB21-E0338F9D32A8}">
      <dgm:prSet/>
      <dgm:spPr/>
      <dgm:t>
        <a:bodyPr/>
        <a:lstStyle/>
        <a:p>
          <a:endParaRPr lang="en-US"/>
        </a:p>
      </dgm:t>
    </dgm:pt>
    <dgm:pt modelId="{0F9EF7D6-DE5B-405D-8961-B64A61D681A7}">
      <dgm:prSet phldr="0"/>
      <dgm:spPr/>
      <dgm:t>
        <a:bodyPr/>
        <a:lstStyle/>
        <a:p>
          <a:pPr algn="l"/>
          <a:r>
            <a:rPr lang="es-EC" sz="1400"/>
            <a:t>Es esencial para el </a:t>
          </a:r>
          <a:r>
            <a:rPr lang="es-EC" sz="1400" b="1" err="1"/>
            <a:t>Path</a:t>
          </a:r>
          <a:r>
            <a:rPr lang="es-EC" sz="1400" b="1"/>
            <a:t> MTU Discovery (PMTUD)</a:t>
          </a:r>
          <a:r>
            <a:rPr lang="es-EC" sz="1400"/>
            <a:t>.</a:t>
          </a:r>
        </a:p>
      </dgm:t>
    </dgm:pt>
    <dgm:pt modelId="{562C6555-6B43-447D-8047-0406ED9D06EA}" type="parTrans" cxnId="{ED987261-4CA6-4964-8E7D-C51DB2BC01E2}">
      <dgm:prSet/>
      <dgm:spPr/>
    </dgm:pt>
    <dgm:pt modelId="{F6D1F85A-B6B6-49A0-931B-FC2318DA7A4B}" type="sibTrans" cxnId="{ED987261-4CA6-4964-8E7D-C51DB2BC01E2}">
      <dgm:prSet/>
      <dgm:spPr/>
      <dgm:t>
        <a:bodyPr/>
        <a:lstStyle/>
        <a:p>
          <a:endParaRPr lang="en-US"/>
        </a:p>
      </dgm:t>
    </dgm:pt>
    <dgm:pt modelId="{ED0EA11C-C3C1-45BB-8175-78EEA5A77044}">
      <dgm:prSet phldr="0"/>
      <dgm:spPr/>
      <dgm:t>
        <a:bodyPr/>
        <a:lstStyle/>
        <a:p>
          <a:pPr algn="l"/>
          <a:r>
            <a:rPr lang="es-EC" sz="1400"/>
            <a:t>Permite optimizar el tamaño de los paquetes y evitar fragmentación.</a:t>
          </a:r>
        </a:p>
      </dgm:t>
    </dgm:pt>
    <dgm:pt modelId="{AFC40A47-B318-4494-9096-D94D97660E99}" type="parTrans" cxnId="{BF03CAB0-1713-4B85-847C-8758E87C6743}">
      <dgm:prSet/>
      <dgm:spPr/>
    </dgm:pt>
    <dgm:pt modelId="{85BB71AB-00B0-400D-9F65-2DB4F08EBD51}" type="sibTrans" cxnId="{BF03CAB0-1713-4B85-847C-8758E87C6743}">
      <dgm:prSet/>
      <dgm:spPr/>
      <dgm:t>
        <a:bodyPr/>
        <a:lstStyle/>
        <a:p>
          <a:endParaRPr lang="en-US"/>
        </a:p>
      </dgm:t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4168B9E5-3E11-4D4A-9974-3F35DC6AF598}" type="pres">
      <dgm:prSet presAssocID="{9B93FC82-EA4B-4DA3-8270-B9411F3A6AC5}" presName="composite" presStyleCnt="0"/>
      <dgm:spPr/>
    </dgm:pt>
    <dgm:pt modelId="{E6C982F1-135D-4771-90CB-07E7F1361E12}" type="pres">
      <dgm:prSet presAssocID="{9B93FC82-EA4B-4DA3-8270-B9411F3A6AC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79A6A36-E156-40BD-B41F-CE7E549B37C0}" type="pres">
      <dgm:prSet presAssocID="{9B93FC82-EA4B-4DA3-8270-B9411F3A6AC5}" presName="parSh" presStyleLbl="node1" presStyleIdx="0" presStyleCnt="4"/>
      <dgm:spPr/>
    </dgm:pt>
    <dgm:pt modelId="{F602C7D1-8AF2-4D6B-A6B9-11069A88EFB5}" type="pres">
      <dgm:prSet presAssocID="{9B93FC82-EA4B-4DA3-8270-B9411F3A6AC5}" presName="desTx" presStyleLbl="fgAcc1" presStyleIdx="0" presStyleCnt="4">
        <dgm:presLayoutVars>
          <dgm:bulletEnabled val="1"/>
        </dgm:presLayoutVars>
      </dgm:prSet>
      <dgm:spPr/>
    </dgm:pt>
    <dgm:pt modelId="{D75F8C54-697A-41E0-AE47-3337CEF75A9D}" type="pres">
      <dgm:prSet presAssocID="{F619C500-B251-4CD7-8505-44386ABD9A6C}" presName="sibTrans" presStyleLbl="sibTrans2D1" presStyleIdx="0" presStyleCnt="3"/>
      <dgm:spPr/>
    </dgm:pt>
    <dgm:pt modelId="{E8033F41-2341-4BE8-8546-020A715D66F4}" type="pres">
      <dgm:prSet presAssocID="{F619C500-B251-4CD7-8505-44386ABD9A6C}" presName="connTx" presStyleLbl="sibTrans2D1" presStyleIdx="0" presStyleCnt="3"/>
      <dgm:spPr/>
    </dgm:pt>
    <dgm:pt modelId="{99DCD812-0564-48EE-9F4B-B7597A6C29BF}" type="pres">
      <dgm:prSet presAssocID="{AAB50860-4F9C-4708-8E43-1FCF43627E35}" presName="composite" presStyleCnt="0"/>
      <dgm:spPr/>
    </dgm:pt>
    <dgm:pt modelId="{211B07C6-4985-42C3-9C30-685C4CB4D24D}" type="pres">
      <dgm:prSet presAssocID="{AAB50860-4F9C-4708-8E43-1FCF43627E3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FA6606-51FF-47D2-817F-CD67FE602E78}" type="pres">
      <dgm:prSet presAssocID="{AAB50860-4F9C-4708-8E43-1FCF43627E35}" presName="parSh" presStyleLbl="node1" presStyleIdx="1" presStyleCnt="4"/>
      <dgm:spPr/>
    </dgm:pt>
    <dgm:pt modelId="{87AF67F7-B2A1-4382-9476-37ACA07F2AF1}" type="pres">
      <dgm:prSet presAssocID="{AAB50860-4F9C-4708-8E43-1FCF43627E35}" presName="desTx" presStyleLbl="fgAcc1" presStyleIdx="1" presStyleCnt="4">
        <dgm:presLayoutVars>
          <dgm:bulletEnabled val="1"/>
        </dgm:presLayoutVars>
      </dgm:prSet>
      <dgm:spPr/>
    </dgm:pt>
    <dgm:pt modelId="{A2E7AEC1-66D4-4CC5-9547-5097D991967A}" type="pres">
      <dgm:prSet presAssocID="{14AEFD57-A1E0-4994-BF1F-655A871B946A}" presName="sibTrans" presStyleLbl="sibTrans2D1" presStyleIdx="1" presStyleCnt="3"/>
      <dgm:spPr/>
    </dgm:pt>
    <dgm:pt modelId="{575F3CE6-2C8E-4D63-B215-6341749C8C90}" type="pres">
      <dgm:prSet presAssocID="{14AEFD57-A1E0-4994-BF1F-655A871B946A}" presName="connTx" presStyleLbl="sibTrans2D1" presStyleIdx="1" presStyleCnt="3"/>
      <dgm:spPr/>
    </dgm:pt>
    <dgm:pt modelId="{FBB44A77-BF50-4792-9B63-A55B2E99D7B9}" type="pres">
      <dgm:prSet presAssocID="{01F23F13-F87F-4A25-99C4-60693B7C8801}" presName="composite" presStyleCnt="0"/>
      <dgm:spPr/>
    </dgm:pt>
    <dgm:pt modelId="{0A61371D-D715-4547-8D23-C10DE73A9DEC}" type="pres">
      <dgm:prSet presAssocID="{01F23F13-F87F-4A25-99C4-60693B7C8801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0D0A09-60E4-4FF8-A386-8A15807B40CE}" type="pres">
      <dgm:prSet presAssocID="{01F23F13-F87F-4A25-99C4-60693B7C8801}" presName="parSh" presStyleLbl="node1" presStyleIdx="2" presStyleCnt="4"/>
      <dgm:spPr/>
    </dgm:pt>
    <dgm:pt modelId="{CF4D7485-AB7B-4966-A3AD-1AC28CB8198F}" type="pres">
      <dgm:prSet presAssocID="{01F23F13-F87F-4A25-99C4-60693B7C8801}" presName="desTx" presStyleLbl="fgAcc1" presStyleIdx="2" presStyleCnt="4">
        <dgm:presLayoutVars>
          <dgm:bulletEnabled val="1"/>
        </dgm:presLayoutVars>
      </dgm:prSet>
      <dgm:spPr/>
    </dgm:pt>
    <dgm:pt modelId="{08DAF9CA-5630-4B27-9537-3D8E6AF5214F}" type="pres">
      <dgm:prSet presAssocID="{DD4E318D-B9BA-4744-8BA4-C2645AEF04FD}" presName="sibTrans" presStyleLbl="sibTrans2D1" presStyleIdx="2" presStyleCnt="3"/>
      <dgm:spPr/>
    </dgm:pt>
    <dgm:pt modelId="{834B8516-4062-4C7A-B5C4-5CB7157F6E5C}" type="pres">
      <dgm:prSet presAssocID="{DD4E318D-B9BA-4744-8BA4-C2645AEF04FD}" presName="connTx" presStyleLbl="sibTrans2D1" presStyleIdx="2" presStyleCnt="3"/>
      <dgm:spPr/>
    </dgm:pt>
    <dgm:pt modelId="{99F7DDD2-ABD8-4628-B9B2-B7648DAE8445}" type="pres">
      <dgm:prSet presAssocID="{B2F4EB24-04D5-4AE5-9B86-84BCFB6A95CE}" presName="composite" presStyleCnt="0"/>
      <dgm:spPr/>
    </dgm:pt>
    <dgm:pt modelId="{54C853C1-7A44-4D03-B7E2-F1C95E03837F}" type="pres">
      <dgm:prSet presAssocID="{B2F4EB24-04D5-4AE5-9B86-84BCFB6A95CE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AC1356B-ACB0-4688-8649-4D51F7348C2A}" type="pres">
      <dgm:prSet presAssocID="{B2F4EB24-04D5-4AE5-9B86-84BCFB6A95CE}" presName="parSh" presStyleLbl="node1" presStyleIdx="3" presStyleCnt="4"/>
      <dgm:spPr/>
    </dgm:pt>
    <dgm:pt modelId="{2D16DD01-100F-4B0E-980D-A8279B79BFE7}" type="pres">
      <dgm:prSet presAssocID="{B2F4EB24-04D5-4AE5-9B86-84BCFB6A95CE}" presName="desTx" presStyleLbl="fgAcc1" presStyleIdx="3" presStyleCnt="4">
        <dgm:presLayoutVars>
          <dgm:bulletEnabled val="1"/>
        </dgm:presLayoutVars>
      </dgm:prSet>
      <dgm:spPr/>
    </dgm:pt>
  </dgm:ptLst>
  <dgm:cxnLst>
    <dgm:cxn modelId="{68D2D803-137B-4633-B25D-288322512601}" srcId="{17377101-814E-4BB6-BEB4-A6CFA83DA9D8}" destId="{9B93FC82-EA4B-4DA3-8270-B9411F3A6AC5}" srcOrd="0" destOrd="0" parTransId="{1D1BE59B-F6CB-402A-AA72-743248F7F2B9}" sibTransId="{F619C500-B251-4CD7-8505-44386ABD9A6C}"/>
    <dgm:cxn modelId="{369B7E05-718C-4AD5-ADC1-DB944603FCB0}" type="presOf" srcId="{ED0EA11C-C3C1-45BB-8175-78EEA5A77044}" destId="{2D16DD01-100F-4B0E-980D-A8279B79BFE7}" srcOrd="0" destOrd="3" presId="urn:microsoft.com/office/officeart/2005/8/layout/process3#1"/>
    <dgm:cxn modelId="{1778D605-74B3-4791-94CB-5636F52C9B52}" type="presOf" srcId="{1ED2C9CA-2EE9-43E2-866C-D865AA253DDF}" destId="{CF4D7485-AB7B-4966-A3AD-1AC28CB8198F}" srcOrd="0" destOrd="0" presId="urn:microsoft.com/office/officeart/2005/8/layout/process3#1"/>
    <dgm:cxn modelId="{4E802511-B880-426B-8D8E-E09ED0BA9C2B}" type="presOf" srcId="{666B4D82-BA5D-489F-A07C-6008C8853FAC}" destId="{87AF67F7-B2A1-4382-9476-37ACA07F2AF1}" srcOrd="0" destOrd="2" presId="urn:microsoft.com/office/officeart/2005/8/layout/process3#1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CB9BBF17-375A-492E-A357-6C710E6B7F1E}" type="presOf" srcId="{DD4E318D-B9BA-4744-8BA4-C2645AEF04FD}" destId="{08DAF9CA-5630-4B27-9537-3D8E6AF5214F}" srcOrd="0" destOrd="0" presId="urn:microsoft.com/office/officeart/2005/8/layout/process3#1"/>
    <dgm:cxn modelId="{564A0B28-7A02-456B-B204-0028D937D3E8}" type="presOf" srcId="{B2F4EB24-04D5-4AE5-9B86-84BCFB6A95CE}" destId="{8AC1356B-ACB0-4688-8649-4D51F7348C2A}" srcOrd="1" destOrd="0" presId="urn:microsoft.com/office/officeart/2005/8/layout/process3#1"/>
    <dgm:cxn modelId="{D228E62E-A9D4-4BF0-968A-8C25383FD262}" srcId="{AAB50860-4F9C-4708-8E43-1FCF43627E35}" destId="{C737A6A5-FFD2-4AFE-A313-52444F25D2C0}" srcOrd="1" destOrd="0" parTransId="{00F085A9-5D71-4665-A293-10AC00B5F5AD}" sibTransId="{C6527293-AEBA-4DCE-A786-4D3CD68BDCF0}"/>
    <dgm:cxn modelId="{D6639D32-658F-4FFA-BC7F-72797DB6888A}" srcId="{B2F4EB24-04D5-4AE5-9B86-84BCFB6A95CE}" destId="{6EDB69A9-7E98-4E6D-95A2-D8E7A474AA7C}" srcOrd="0" destOrd="0" parTransId="{1FF40F95-B88B-41AC-A74B-51FB1096A2B3}" sibTransId="{0EC77DF3-34F2-4080-9393-F0A70867634D}"/>
    <dgm:cxn modelId="{36460636-A697-4605-97C0-3D498485D326}" type="presOf" srcId="{72AE7985-1555-4328-B28C-262D4008EFF0}" destId="{CF4D7485-AB7B-4966-A3AD-1AC28CB8198F}" srcOrd="0" destOrd="1" presId="urn:microsoft.com/office/officeart/2005/8/layout/process3#1"/>
    <dgm:cxn modelId="{D047CB37-4555-4DA7-B467-3770104C5A09}" type="presOf" srcId="{F619C500-B251-4CD7-8505-44386ABD9A6C}" destId="{E8033F41-2341-4BE8-8546-020A715D66F4}" srcOrd="1" destOrd="0" presId="urn:microsoft.com/office/officeart/2005/8/layout/process3#1"/>
    <dgm:cxn modelId="{3C65913D-DE1B-4D13-BD72-F4D7289F3736}" type="presOf" srcId="{AAB50860-4F9C-4708-8E43-1FCF43627E35}" destId="{211B07C6-4985-42C3-9C30-685C4CB4D24D}" srcOrd="0" destOrd="0" presId="urn:microsoft.com/office/officeart/2005/8/layout/process3#1"/>
    <dgm:cxn modelId="{C27F355B-3759-4810-A109-7BF7F41B2139}" type="presOf" srcId="{9B93FC82-EA4B-4DA3-8270-B9411F3A6AC5}" destId="{379A6A36-E156-40BD-B41F-CE7E549B37C0}" srcOrd="1" destOrd="0" presId="urn:microsoft.com/office/officeart/2005/8/layout/process3#1"/>
    <dgm:cxn modelId="{D206C55C-AF3B-4205-BB21-E0338F9D32A8}" srcId="{B2F4EB24-04D5-4AE5-9B86-84BCFB6A95CE}" destId="{E6A196CA-41CC-4864-B554-1F46DCAAF139}" srcOrd="1" destOrd="0" parTransId="{3330F83D-4FC6-4CAF-A631-E4785BE6EA35}" sibTransId="{5CDC5B68-BEDB-49CE-AB77-1CA267AC0AA7}"/>
    <dgm:cxn modelId="{ED987261-4CA6-4964-8E7D-C51DB2BC01E2}" srcId="{B2F4EB24-04D5-4AE5-9B86-84BCFB6A95CE}" destId="{0F9EF7D6-DE5B-405D-8961-B64A61D681A7}" srcOrd="2" destOrd="0" parTransId="{562C6555-6B43-447D-8047-0406ED9D06EA}" sibTransId="{F6D1F85A-B6B6-49A0-931B-FC2318DA7A4B}"/>
    <dgm:cxn modelId="{653FF142-0851-4411-BD63-096CF90C3DEC}" type="presOf" srcId="{C7FD1821-8555-4912-B139-D4F4CF8CA53A}" destId="{CF4D7485-AB7B-4966-A3AD-1AC28CB8198F}" srcOrd="0" destOrd="2" presId="urn:microsoft.com/office/officeart/2005/8/layout/process3#1"/>
    <dgm:cxn modelId="{8FFF6C66-8893-4722-9D2A-E1E222EAF131}" srcId="{17377101-814E-4BB6-BEB4-A6CFA83DA9D8}" destId="{B2F4EB24-04D5-4AE5-9B86-84BCFB6A95CE}" srcOrd="3" destOrd="0" parTransId="{3F27B343-95C1-43AC-98BD-93E3674742A3}" sibTransId="{719EE240-4614-48CA-A507-BF088A48D2F3}"/>
    <dgm:cxn modelId="{A0BCF76D-D8B3-44BA-AFAB-72066ED70A06}" type="presOf" srcId="{14AEFD57-A1E0-4994-BF1F-655A871B946A}" destId="{A2E7AEC1-66D4-4CC5-9547-5097D991967A}" srcOrd="0" destOrd="0" presId="urn:microsoft.com/office/officeart/2005/8/layout/process3#1"/>
    <dgm:cxn modelId="{DD3E1871-6AEA-410E-BF47-2B7CD933647A}" type="presOf" srcId="{6EDB69A9-7E98-4E6D-95A2-D8E7A474AA7C}" destId="{2D16DD01-100F-4B0E-980D-A8279B79BFE7}" srcOrd="0" destOrd="0" presId="urn:microsoft.com/office/officeart/2005/8/layout/process3#1"/>
    <dgm:cxn modelId="{308D6453-DCD9-4E90-BAF1-940E5D28A856}" type="presOf" srcId="{01F23F13-F87F-4A25-99C4-60693B7C8801}" destId="{D30D0A09-60E4-4FF8-A386-8A15807B40CE}" srcOrd="1" destOrd="0" presId="urn:microsoft.com/office/officeart/2005/8/layout/process3#1"/>
    <dgm:cxn modelId="{B058DD55-5C76-48C6-8863-8CCF152E5B5D}" srcId="{17377101-814E-4BB6-BEB4-A6CFA83DA9D8}" destId="{AAB50860-4F9C-4708-8E43-1FCF43627E35}" srcOrd="1" destOrd="0" parTransId="{68C5E852-5965-442B-8C7B-E6D984D027E4}" sibTransId="{14AEFD57-A1E0-4994-BF1F-655A871B946A}"/>
    <dgm:cxn modelId="{AC10E75A-5ADD-4741-BAD9-B7A7DA1C8A45}" type="presOf" srcId="{0F9EF7D6-DE5B-405D-8961-B64A61D681A7}" destId="{2D16DD01-100F-4B0E-980D-A8279B79BFE7}" srcOrd="0" destOrd="2" presId="urn:microsoft.com/office/officeart/2005/8/layout/process3#1"/>
    <dgm:cxn modelId="{B829257C-3517-49A3-9B4B-0AAF25E8E5A9}" type="presOf" srcId="{A0F89446-18A6-4CAB-997D-58328689BEF1}" destId="{F602C7D1-8AF2-4D6B-A6B9-11069A88EFB5}" srcOrd="0" destOrd="2" presId="urn:microsoft.com/office/officeart/2005/8/layout/process3#1"/>
    <dgm:cxn modelId="{1486C07E-0ECA-463D-B30A-747EF9124337}" srcId="{01F23F13-F87F-4A25-99C4-60693B7C8801}" destId="{C7FD1821-8555-4912-B139-D4F4CF8CA53A}" srcOrd="2" destOrd="0" parTransId="{441519A7-5ACD-4898-9CE7-CA012049EF07}" sibTransId="{2834433D-95E5-49EA-88C4-F78B5D65DD57}"/>
    <dgm:cxn modelId="{6A095382-E72B-402E-A5F1-E4DDB006842F}" srcId="{AAB50860-4F9C-4708-8E43-1FCF43627E35}" destId="{666B4D82-BA5D-489F-A07C-6008C8853FAC}" srcOrd="2" destOrd="0" parTransId="{AE682DC5-0839-4FDA-BE61-5FE8D9C7B894}" sibTransId="{6F355E23-3A0A-48F9-9887-1B0506FE27ED}"/>
    <dgm:cxn modelId="{962F5987-D939-4B26-BF15-1A400C2456D8}" type="presOf" srcId="{B2F4EB24-04D5-4AE5-9B86-84BCFB6A95CE}" destId="{54C853C1-7A44-4D03-B7E2-F1C95E03837F}" srcOrd="0" destOrd="0" presId="urn:microsoft.com/office/officeart/2005/8/layout/process3#1"/>
    <dgm:cxn modelId="{CEFD638B-A555-4F15-B3CF-F820927F8B5D}" srcId="{AAB50860-4F9C-4708-8E43-1FCF43627E35}" destId="{08F00234-FB4C-4C4D-8BFC-909A73F59A94}" srcOrd="0" destOrd="0" parTransId="{3EA40A78-27A2-412B-8CBD-9620FDE7F2A0}" sibTransId="{C959B043-62CE-4A6F-A41E-510E327CFD87}"/>
    <dgm:cxn modelId="{05EA1E8D-01B3-498B-837A-B524A5324C0B}" type="presOf" srcId="{4A2F1044-642D-43D4-AC0F-DF12F17612D7}" destId="{F602C7D1-8AF2-4D6B-A6B9-11069A88EFB5}" srcOrd="0" destOrd="0" presId="urn:microsoft.com/office/officeart/2005/8/layout/process3#1"/>
    <dgm:cxn modelId="{3BC83C97-99FE-4705-A3E8-9DAD5EEA4A99}" srcId="{01F23F13-F87F-4A25-99C4-60693B7C8801}" destId="{B63A2747-7CFD-472B-84E1-3B43665FA1E4}" srcOrd="3" destOrd="0" parTransId="{7F33B476-12A2-43B7-860C-2E0B5803E9A1}" sibTransId="{B6F2A961-22BB-456E-8737-C940CCA3A2C2}"/>
    <dgm:cxn modelId="{A8022A9A-7B8F-43F1-B083-1F26519ADE78}" srcId="{9B93FC82-EA4B-4DA3-8270-B9411F3A6AC5}" destId="{A0F89446-18A6-4CAB-997D-58328689BEF1}" srcOrd="2" destOrd="0" parTransId="{1D2223E7-7435-43D1-97F1-18B8C5EAA4ED}" sibTransId="{CCA779D7-F4BC-4537-8D3F-E64D6288A2C1}"/>
    <dgm:cxn modelId="{AD9749A2-E071-4FBC-B073-3AF4A2B79060}" srcId="{01F23F13-F87F-4A25-99C4-60693B7C8801}" destId="{1ED2C9CA-2EE9-43E2-866C-D865AA253DDF}" srcOrd="0" destOrd="0" parTransId="{2E49260D-E64C-49D0-AF9F-B9720808CEC5}" sibTransId="{01AC3BB2-210C-432D-8362-D4B006ED0E78}"/>
    <dgm:cxn modelId="{BF03CAB0-1713-4B85-847C-8758E87C6743}" srcId="{B2F4EB24-04D5-4AE5-9B86-84BCFB6A95CE}" destId="{ED0EA11C-C3C1-45BB-8175-78EEA5A77044}" srcOrd="3" destOrd="0" parTransId="{AFC40A47-B318-4494-9096-D94D97660E99}" sibTransId="{85BB71AB-00B0-400D-9F65-2DB4F08EBD51}"/>
    <dgm:cxn modelId="{F62EE9B1-F33D-4741-AC0B-F02F83E449C7}" type="presOf" srcId="{08F00234-FB4C-4C4D-8BFC-909A73F59A94}" destId="{87AF67F7-B2A1-4382-9476-37ACA07F2AF1}" srcOrd="0" destOrd="0" presId="urn:microsoft.com/office/officeart/2005/8/layout/process3#1"/>
    <dgm:cxn modelId="{28AA92B8-E844-44BF-9E46-FB7DD701D753}" srcId="{9B93FC82-EA4B-4DA3-8270-B9411F3A6AC5}" destId="{4A2F1044-642D-43D4-AC0F-DF12F17612D7}" srcOrd="0" destOrd="0" parTransId="{4DFF74AC-1A89-48A9-939D-5421A66CCAB2}" sibTransId="{86034B6A-C599-4A50-81FB-86AB4A17F61C}"/>
    <dgm:cxn modelId="{632618CC-73B7-4D23-B6A7-795BC2FE709E}" srcId="{9B93FC82-EA4B-4DA3-8270-B9411F3A6AC5}" destId="{100834D9-8E66-48F5-8306-D6FF8C9F1F59}" srcOrd="1" destOrd="0" parTransId="{DF6C8F12-C730-4ED2-A322-8A63FE1871EF}" sibTransId="{029378A6-EA38-473F-8B63-70AE6D4C7BE0}"/>
    <dgm:cxn modelId="{3E4C29CF-39E4-4054-B4C6-2331103DD175}" srcId="{01F23F13-F87F-4A25-99C4-60693B7C8801}" destId="{72AE7985-1555-4328-B28C-262D4008EFF0}" srcOrd="1" destOrd="0" parTransId="{165AB9F0-A8BE-4B94-AD0C-5256D2707A2E}" sibTransId="{D714081F-0649-41B7-AC96-6AA6289AFCD0}"/>
    <dgm:cxn modelId="{0B3DC8D2-D0C8-4185-AB21-FA6A9A67087B}" type="presOf" srcId="{14AEFD57-A1E0-4994-BF1F-655A871B946A}" destId="{575F3CE6-2C8E-4D63-B215-6341749C8C90}" srcOrd="1" destOrd="0" presId="urn:microsoft.com/office/officeart/2005/8/layout/process3#1"/>
    <dgm:cxn modelId="{E7610AD8-727F-4A5C-B3E6-95697ABD9E0F}" type="presOf" srcId="{B63A2747-7CFD-472B-84E1-3B43665FA1E4}" destId="{CF4D7485-AB7B-4966-A3AD-1AC28CB8198F}" srcOrd="0" destOrd="3" presId="urn:microsoft.com/office/officeart/2005/8/layout/process3#1"/>
    <dgm:cxn modelId="{AFDA16E0-C5E5-4273-8C9C-DBAF5BE527CA}" type="presOf" srcId="{9B93FC82-EA4B-4DA3-8270-B9411F3A6AC5}" destId="{E6C982F1-135D-4771-90CB-07E7F1361E12}" srcOrd="0" destOrd="0" presId="urn:microsoft.com/office/officeart/2005/8/layout/process3#1"/>
    <dgm:cxn modelId="{2FF39AE0-1816-4CB3-BE37-19ACC1E98D90}" type="presOf" srcId="{AAB50860-4F9C-4708-8E43-1FCF43627E35}" destId="{94FA6606-51FF-47D2-817F-CD67FE602E78}" srcOrd="1" destOrd="0" presId="urn:microsoft.com/office/officeart/2005/8/layout/process3#1"/>
    <dgm:cxn modelId="{B21847E3-98AF-4071-93DE-FBC0B085EA1D}" type="presOf" srcId="{C737A6A5-FFD2-4AFE-A313-52444F25D2C0}" destId="{87AF67F7-B2A1-4382-9476-37ACA07F2AF1}" srcOrd="0" destOrd="1" presId="urn:microsoft.com/office/officeart/2005/8/layout/process3#1"/>
    <dgm:cxn modelId="{C45F6AE4-29B2-4A44-9B2B-F51F17E5B7F0}" type="presOf" srcId="{100834D9-8E66-48F5-8306-D6FF8C9F1F59}" destId="{F602C7D1-8AF2-4D6B-A6B9-11069A88EFB5}" srcOrd="0" destOrd="1" presId="urn:microsoft.com/office/officeart/2005/8/layout/process3#1"/>
    <dgm:cxn modelId="{38F49FE5-A929-43AC-A60B-D2C91A5029E2}" srcId="{17377101-814E-4BB6-BEB4-A6CFA83DA9D8}" destId="{01F23F13-F87F-4A25-99C4-60693B7C8801}" srcOrd="2" destOrd="0" parTransId="{776B82E9-C935-4E83-93E7-A3842EC768DA}" sibTransId="{DD4E318D-B9BA-4744-8BA4-C2645AEF04FD}"/>
    <dgm:cxn modelId="{9C6D52EA-952B-44EF-BDF1-832FD4D7C29C}" type="presOf" srcId="{DD4E318D-B9BA-4744-8BA4-C2645AEF04FD}" destId="{834B8516-4062-4C7A-B5C4-5CB7157F6E5C}" srcOrd="1" destOrd="0" presId="urn:microsoft.com/office/officeart/2005/8/layout/process3#1"/>
    <dgm:cxn modelId="{191B3DF1-F40E-4472-BCF4-71158748E85C}" type="presOf" srcId="{E6A196CA-41CC-4864-B554-1F46DCAAF139}" destId="{2D16DD01-100F-4B0E-980D-A8279B79BFE7}" srcOrd="0" destOrd="1" presId="urn:microsoft.com/office/officeart/2005/8/layout/process3#1"/>
    <dgm:cxn modelId="{ABD94DF8-E66F-484E-923C-7DA817C23803}" type="presOf" srcId="{01F23F13-F87F-4A25-99C4-60693B7C8801}" destId="{0A61371D-D715-4547-8D23-C10DE73A9DEC}" srcOrd="0" destOrd="0" presId="urn:microsoft.com/office/officeart/2005/8/layout/process3#1"/>
    <dgm:cxn modelId="{5482B0FA-3E8C-41C5-B2D9-1674A1181B64}" type="presOf" srcId="{F619C500-B251-4CD7-8505-44386ABD9A6C}" destId="{D75F8C54-697A-41E0-AE47-3337CEF75A9D}" srcOrd="0" destOrd="0" presId="urn:microsoft.com/office/officeart/2005/8/layout/process3#1"/>
    <dgm:cxn modelId="{40862347-1DA0-4504-94C3-5A9A3379BCB7}" type="presParOf" srcId="{F82FB510-7AF3-4EFC-8DD3-AB31E9B359E9}" destId="{4168B9E5-3E11-4D4A-9974-3F35DC6AF598}" srcOrd="0" destOrd="0" presId="urn:microsoft.com/office/officeart/2005/8/layout/process3#1"/>
    <dgm:cxn modelId="{C5B1CB3C-E3EA-42DF-8659-3134C5599859}" type="presParOf" srcId="{4168B9E5-3E11-4D4A-9974-3F35DC6AF598}" destId="{E6C982F1-135D-4771-90CB-07E7F1361E12}" srcOrd="0" destOrd="0" presId="urn:microsoft.com/office/officeart/2005/8/layout/process3#1"/>
    <dgm:cxn modelId="{0DE6E919-8AFE-4E72-86C7-14129913262E}" type="presParOf" srcId="{4168B9E5-3E11-4D4A-9974-3F35DC6AF598}" destId="{379A6A36-E156-40BD-B41F-CE7E549B37C0}" srcOrd="1" destOrd="0" presId="urn:microsoft.com/office/officeart/2005/8/layout/process3#1"/>
    <dgm:cxn modelId="{BCC66880-C5B4-4C94-BED3-3F6BBD5CB1C6}" type="presParOf" srcId="{4168B9E5-3E11-4D4A-9974-3F35DC6AF598}" destId="{F602C7D1-8AF2-4D6B-A6B9-11069A88EFB5}" srcOrd="2" destOrd="0" presId="urn:microsoft.com/office/officeart/2005/8/layout/process3#1"/>
    <dgm:cxn modelId="{AC452B01-FE63-4C2A-8176-0EBB7B286C00}" type="presParOf" srcId="{F82FB510-7AF3-4EFC-8DD3-AB31E9B359E9}" destId="{D75F8C54-697A-41E0-AE47-3337CEF75A9D}" srcOrd="1" destOrd="0" presId="urn:microsoft.com/office/officeart/2005/8/layout/process3#1"/>
    <dgm:cxn modelId="{88B899AC-F6AB-43AF-BA7E-25D60466DA96}" type="presParOf" srcId="{D75F8C54-697A-41E0-AE47-3337CEF75A9D}" destId="{E8033F41-2341-4BE8-8546-020A715D66F4}" srcOrd="0" destOrd="0" presId="urn:microsoft.com/office/officeart/2005/8/layout/process3#1"/>
    <dgm:cxn modelId="{184851A1-9CC7-40E3-A0A5-300DCE405997}" type="presParOf" srcId="{F82FB510-7AF3-4EFC-8DD3-AB31E9B359E9}" destId="{99DCD812-0564-48EE-9F4B-B7597A6C29BF}" srcOrd="2" destOrd="0" presId="urn:microsoft.com/office/officeart/2005/8/layout/process3#1"/>
    <dgm:cxn modelId="{3A6B458C-27A1-4B00-B723-D52555DA9F30}" type="presParOf" srcId="{99DCD812-0564-48EE-9F4B-B7597A6C29BF}" destId="{211B07C6-4985-42C3-9C30-685C4CB4D24D}" srcOrd="0" destOrd="0" presId="urn:microsoft.com/office/officeart/2005/8/layout/process3#1"/>
    <dgm:cxn modelId="{D20F7C65-7C28-4CA9-9E58-646835D641FA}" type="presParOf" srcId="{99DCD812-0564-48EE-9F4B-B7597A6C29BF}" destId="{94FA6606-51FF-47D2-817F-CD67FE602E78}" srcOrd="1" destOrd="0" presId="urn:microsoft.com/office/officeart/2005/8/layout/process3#1"/>
    <dgm:cxn modelId="{68EB3AA6-6121-4089-8B38-FB46476163DE}" type="presParOf" srcId="{99DCD812-0564-48EE-9F4B-B7597A6C29BF}" destId="{87AF67F7-B2A1-4382-9476-37ACA07F2AF1}" srcOrd="2" destOrd="0" presId="urn:microsoft.com/office/officeart/2005/8/layout/process3#1"/>
    <dgm:cxn modelId="{E79AA3A9-C974-4567-A22F-084B1202C80E}" type="presParOf" srcId="{F82FB510-7AF3-4EFC-8DD3-AB31E9B359E9}" destId="{A2E7AEC1-66D4-4CC5-9547-5097D991967A}" srcOrd="3" destOrd="0" presId="urn:microsoft.com/office/officeart/2005/8/layout/process3#1"/>
    <dgm:cxn modelId="{692140FB-ABFE-4C52-9B11-A4138D5304F8}" type="presParOf" srcId="{A2E7AEC1-66D4-4CC5-9547-5097D991967A}" destId="{575F3CE6-2C8E-4D63-B215-6341749C8C90}" srcOrd="0" destOrd="0" presId="urn:microsoft.com/office/officeart/2005/8/layout/process3#1"/>
    <dgm:cxn modelId="{A18AF700-1812-4251-8D83-9A9A033ED781}" type="presParOf" srcId="{F82FB510-7AF3-4EFC-8DD3-AB31E9B359E9}" destId="{FBB44A77-BF50-4792-9B63-A55B2E99D7B9}" srcOrd="4" destOrd="0" presId="urn:microsoft.com/office/officeart/2005/8/layout/process3#1"/>
    <dgm:cxn modelId="{3449EECD-9B53-4F89-92AF-57E07A4F9898}" type="presParOf" srcId="{FBB44A77-BF50-4792-9B63-A55B2E99D7B9}" destId="{0A61371D-D715-4547-8D23-C10DE73A9DEC}" srcOrd="0" destOrd="0" presId="urn:microsoft.com/office/officeart/2005/8/layout/process3#1"/>
    <dgm:cxn modelId="{BFDD4DB6-92BF-476A-9727-8B31B99FF2DD}" type="presParOf" srcId="{FBB44A77-BF50-4792-9B63-A55B2E99D7B9}" destId="{D30D0A09-60E4-4FF8-A386-8A15807B40CE}" srcOrd="1" destOrd="0" presId="urn:microsoft.com/office/officeart/2005/8/layout/process3#1"/>
    <dgm:cxn modelId="{E8862F12-0DB5-482F-B26A-654FBCC339C7}" type="presParOf" srcId="{FBB44A77-BF50-4792-9B63-A55B2E99D7B9}" destId="{CF4D7485-AB7B-4966-A3AD-1AC28CB8198F}" srcOrd="2" destOrd="0" presId="urn:microsoft.com/office/officeart/2005/8/layout/process3#1"/>
    <dgm:cxn modelId="{13D628B9-BA52-4383-8429-9EF4F589DD3B}" type="presParOf" srcId="{F82FB510-7AF3-4EFC-8DD3-AB31E9B359E9}" destId="{08DAF9CA-5630-4B27-9537-3D8E6AF5214F}" srcOrd="5" destOrd="0" presId="urn:microsoft.com/office/officeart/2005/8/layout/process3#1"/>
    <dgm:cxn modelId="{4EBF7DE5-05CD-4677-B73B-BE0082DD7DF4}" type="presParOf" srcId="{08DAF9CA-5630-4B27-9537-3D8E6AF5214F}" destId="{834B8516-4062-4C7A-B5C4-5CB7157F6E5C}" srcOrd="0" destOrd="0" presId="urn:microsoft.com/office/officeart/2005/8/layout/process3#1"/>
    <dgm:cxn modelId="{670D2ADA-D041-4F35-A68E-A31FCFC26607}" type="presParOf" srcId="{F82FB510-7AF3-4EFC-8DD3-AB31E9B359E9}" destId="{99F7DDD2-ABD8-4628-B9B2-B7648DAE8445}" srcOrd="6" destOrd="0" presId="urn:microsoft.com/office/officeart/2005/8/layout/process3#1"/>
    <dgm:cxn modelId="{1E5103FF-93BC-4D2D-96D4-35F8086355C3}" type="presParOf" srcId="{99F7DDD2-ABD8-4628-B9B2-B7648DAE8445}" destId="{54C853C1-7A44-4D03-B7E2-F1C95E03837F}" srcOrd="0" destOrd="0" presId="urn:microsoft.com/office/officeart/2005/8/layout/process3#1"/>
    <dgm:cxn modelId="{01023760-F8EF-4418-9B22-F3CBF8C8032F}" type="presParOf" srcId="{99F7DDD2-ABD8-4628-B9B2-B7648DAE8445}" destId="{8AC1356B-ACB0-4688-8649-4D51F7348C2A}" srcOrd="1" destOrd="0" presId="urn:microsoft.com/office/officeart/2005/8/layout/process3#1"/>
    <dgm:cxn modelId="{4136C3AE-8D34-46C9-AEB9-7A49BF00DB11}" type="presParOf" srcId="{99F7DDD2-ABD8-4628-B9B2-B7648DAE8445}" destId="{2D16DD01-100F-4B0E-980D-A8279B79BFE7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colorful4#2" csCatId="colorful" phldr="1"/>
      <dgm:spPr/>
      <dgm:t>
        <a:bodyPr/>
        <a:lstStyle/>
        <a:p>
          <a:endParaRPr lang="es-ES"/>
        </a:p>
      </dgm:t>
    </dgm:pt>
    <dgm:pt modelId="{A41C156D-933E-4760-869D-59172B090F64}">
      <dgm:prSet phldr="0"/>
      <dgm:spPr/>
      <dgm:t>
        <a:bodyPr/>
        <a:lstStyle/>
        <a:p>
          <a:pPr algn="l" rtl="0"/>
          <a:r>
            <a:rPr lang="es-ES"/>
            <a:t>Indica que un paquete IP </a:t>
          </a:r>
          <a:r>
            <a:rPr lang="es-ES" b="1"/>
            <a:t>no pudo ser entregado a su destino final</a:t>
          </a:r>
          <a:r>
            <a:rPr lang="es-ES"/>
            <a:t>.</a:t>
          </a:r>
          <a:endParaRPr lang="es-ES">
            <a:latin typeface="Arial"/>
          </a:endParaRPr>
        </a:p>
      </dgm:t>
    </dgm:pt>
    <dgm:pt modelId="{CD6F41D2-6001-48E8-A302-7B578A104385}" type="parTrans" cxnId="{8A18D458-A221-4709-BAD8-8A99968B0A49}">
      <dgm:prSet/>
      <dgm:spPr/>
    </dgm:pt>
    <dgm:pt modelId="{A73BD17D-9006-42F2-8FFF-CE645B6717D6}" type="sibTrans" cxnId="{8A18D458-A221-4709-BAD8-8A99968B0A49}">
      <dgm:prSet/>
      <dgm:spPr/>
    </dgm:pt>
    <dgm:pt modelId="{DA4BE2B8-25A0-432D-B306-802608646385}">
      <dgm:prSet phldr="0"/>
      <dgm:spPr/>
      <dgm:t>
        <a:bodyPr/>
        <a:lstStyle/>
        <a:p>
          <a:pPr algn="l"/>
          <a:r>
            <a:rPr lang="es-ES"/>
            <a:t>Es uno de los mensajes de error más importantes de ICMP.</a:t>
          </a:r>
        </a:p>
      </dgm:t>
    </dgm:pt>
    <dgm:pt modelId="{BA895A7E-E27C-4B30-B2F4-F8ADFF90588D}" type="parTrans" cxnId="{3DE14AA4-EB34-4E8D-8E9A-DBAA550EA5BC}">
      <dgm:prSet/>
      <dgm:spPr/>
    </dgm:pt>
    <dgm:pt modelId="{906BB30E-157B-431C-A605-82E6FD03D332}" type="sibTrans" cxnId="{3DE14AA4-EB34-4E8D-8E9A-DBAA550EA5BC}">
      <dgm:prSet/>
      <dgm:spPr/>
    </dgm:pt>
    <dgm:pt modelId="{8E9CF26B-770A-4F1D-B678-BF7AFF790FFA}">
      <dgm:prSet phldr="0"/>
      <dgm:spPr/>
      <dgm:t>
        <a:bodyPr/>
        <a:lstStyle/>
        <a:p>
          <a:pPr algn="l" rtl="0"/>
          <a:r>
            <a:rPr lang="es-ES"/>
            <a:t>La causa exacta se identifica mediante el campo Code.Permite diagnosticar fallos en distintas capas de la red.</a:t>
          </a:r>
        </a:p>
      </dgm:t>
    </dgm:pt>
    <dgm:pt modelId="{42A119A2-D8F2-4440-892B-5AD8EA29E3F5}" type="parTrans" cxnId="{109C957D-1529-4070-85FD-D39B63539283}">
      <dgm:prSet/>
      <dgm:spPr/>
    </dgm:pt>
    <dgm:pt modelId="{2D6776FE-659C-49A4-B6F6-5A0A7AE8059A}" type="sibTrans" cxnId="{109C957D-1529-4070-85FD-D39B63539283}">
      <dgm:prSet/>
      <dgm:spPr/>
    </dgm:pt>
    <dgm:pt modelId="{2A2F07A9-613D-43AC-A23F-BA101BC06E3F}">
      <dgm:prSet phldr="0"/>
      <dgm:spPr/>
      <dgm:t>
        <a:bodyPr/>
        <a:lstStyle/>
        <a:p>
          <a:pPr algn="l"/>
          <a:r>
            <a:rPr lang="es-ES"/>
            <a:t>Proporciona retroalimentación precisa al host origen.</a:t>
          </a:r>
        </a:p>
      </dgm:t>
    </dgm:pt>
    <dgm:pt modelId="{60F5262D-5B9A-42F3-B2EB-30402267B4D5}" type="parTrans" cxnId="{7FF4FFD8-DF91-4016-94A7-E5731EED18A2}">
      <dgm:prSet/>
      <dgm:spPr/>
    </dgm:pt>
    <dgm:pt modelId="{FCD2BF86-3D09-4A6D-BAE2-71787F206632}" type="sibTrans" cxnId="{7FF4FFD8-DF91-4016-94A7-E5731EED18A2}">
      <dgm:prSet/>
      <dgm:spPr/>
    </dgm:pt>
    <dgm:pt modelId="{5328DFA6-C418-4D3D-ADCE-B392E870A062}">
      <dgm:prSet phldr="0"/>
      <dgm:spPr/>
      <dgm:t>
        <a:bodyPr/>
        <a:lstStyle/>
        <a:p>
          <a:pPr algn="l"/>
          <a:r>
            <a:rPr lang="es-ES"/>
            <a:t>Contribuye a la estabilidad y eficiencia del tráfico IP.</a:t>
          </a:r>
        </a:p>
      </dgm:t>
    </dgm:pt>
    <dgm:pt modelId="{2AC28B79-75EF-4E32-8962-853FC51A7C37}" type="parTrans" cxnId="{39F1B910-6457-4784-8E38-E8E584295494}">
      <dgm:prSet/>
      <dgm:spPr/>
    </dgm:pt>
    <dgm:pt modelId="{2500C7B6-2B44-4B50-88D2-46ABA4F9A427}" type="sibTrans" cxnId="{39F1B910-6457-4784-8E38-E8E584295494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31FD2295-064B-4036-B56E-0FE37965D1DB}" type="pres">
      <dgm:prSet presAssocID="{A41C156D-933E-4760-869D-59172B090F6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F56C001-ABCB-49CF-8AC3-F3A312B42AF8}" type="pres">
      <dgm:prSet presAssocID="{A73BD17D-9006-42F2-8FFF-CE645B6717D6}" presName="spacer" presStyleCnt="0"/>
      <dgm:spPr/>
    </dgm:pt>
    <dgm:pt modelId="{E1B1DEBE-943D-4409-A476-17F9C4EC1BC0}" type="pres">
      <dgm:prSet presAssocID="{DA4BE2B8-25A0-432D-B306-80260864638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E589555-4A5F-45A5-A49D-509CC3ECE21F}" type="pres">
      <dgm:prSet presAssocID="{906BB30E-157B-431C-A605-82E6FD03D332}" presName="spacer" presStyleCnt="0"/>
      <dgm:spPr/>
    </dgm:pt>
    <dgm:pt modelId="{1EA3232C-65CB-42F0-9A08-AD3DF34BC454}" type="pres">
      <dgm:prSet presAssocID="{8E9CF26B-770A-4F1D-B678-BF7AFF790FF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5BBF97D-2A8E-41CE-B0B6-E6DA5B46F212}" type="pres">
      <dgm:prSet presAssocID="{2D6776FE-659C-49A4-B6F6-5A0A7AE8059A}" presName="spacer" presStyleCnt="0"/>
      <dgm:spPr/>
    </dgm:pt>
    <dgm:pt modelId="{005DAF05-749A-4560-9948-F60A2CD760A2}" type="pres">
      <dgm:prSet presAssocID="{2A2F07A9-613D-43AC-A23F-BA101BC06E3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A21735D-1894-4494-8F30-DE0845428114}" type="pres">
      <dgm:prSet presAssocID="{FCD2BF86-3D09-4A6D-BAE2-71787F206632}" presName="spacer" presStyleCnt="0"/>
      <dgm:spPr/>
    </dgm:pt>
    <dgm:pt modelId="{3CB40BA0-0588-40B5-89B5-9A264C94C9D0}" type="pres">
      <dgm:prSet presAssocID="{5328DFA6-C418-4D3D-ADCE-B392E870A06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9F1B910-6457-4784-8E38-E8E584295494}" srcId="{6EF664F3-8B9C-498D-A0B3-DBE5AD178739}" destId="{5328DFA6-C418-4D3D-ADCE-B392E870A062}" srcOrd="4" destOrd="0" parTransId="{2AC28B79-75EF-4E32-8962-853FC51A7C37}" sibTransId="{2500C7B6-2B44-4B50-88D2-46ABA4F9A427}"/>
    <dgm:cxn modelId="{EA28F55E-7381-4B81-8A44-1507FF19BB98}" type="presOf" srcId="{8E9CF26B-770A-4F1D-B678-BF7AFF790FFA}" destId="{1EA3232C-65CB-42F0-9A08-AD3DF34BC454}" srcOrd="0" destOrd="0" presId="urn:microsoft.com/office/officeart/2005/8/layout/vList2#1"/>
    <dgm:cxn modelId="{0FC93C67-DC51-49FF-86A2-E35FCAB1B482}" type="presOf" srcId="{5328DFA6-C418-4D3D-ADCE-B392E870A062}" destId="{3CB40BA0-0588-40B5-89B5-9A264C94C9D0}" srcOrd="0" destOrd="0" presId="urn:microsoft.com/office/officeart/2005/8/layout/vList2#1"/>
    <dgm:cxn modelId="{DCB1336C-3ACB-46C7-A470-60EF83BD52CE}" type="presOf" srcId="{6EF664F3-8B9C-498D-A0B3-DBE5AD178739}" destId="{B5AC36EA-E17B-4931-B378-BDAD64C979F2}" srcOrd="0" destOrd="0" presId="urn:microsoft.com/office/officeart/2005/8/layout/vList2#1"/>
    <dgm:cxn modelId="{C3141858-D7B3-4776-B656-0D3662323AAE}" type="presOf" srcId="{DA4BE2B8-25A0-432D-B306-802608646385}" destId="{E1B1DEBE-943D-4409-A476-17F9C4EC1BC0}" srcOrd="0" destOrd="0" presId="urn:microsoft.com/office/officeart/2005/8/layout/vList2#1"/>
    <dgm:cxn modelId="{8A18D458-A221-4709-BAD8-8A99968B0A49}" srcId="{6EF664F3-8B9C-498D-A0B3-DBE5AD178739}" destId="{A41C156D-933E-4760-869D-59172B090F64}" srcOrd="0" destOrd="0" parTransId="{CD6F41D2-6001-48E8-A302-7B578A104385}" sibTransId="{A73BD17D-9006-42F2-8FFF-CE645B6717D6}"/>
    <dgm:cxn modelId="{109C957D-1529-4070-85FD-D39B63539283}" srcId="{6EF664F3-8B9C-498D-A0B3-DBE5AD178739}" destId="{8E9CF26B-770A-4F1D-B678-BF7AFF790FFA}" srcOrd="2" destOrd="0" parTransId="{42A119A2-D8F2-4440-892B-5AD8EA29E3F5}" sibTransId="{2D6776FE-659C-49A4-B6F6-5A0A7AE8059A}"/>
    <dgm:cxn modelId="{4EAAE898-F935-4D04-835A-FA02C5425EE6}" type="presOf" srcId="{A41C156D-933E-4760-869D-59172B090F64}" destId="{31FD2295-064B-4036-B56E-0FE37965D1DB}" srcOrd="0" destOrd="0" presId="urn:microsoft.com/office/officeart/2005/8/layout/vList2#1"/>
    <dgm:cxn modelId="{3DE14AA4-EB34-4E8D-8E9A-DBAA550EA5BC}" srcId="{6EF664F3-8B9C-498D-A0B3-DBE5AD178739}" destId="{DA4BE2B8-25A0-432D-B306-802608646385}" srcOrd="1" destOrd="0" parTransId="{BA895A7E-E27C-4B30-B2F4-F8ADFF90588D}" sibTransId="{906BB30E-157B-431C-A605-82E6FD03D332}"/>
    <dgm:cxn modelId="{CB04AEC6-1040-4913-A679-105AAE7ABA42}" type="presOf" srcId="{2A2F07A9-613D-43AC-A23F-BA101BC06E3F}" destId="{005DAF05-749A-4560-9948-F60A2CD760A2}" srcOrd="0" destOrd="0" presId="urn:microsoft.com/office/officeart/2005/8/layout/vList2#1"/>
    <dgm:cxn modelId="{7FF4FFD8-DF91-4016-94A7-E5731EED18A2}" srcId="{6EF664F3-8B9C-498D-A0B3-DBE5AD178739}" destId="{2A2F07A9-613D-43AC-A23F-BA101BC06E3F}" srcOrd="3" destOrd="0" parTransId="{60F5262D-5B9A-42F3-B2EB-30402267B4D5}" sibTransId="{FCD2BF86-3D09-4A6D-BAE2-71787F206632}"/>
    <dgm:cxn modelId="{F7567BBD-9831-4D13-98AD-A023E03713C5}" type="presParOf" srcId="{B5AC36EA-E17B-4931-B378-BDAD64C979F2}" destId="{31FD2295-064B-4036-B56E-0FE37965D1DB}" srcOrd="0" destOrd="0" presId="urn:microsoft.com/office/officeart/2005/8/layout/vList2#1"/>
    <dgm:cxn modelId="{5DFA4AAD-4641-4E8B-9E6B-C6A8C8D73305}" type="presParOf" srcId="{B5AC36EA-E17B-4931-B378-BDAD64C979F2}" destId="{3F56C001-ABCB-49CF-8AC3-F3A312B42AF8}" srcOrd="1" destOrd="0" presId="urn:microsoft.com/office/officeart/2005/8/layout/vList2#1"/>
    <dgm:cxn modelId="{EC374C38-DB2F-4721-A8B7-70145DA9B053}" type="presParOf" srcId="{B5AC36EA-E17B-4931-B378-BDAD64C979F2}" destId="{E1B1DEBE-943D-4409-A476-17F9C4EC1BC0}" srcOrd="2" destOrd="0" presId="urn:microsoft.com/office/officeart/2005/8/layout/vList2#1"/>
    <dgm:cxn modelId="{537095AC-A20A-485C-842C-07C473A6B59D}" type="presParOf" srcId="{B5AC36EA-E17B-4931-B378-BDAD64C979F2}" destId="{4E589555-4A5F-45A5-A49D-509CC3ECE21F}" srcOrd="3" destOrd="0" presId="urn:microsoft.com/office/officeart/2005/8/layout/vList2#1"/>
    <dgm:cxn modelId="{A49A24FB-C1CF-4B4E-A454-61A24C6760FB}" type="presParOf" srcId="{B5AC36EA-E17B-4931-B378-BDAD64C979F2}" destId="{1EA3232C-65CB-42F0-9A08-AD3DF34BC454}" srcOrd="4" destOrd="0" presId="urn:microsoft.com/office/officeart/2005/8/layout/vList2#1"/>
    <dgm:cxn modelId="{790C7AFA-E43F-492D-A671-42A0975A70FA}" type="presParOf" srcId="{B5AC36EA-E17B-4931-B378-BDAD64C979F2}" destId="{A5BBF97D-2A8E-41CE-B0B6-E6DA5B46F212}" srcOrd="5" destOrd="0" presId="urn:microsoft.com/office/officeart/2005/8/layout/vList2#1"/>
    <dgm:cxn modelId="{614904DB-F41B-415C-90BE-DFE224ED9EFE}" type="presParOf" srcId="{B5AC36EA-E17B-4931-B378-BDAD64C979F2}" destId="{005DAF05-749A-4560-9948-F60A2CD760A2}" srcOrd="6" destOrd="0" presId="urn:microsoft.com/office/officeart/2005/8/layout/vList2#1"/>
    <dgm:cxn modelId="{A8C2DA95-F0F2-4F9A-A3DE-BA21835F6CDE}" type="presParOf" srcId="{B5AC36EA-E17B-4931-B378-BDAD64C979F2}" destId="{CA21735D-1894-4494-8F30-DE0845428114}" srcOrd="7" destOrd="0" presId="urn:microsoft.com/office/officeart/2005/8/layout/vList2#1"/>
    <dgm:cxn modelId="{B9D876FF-6848-49DB-BDC2-20A20B309637}" type="presParOf" srcId="{B5AC36EA-E17B-4931-B378-BDAD64C979F2}" destId="{3CB40BA0-0588-40B5-89B5-9A264C94C9D0}" srcOrd="8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5" loCatId="process" qsTypeId="urn:microsoft.com/office/officeart/2005/8/quickstyle/simple3#1" qsCatId="simple" csTypeId="urn:microsoft.com/office/officeart/2005/8/colors/accent3_3" csCatId="accent3" phldr="1"/>
      <dgm:spPr/>
      <dgm:t>
        <a:bodyPr/>
        <a:lstStyle/>
        <a:p>
          <a:endParaRPr lang="es-ES"/>
        </a:p>
      </dgm:t>
    </dgm:pt>
    <dgm:pt modelId="{AAB50860-4F9C-4708-8E43-1FCF43627E35}">
      <dgm:prSet phldr="0"/>
      <dgm:spPr/>
      <dgm:t>
        <a:bodyPr/>
        <a:lstStyle/>
        <a:p>
          <a:pPr algn="l" rtl="0"/>
          <a:r>
            <a:rPr lang="es-EC">
              <a:latin typeface="Arial"/>
            </a:rPr>
            <a:t>En el router</a:t>
          </a:r>
          <a:r>
            <a:rPr lang="es-EC"/>
            <a:t>: </a:t>
          </a:r>
          <a:r>
            <a:rPr lang="es-EC">
              <a:latin typeface="Arial"/>
            </a:rPr>
            <a:t>El primer </a:t>
          </a:r>
          <a:r>
            <a:rPr lang="es-EC" err="1">
              <a:latin typeface="Arial"/>
            </a:rPr>
            <a:t>router</a:t>
          </a:r>
          <a:r>
            <a:rPr lang="es-EC">
              <a:latin typeface="Arial"/>
            </a:rPr>
            <a:t> reduce TTL a 0 y descarta el paquete.</a:t>
          </a:r>
          <a:endParaRPr lang="es-EC"/>
        </a:p>
      </dgm:t>
    </dgm:pt>
    <dgm:pt modelId="{68C5E852-5965-442B-8C7B-E6D984D027E4}" type="parTrans" cxnId="{B058DD55-5C76-48C6-8863-8CCF152E5B5D}">
      <dgm:prSet/>
      <dgm:spPr/>
    </dgm:pt>
    <dgm:pt modelId="{14AEFD57-A1E0-4994-BF1F-655A871B946A}" type="sibTrans" cxnId="{B058DD55-5C76-48C6-8863-8CCF152E5B5D}">
      <dgm:prSet/>
      <dgm:spPr/>
      <dgm:t>
        <a:bodyPr/>
        <a:lstStyle/>
        <a:p>
          <a:endParaRPr lang="en-US"/>
        </a:p>
      </dgm:t>
    </dgm:pt>
    <dgm:pt modelId="{01F23F13-F87F-4A25-99C4-60693B7C8801}">
      <dgm:prSet phldr="0"/>
      <dgm:spPr/>
      <dgm:t>
        <a:bodyPr/>
        <a:lstStyle/>
        <a:p>
          <a:pPr algn="l" rtl="0"/>
          <a:r>
            <a:rPr lang="es-EC">
              <a:latin typeface="Arial"/>
            </a:rPr>
            <a:t>Respuesta ICMP: El router envía el mensaje "Time Exceeded".</a:t>
          </a:r>
        </a:p>
      </dgm:t>
    </dgm:pt>
    <dgm:pt modelId="{776B82E9-C935-4E83-93E7-A3842EC768DA}" type="parTrans" cxnId="{38F49FE5-A929-43AC-A60B-D2C91A5029E2}">
      <dgm:prSet/>
      <dgm:spPr/>
    </dgm:pt>
    <dgm:pt modelId="{DD4E318D-B9BA-4744-8BA4-C2645AEF04FD}" type="sibTrans" cxnId="{38F49FE5-A929-43AC-A60B-D2C91A5029E2}">
      <dgm:prSet/>
      <dgm:spPr/>
      <dgm:t>
        <a:bodyPr/>
        <a:lstStyle/>
        <a:p>
          <a:endParaRPr lang="en-US"/>
        </a:p>
      </dgm:t>
    </dgm:pt>
    <dgm:pt modelId="{9B93FC82-EA4B-4DA3-8270-B9411F3A6AC5}">
      <dgm:prSet phldr="0"/>
      <dgm:spPr/>
      <dgm:t>
        <a:bodyPr/>
        <a:lstStyle/>
        <a:p>
          <a:pPr algn="l" rtl="0"/>
          <a:r>
            <a:rPr lang="es-EC" b="0">
              <a:latin typeface="Arial"/>
            </a:rPr>
            <a:t>Envío inicial: Host envía el paquete con TTL = 1.</a:t>
          </a:r>
        </a:p>
      </dgm:t>
    </dgm:pt>
    <dgm:pt modelId="{1D1BE59B-F6CB-402A-AA72-743248F7F2B9}" type="parTrans" cxnId="{68D2D803-137B-4633-B25D-288322512601}">
      <dgm:prSet/>
      <dgm:spPr/>
    </dgm:pt>
    <dgm:pt modelId="{F619C500-B251-4CD7-8505-44386ABD9A6C}" type="sibTrans" cxnId="{68D2D803-137B-4633-B25D-288322512601}">
      <dgm:prSet/>
      <dgm:spPr/>
      <dgm:t>
        <a:bodyPr/>
        <a:lstStyle/>
        <a:p>
          <a:endParaRPr lang="en-US"/>
        </a:p>
      </dgm:t>
    </dgm:pt>
    <dgm:pt modelId="{B2F4EB24-04D5-4AE5-9B86-84BCFB6A95CE}">
      <dgm:prSet phldr="0"/>
      <dgm:spPr/>
      <dgm:t>
        <a:bodyPr/>
        <a:lstStyle/>
        <a:p>
          <a:pPr algn="l" rtl="0"/>
          <a:r>
            <a:rPr lang="es-EC">
              <a:latin typeface="Arial"/>
            </a:rPr>
            <a:t>Identificación: El Host registra la IP del </a:t>
          </a:r>
          <a:r>
            <a:rPr lang="es-EC" err="1">
              <a:latin typeface="Arial"/>
            </a:rPr>
            <a:t>router</a:t>
          </a:r>
          <a:r>
            <a:rPr lang="es-EC">
              <a:latin typeface="Arial"/>
            </a:rPr>
            <a:t> y repite con TTL = 2, 3, …</a:t>
          </a:r>
        </a:p>
      </dgm:t>
    </dgm:pt>
    <dgm:pt modelId="{3F27B343-95C1-43AC-98BD-93E3674742A3}" type="parTrans" cxnId="{8FFF6C66-8893-4722-9D2A-E1E222EAF131}">
      <dgm:prSet/>
      <dgm:spPr/>
    </dgm:pt>
    <dgm:pt modelId="{719EE240-4614-48CA-A507-BF088A48D2F3}" type="sibTrans" cxnId="{8FFF6C66-8893-4722-9D2A-E1E222EAF131}">
      <dgm:prSet/>
      <dgm:spPr/>
      <dgm:t>
        <a:bodyPr/>
        <a:lstStyle/>
        <a:p>
          <a:endParaRPr lang="en-US"/>
        </a:p>
      </dgm:t>
    </dgm:pt>
    <dgm:pt modelId="{A362F8D7-DFE2-41EB-84CF-748908E79F58}" type="pres">
      <dgm:prSet presAssocID="{17377101-814E-4BB6-BEB4-A6CFA83DA9D8}" presName="diagram" presStyleCnt="0">
        <dgm:presLayoutVars>
          <dgm:dir/>
          <dgm:resizeHandles val="exact"/>
        </dgm:presLayoutVars>
      </dgm:prSet>
      <dgm:spPr/>
    </dgm:pt>
    <dgm:pt modelId="{7E7841AE-682F-4FEC-848E-9DCCE27DDCBC}" type="pres">
      <dgm:prSet presAssocID="{9B93FC82-EA4B-4DA3-8270-B9411F3A6AC5}" presName="node" presStyleLbl="node1" presStyleIdx="0" presStyleCnt="4">
        <dgm:presLayoutVars>
          <dgm:bulletEnabled val="1"/>
        </dgm:presLayoutVars>
      </dgm:prSet>
      <dgm:spPr/>
    </dgm:pt>
    <dgm:pt modelId="{9AC9DCEC-9F11-4B37-9346-3828E3C7D7B5}" type="pres">
      <dgm:prSet presAssocID="{F619C500-B251-4CD7-8505-44386ABD9A6C}" presName="sibTrans" presStyleLbl="sibTrans2D1" presStyleIdx="0" presStyleCnt="3"/>
      <dgm:spPr/>
    </dgm:pt>
    <dgm:pt modelId="{1968965F-A8AA-489C-A838-49CB2DB982F2}" type="pres">
      <dgm:prSet presAssocID="{F619C500-B251-4CD7-8505-44386ABD9A6C}" presName="connectorText" presStyleLbl="sibTrans2D1" presStyleIdx="0" presStyleCnt="3"/>
      <dgm:spPr/>
    </dgm:pt>
    <dgm:pt modelId="{E3FA40DB-3F0F-41F5-92E4-76BAC70365D8}" type="pres">
      <dgm:prSet presAssocID="{AAB50860-4F9C-4708-8E43-1FCF43627E35}" presName="node" presStyleLbl="node1" presStyleIdx="1" presStyleCnt="4">
        <dgm:presLayoutVars>
          <dgm:bulletEnabled val="1"/>
        </dgm:presLayoutVars>
      </dgm:prSet>
      <dgm:spPr/>
    </dgm:pt>
    <dgm:pt modelId="{0082E207-C3CB-4A01-A41A-D6EA76387735}" type="pres">
      <dgm:prSet presAssocID="{14AEFD57-A1E0-4994-BF1F-655A871B946A}" presName="sibTrans" presStyleLbl="sibTrans2D1" presStyleIdx="1" presStyleCnt="3"/>
      <dgm:spPr/>
    </dgm:pt>
    <dgm:pt modelId="{FB745135-5763-4B26-B76B-CF4184C7540F}" type="pres">
      <dgm:prSet presAssocID="{14AEFD57-A1E0-4994-BF1F-655A871B946A}" presName="connectorText" presStyleLbl="sibTrans2D1" presStyleIdx="1" presStyleCnt="3"/>
      <dgm:spPr/>
    </dgm:pt>
    <dgm:pt modelId="{1503D1A4-22A4-402E-9F6D-193D56029074}" type="pres">
      <dgm:prSet presAssocID="{01F23F13-F87F-4A25-99C4-60693B7C8801}" presName="node" presStyleLbl="node1" presStyleIdx="2" presStyleCnt="4">
        <dgm:presLayoutVars>
          <dgm:bulletEnabled val="1"/>
        </dgm:presLayoutVars>
      </dgm:prSet>
      <dgm:spPr/>
    </dgm:pt>
    <dgm:pt modelId="{15858BAE-B7B7-4681-98E8-C532E13F28D9}" type="pres">
      <dgm:prSet presAssocID="{DD4E318D-B9BA-4744-8BA4-C2645AEF04FD}" presName="sibTrans" presStyleLbl="sibTrans2D1" presStyleIdx="2" presStyleCnt="3"/>
      <dgm:spPr/>
    </dgm:pt>
    <dgm:pt modelId="{F5827A18-7BB0-4250-B80B-20B53F2CDF46}" type="pres">
      <dgm:prSet presAssocID="{DD4E318D-B9BA-4744-8BA4-C2645AEF04FD}" presName="connectorText" presStyleLbl="sibTrans2D1" presStyleIdx="2" presStyleCnt="3"/>
      <dgm:spPr/>
    </dgm:pt>
    <dgm:pt modelId="{CFC5C186-3A0C-4124-88F8-740F94CB9E7A}" type="pres">
      <dgm:prSet presAssocID="{B2F4EB24-04D5-4AE5-9B86-84BCFB6A95CE}" presName="node" presStyleLbl="node1" presStyleIdx="3" presStyleCnt="4">
        <dgm:presLayoutVars>
          <dgm:bulletEnabled val="1"/>
        </dgm:presLayoutVars>
      </dgm:prSet>
      <dgm:spPr/>
    </dgm:pt>
  </dgm:ptLst>
  <dgm:cxnLst>
    <dgm:cxn modelId="{68D2D803-137B-4633-B25D-288322512601}" srcId="{17377101-814E-4BB6-BEB4-A6CFA83DA9D8}" destId="{9B93FC82-EA4B-4DA3-8270-B9411F3A6AC5}" srcOrd="0" destOrd="0" parTransId="{1D1BE59B-F6CB-402A-AA72-743248F7F2B9}" sibTransId="{F619C500-B251-4CD7-8505-44386ABD9A6C}"/>
    <dgm:cxn modelId="{0081D51A-27B0-4DE4-AA3F-01174D60C7C9}" type="presOf" srcId="{DD4E318D-B9BA-4744-8BA4-C2645AEF04FD}" destId="{15858BAE-B7B7-4681-98E8-C532E13F28D9}" srcOrd="0" destOrd="0" presId="urn:microsoft.com/office/officeart/2005/8/layout/process5"/>
    <dgm:cxn modelId="{048D2328-7473-4D09-9A02-51C99FB3E9A8}" type="presOf" srcId="{14AEFD57-A1E0-4994-BF1F-655A871B946A}" destId="{FB745135-5763-4B26-B76B-CF4184C7540F}" srcOrd="1" destOrd="0" presId="urn:microsoft.com/office/officeart/2005/8/layout/process5"/>
    <dgm:cxn modelId="{32954729-1857-4A13-8E80-7C84111FFCCC}" type="presOf" srcId="{F619C500-B251-4CD7-8505-44386ABD9A6C}" destId="{9AC9DCEC-9F11-4B37-9346-3828E3C7D7B5}" srcOrd="0" destOrd="0" presId="urn:microsoft.com/office/officeart/2005/8/layout/process5"/>
    <dgm:cxn modelId="{7267023C-183F-4586-A3DB-4FB06F16CAB6}" type="presOf" srcId="{01F23F13-F87F-4A25-99C4-60693B7C8801}" destId="{1503D1A4-22A4-402E-9F6D-193D56029074}" srcOrd="0" destOrd="0" presId="urn:microsoft.com/office/officeart/2005/8/layout/process5"/>
    <dgm:cxn modelId="{A00FBC5D-A286-444A-9F46-21E7D76408E5}" type="presOf" srcId="{17377101-814E-4BB6-BEB4-A6CFA83DA9D8}" destId="{A362F8D7-DFE2-41EB-84CF-748908E79F58}" srcOrd="0" destOrd="0" presId="urn:microsoft.com/office/officeart/2005/8/layout/process5"/>
    <dgm:cxn modelId="{8FFF6C66-8893-4722-9D2A-E1E222EAF131}" srcId="{17377101-814E-4BB6-BEB4-A6CFA83DA9D8}" destId="{B2F4EB24-04D5-4AE5-9B86-84BCFB6A95CE}" srcOrd="3" destOrd="0" parTransId="{3F27B343-95C1-43AC-98BD-93E3674742A3}" sibTransId="{719EE240-4614-48CA-A507-BF088A48D2F3}"/>
    <dgm:cxn modelId="{AED2096B-AEB4-4DD6-837B-1F63C32C1582}" type="presOf" srcId="{B2F4EB24-04D5-4AE5-9B86-84BCFB6A95CE}" destId="{CFC5C186-3A0C-4124-88F8-740F94CB9E7A}" srcOrd="0" destOrd="0" presId="urn:microsoft.com/office/officeart/2005/8/layout/process5"/>
    <dgm:cxn modelId="{285B1B4E-AD77-4D4D-858A-4AB59CFB0381}" type="presOf" srcId="{9B93FC82-EA4B-4DA3-8270-B9411F3A6AC5}" destId="{7E7841AE-682F-4FEC-848E-9DCCE27DDCBC}" srcOrd="0" destOrd="0" presId="urn:microsoft.com/office/officeart/2005/8/layout/process5"/>
    <dgm:cxn modelId="{C62ACB50-B6D1-485E-A2BA-0BA80B4600A5}" type="presOf" srcId="{DD4E318D-B9BA-4744-8BA4-C2645AEF04FD}" destId="{F5827A18-7BB0-4250-B80B-20B53F2CDF46}" srcOrd="1" destOrd="0" presId="urn:microsoft.com/office/officeart/2005/8/layout/process5"/>
    <dgm:cxn modelId="{B058DD55-5C76-48C6-8863-8CCF152E5B5D}" srcId="{17377101-814E-4BB6-BEB4-A6CFA83DA9D8}" destId="{AAB50860-4F9C-4708-8E43-1FCF43627E35}" srcOrd="1" destOrd="0" parTransId="{68C5E852-5965-442B-8C7B-E6D984D027E4}" sibTransId="{14AEFD57-A1E0-4994-BF1F-655A871B946A}"/>
    <dgm:cxn modelId="{494D7882-9D1F-4E64-821B-79726CFA48FF}" type="presOf" srcId="{14AEFD57-A1E0-4994-BF1F-655A871B946A}" destId="{0082E207-C3CB-4A01-A41A-D6EA76387735}" srcOrd="0" destOrd="0" presId="urn:microsoft.com/office/officeart/2005/8/layout/process5"/>
    <dgm:cxn modelId="{A7F42E90-570A-44BA-9106-AE68F702B0A5}" type="presOf" srcId="{F619C500-B251-4CD7-8505-44386ABD9A6C}" destId="{1968965F-A8AA-489C-A838-49CB2DB982F2}" srcOrd="1" destOrd="0" presId="urn:microsoft.com/office/officeart/2005/8/layout/process5"/>
    <dgm:cxn modelId="{630DE893-8652-4E41-B75D-6BBD79BE3C7B}" type="presOf" srcId="{AAB50860-4F9C-4708-8E43-1FCF43627E35}" destId="{E3FA40DB-3F0F-41F5-92E4-76BAC70365D8}" srcOrd="0" destOrd="0" presId="urn:microsoft.com/office/officeart/2005/8/layout/process5"/>
    <dgm:cxn modelId="{38F49FE5-A929-43AC-A60B-D2C91A5029E2}" srcId="{17377101-814E-4BB6-BEB4-A6CFA83DA9D8}" destId="{01F23F13-F87F-4A25-99C4-60693B7C8801}" srcOrd="2" destOrd="0" parTransId="{776B82E9-C935-4E83-93E7-A3842EC768DA}" sibTransId="{DD4E318D-B9BA-4744-8BA4-C2645AEF04FD}"/>
    <dgm:cxn modelId="{98A5CF71-440E-420A-900D-D00811EC7F7D}" type="presParOf" srcId="{A362F8D7-DFE2-41EB-84CF-748908E79F58}" destId="{7E7841AE-682F-4FEC-848E-9DCCE27DDCBC}" srcOrd="0" destOrd="0" presId="urn:microsoft.com/office/officeart/2005/8/layout/process5"/>
    <dgm:cxn modelId="{7E6DE3FD-70F0-4B81-818A-76C3CB7FA3B9}" type="presParOf" srcId="{A362F8D7-DFE2-41EB-84CF-748908E79F58}" destId="{9AC9DCEC-9F11-4B37-9346-3828E3C7D7B5}" srcOrd="1" destOrd="0" presId="urn:microsoft.com/office/officeart/2005/8/layout/process5"/>
    <dgm:cxn modelId="{E6C2C3DC-0CFC-427A-BB14-874360ECCD36}" type="presParOf" srcId="{9AC9DCEC-9F11-4B37-9346-3828E3C7D7B5}" destId="{1968965F-A8AA-489C-A838-49CB2DB982F2}" srcOrd="0" destOrd="0" presId="urn:microsoft.com/office/officeart/2005/8/layout/process5"/>
    <dgm:cxn modelId="{F38CC747-A8C5-41E9-B15D-24195F9062F0}" type="presParOf" srcId="{A362F8D7-DFE2-41EB-84CF-748908E79F58}" destId="{E3FA40DB-3F0F-41F5-92E4-76BAC70365D8}" srcOrd="2" destOrd="0" presId="urn:microsoft.com/office/officeart/2005/8/layout/process5"/>
    <dgm:cxn modelId="{5B0D90F7-F10F-4047-B65B-A01F8175078F}" type="presParOf" srcId="{A362F8D7-DFE2-41EB-84CF-748908E79F58}" destId="{0082E207-C3CB-4A01-A41A-D6EA76387735}" srcOrd="3" destOrd="0" presId="urn:microsoft.com/office/officeart/2005/8/layout/process5"/>
    <dgm:cxn modelId="{86F688DE-D6D4-4A53-86BE-EE23F15BC688}" type="presParOf" srcId="{0082E207-C3CB-4A01-A41A-D6EA76387735}" destId="{FB745135-5763-4B26-B76B-CF4184C7540F}" srcOrd="0" destOrd="0" presId="urn:microsoft.com/office/officeart/2005/8/layout/process5"/>
    <dgm:cxn modelId="{C6C4A1DE-E37C-461A-B78B-D083E5EEB575}" type="presParOf" srcId="{A362F8D7-DFE2-41EB-84CF-748908E79F58}" destId="{1503D1A4-22A4-402E-9F6D-193D56029074}" srcOrd="4" destOrd="0" presId="urn:microsoft.com/office/officeart/2005/8/layout/process5"/>
    <dgm:cxn modelId="{18FBA156-D522-40ED-9FFA-5D3558ED5AD9}" type="presParOf" srcId="{A362F8D7-DFE2-41EB-84CF-748908E79F58}" destId="{15858BAE-B7B7-4681-98E8-C532E13F28D9}" srcOrd="5" destOrd="0" presId="urn:microsoft.com/office/officeart/2005/8/layout/process5"/>
    <dgm:cxn modelId="{B2C34339-15C4-4749-8C8C-8B06F18192FA}" type="presParOf" srcId="{15858BAE-B7B7-4681-98E8-C532E13F28D9}" destId="{F5827A18-7BB0-4250-B80B-20B53F2CDF46}" srcOrd="0" destOrd="0" presId="urn:microsoft.com/office/officeart/2005/8/layout/process5"/>
    <dgm:cxn modelId="{65F82A79-F61B-4511-8FE3-0220F564A7A8}" type="presParOf" srcId="{A362F8D7-DFE2-41EB-84CF-748908E79F58}" destId="{CFC5C186-3A0C-4124-88F8-740F94CB9E7A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CF911389-FE62-4311-A84B-E02A3624DFAF}">
      <dgm:prSet phldrT="[Texto]" phldr="0"/>
      <dgm:spPr/>
      <dgm:t>
        <a:bodyPr/>
        <a:lstStyle/>
        <a:p>
          <a:pPr rtl="0"/>
          <a:r>
            <a:rPr lang="es-ES">
              <a:latin typeface="Arial"/>
              <a:cs typeface="Arial" panose="020B0604020202020204"/>
            </a:rPr>
            <a:t>El problema </a:t>
          </a:r>
          <a:r>
            <a:rPr lang="es-ES" sz="1800">
              <a:latin typeface="Arial"/>
            </a:rPr>
            <a:t>ocurre </a:t>
          </a:r>
          <a:r>
            <a:rPr lang="es-ES" sz="1800"/>
            <a:t>cuando un paquete es mayor al MTU del router y tiene la bandera</a:t>
          </a:r>
          <a:r>
            <a:rPr lang="es-ES" sz="1800">
              <a:latin typeface="Arial"/>
            </a:rPr>
            <a:t> y envía el error Type 3, Code 4</a:t>
          </a:r>
          <a:r>
            <a:rPr lang="es-ES" sz="1800" b="0">
              <a:latin typeface="Arial"/>
            </a:rPr>
            <a:t> (Fragmentation Needed)</a:t>
          </a:r>
          <a:r>
            <a:rPr lang="es-ES" sz="1800">
              <a:latin typeface="Arial"/>
            </a:rPr>
            <a:t> </a:t>
          </a:r>
          <a:r>
            <a:rPr lang="es-ES" sz="1800"/>
            <a:t>activada.</a:t>
          </a:r>
        </a:p>
      </dgm:t>
    </dgm:pt>
    <dgm:pt modelId="{9F94DFA0-A21C-49B7-977C-81688D3077E0}" type="parTrans" cxnId="{65B969B5-F9CD-44C8-BD6E-18816B8067C7}">
      <dgm:prSet/>
      <dgm:spPr/>
      <dgm:t>
        <a:bodyPr/>
        <a:lstStyle/>
        <a:p>
          <a:endParaRPr lang="es-ES"/>
        </a:p>
      </dgm:t>
    </dgm:pt>
    <dgm:pt modelId="{B4B284C3-985A-45D8-8ECB-93D34CD3D1CF}" type="sibTrans" cxnId="{65B969B5-F9CD-44C8-BD6E-18816B8067C7}">
      <dgm:prSet/>
      <dgm:spPr/>
      <dgm:t>
        <a:bodyPr/>
        <a:lstStyle/>
        <a:p>
          <a:endParaRPr lang="es-ES"/>
        </a:p>
      </dgm:t>
    </dgm:pt>
    <dgm:pt modelId="{38871680-AFB7-43C0-AD24-26F8363F1AC1}">
      <dgm:prSet phldr="0"/>
      <dgm:spPr/>
      <dgm:t>
        <a:bodyPr/>
        <a:lstStyle/>
        <a:p>
          <a:pPr rtl="0"/>
          <a:r>
            <a:rPr lang="es-ES" sz="1200">
              <a:latin typeface="Arial"/>
            </a:rPr>
            <a:t>El ICMP actúa cuando el </a:t>
          </a:r>
          <a:r>
            <a:rPr lang="es-ES" sz="1200" err="1">
              <a:latin typeface="Arial"/>
            </a:rPr>
            <a:t>router</a:t>
          </a:r>
          <a:r>
            <a:rPr lang="es-ES" sz="1200">
              <a:latin typeface="Arial"/>
            </a:rPr>
            <a:t> descarta el paquete </a:t>
          </a:r>
          <a:r>
            <a:rPr lang="es-ES" sz="1200"/>
            <a:t>y envía el error </a:t>
          </a:r>
          <a:r>
            <a:rPr lang="es-ES" sz="1200" b="0">
              <a:latin typeface="Arial"/>
            </a:rPr>
            <a:t>y envía el error </a:t>
          </a:r>
          <a:r>
            <a:rPr lang="es-ES" sz="1200" b="0"/>
            <a:t>Type 3, Code 4 (Fragmentation Needed)</a:t>
          </a:r>
          <a:r>
            <a:rPr lang="es-ES" sz="1200"/>
            <a:t>.</a:t>
          </a:r>
        </a:p>
      </dgm:t>
    </dgm:pt>
    <dgm:pt modelId="{49BBD288-AAFB-4622-8EED-815BA5B85AAA}" type="parTrans" cxnId="{8793C697-58BE-44A1-B711-D95A597E90C5}">
      <dgm:prSet/>
      <dgm:spPr/>
    </dgm:pt>
    <dgm:pt modelId="{0AB9C001-63D6-48EC-A223-6DC7F50E0C12}" type="sibTrans" cxnId="{8793C697-58BE-44A1-B711-D95A597E90C5}">
      <dgm:prSet/>
      <dgm:spPr/>
    </dgm:pt>
    <dgm:pt modelId="{5D8ACF3A-7AA2-4717-8E22-059D89FCE907}">
      <dgm:prSet phldr="0"/>
      <dgm:spPr/>
      <dgm:t>
        <a:bodyPr/>
        <a:lstStyle/>
        <a:p>
          <a:pPr rtl="0"/>
          <a:r>
            <a:rPr lang="es-ES" sz="1800">
              <a:latin typeface="Arial"/>
            </a:rPr>
            <a:t>El resultado es que </a:t>
          </a:r>
          <a:r>
            <a:rPr lang="es-ES" sz="1800"/>
            <a:t>permite al Host origen descubrir el tamaño máximo real de la ruta para optimizar el envío de datos.</a:t>
          </a:r>
        </a:p>
      </dgm:t>
    </dgm:pt>
    <dgm:pt modelId="{BA697C42-DC22-444C-8ED1-F99BC7A84B32}" type="parTrans" cxnId="{6ED3C543-89A2-437A-A406-D6EFF815B982}">
      <dgm:prSet/>
      <dgm:spPr/>
    </dgm:pt>
    <dgm:pt modelId="{AD561ADB-D13D-4F08-83A6-1D53EEEB96FF}" type="sibTrans" cxnId="{6ED3C543-89A2-437A-A406-D6EFF815B982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7998E4EE-F6EB-4AFA-AA66-9FB6CDF85BFB}" type="pres">
      <dgm:prSet presAssocID="{CF911389-FE62-4311-A84B-E02A3624DF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E6E5F5-C785-4A46-B2FF-CE4C35018EEC}" type="pres">
      <dgm:prSet presAssocID="{B4B284C3-985A-45D8-8ECB-93D34CD3D1CF}" presName="spacer" presStyleCnt="0"/>
      <dgm:spPr/>
    </dgm:pt>
    <dgm:pt modelId="{4E3A95B8-FD42-40AA-8E54-BD0FB33E3461}" type="pres">
      <dgm:prSet presAssocID="{38871680-AFB7-43C0-AD24-26F8363F1A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525D86-7913-4CB4-BB38-D4F2E7FBBF2B}" type="pres">
      <dgm:prSet presAssocID="{0AB9C001-63D6-48EC-A223-6DC7F50E0C12}" presName="spacer" presStyleCnt="0"/>
      <dgm:spPr/>
    </dgm:pt>
    <dgm:pt modelId="{765CBD95-B719-45EB-9F0B-837FF256A9C6}" type="pres">
      <dgm:prSet presAssocID="{5D8ACF3A-7AA2-4717-8E22-059D89FCE9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D3C543-89A2-437A-A406-D6EFF815B982}" srcId="{6EF664F3-8B9C-498D-A0B3-DBE5AD178739}" destId="{5D8ACF3A-7AA2-4717-8E22-059D89FCE907}" srcOrd="2" destOrd="0" parTransId="{BA697C42-DC22-444C-8ED1-F99BC7A84B32}" sibTransId="{AD561ADB-D13D-4F08-83A6-1D53EEEB96FF}"/>
    <dgm:cxn modelId="{DCB1336C-3ACB-46C7-A470-60EF83BD52CE}" type="presOf" srcId="{6EF664F3-8B9C-498D-A0B3-DBE5AD178739}" destId="{B5AC36EA-E17B-4931-B378-BDAD64C979F2}" srcOrd="0" destOrd="0" presId="urn:microsoft.com/office/officeart/2005/8/layout/vList2#1"/>
    <dgm:cxn modelId="{E43ABB6F-A9CF-43DA-8347-051FE25F00FB}" type="presOf" srcId="{CF911389-FE62-4311-A84B-E02A3624DFAF}" destId="{7998E4EE-F6EB-4AFA-AA66-9FB6CDF85BFB}" srcOrd="0" destOrd="0" presId="urn:microsoft.com/office/officeart/2005/8/layout/vList2#1"/>
    <dgm:cxn modelId="{8793C697-58BE-44A1-B711-D95A597E90C5}" srcId="{6EF664F3-8B9C-498D-A0B3-DBE5AD178739}" destId="{38871680-AFB7-43C0-AD24-26F8363F1AC1}" srcOrd="1" destOrd="0" parTransId="{49BBD288-AAFB-4622-8EED-815BA5B85AAA}" sibTransId="{0AB9C001-63D6-48EC-A223-6DC7F50E0C12}"/>
    <dgm:cxn modelId="{65B969B5-F9CD-44C8-BD6E-18816B8067C7}" srcId="{6EF664F3-8B9C-498D-A0B3-DBE5AD178739}" destId="{CF911389-FE62-4311-A84B-E02A3624DFAF}" srcOrd="0" destOrd="0" parTransId="{9F94DFA0-A21C-49B7-977C-81688D3077E0}" sibTransId="{B4B284C3-985A-45D8-8ECB-93D34CD3D1CF}"/>
    <dgm:cxn modelId="{4C375ACE-F3AB-420C-BE63-C78A6405BF2D}" type="presOf" srcId="{38871680-AFB7-43C0-AD24-26F8363F1AC1}" destId="{4E3A95B8-FD42-40AA-8E54-BD0FB33E3461}" srcOrd="0" destOrd="0" presId="urn:microsoft.com/office/officeart/2005/8/layout/vList2#1"/>
    <dgm:cxn modelId="{F9D43CDB-58F0-4EA7-8119-269263703E3D}" type="presOf" srcId="{5D8ACF3A-7AA2-4717-8E22-059D89FCE907}" destId="{765CBD95-B719-45EB-9F0B-837FF256A9C6}" srcOrd="0" destOrd="0" presId="urn:microsoft.com/office/officeart/2005/8/layout/vList2#1"/>
    <dgm:cxn modelId="{73A72E18-5303-462E-937C-46C604DA304A}" type="presParOf" srcId="{B5AC36EA-E17B-4931-B378-BDAD64C979F2}" destId="{7998E4EE-F6EB-4AFA-AA66-9FB6CDF85BFB}" srcOrd="0" destOrd="0" presId="urn:microsoft.com/office/officeart/2005/8/layout/vList2#1"/>
    <dgm:cxn modelId="{066C4220-A7CB-4568-B369-7B4FB2C2B258}" type="presParOf" srcId="{B5AC36EA-E17B-4931-B378-BDAD64C979F2}" destId="{FBE6E5F5-C785-4A46-B2FF-CE4C35018EEC}" srcOrd="1" destOrd="0" presId="urn:microsoft.com/office/officeart/2005/8/layout/vList2#1"/>
    <dgm:cxn modelId="{0CA0CF4A-2301-4CE9-AFE0-C1C03A6AB44A}" type="presParOf" srcId="{B5AC36EA-E17B-4931-B378-BDAD64C979F2}" destId="{4E3A95B8-FD42-40AA-8E54-BD0FB33E3461}" srcOrd="2" destOrd="0" presId="urn:microsoft.com/office/officeart/2005/8/layout/vList2#1"/>
    <dgm:cxn modelId="{5597B4AD-CCAD-46B5-9CD9-651CEE8E0333}" type="presParOf" srcId="{B5AC36EA-E17B-4931-B378-BDAD64C979F2}" destId="{32525D86-7913-4CB4-BB38-D4F2E7FBBF2B}" srcOrd="3" destOrd="0" presId="urn:microsoft.com/office/officeart/2005/8/layout/vList2#1"/>
    <dgm:cxn modelId="{F16E3C92-662E-4140-ABE8-A441A2881B44}" type="presParOf" srcId="{B5AC36EA-E17B-4931-B378-BDAD64C979F2}" destId="{765CBD95-B719-45EB-9F0B-837FF256A9C6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CF911389-FE62-4311-A84B-E02A3624DFAF}">
      <dgm:prSet phldrT="[Texto]" phldr="0"/>
      <dgm:spPr/>
      <dgm:t>
        <a:bodyPr/>
        <a:lstStyle/>
        <a:p>
          <a:pPr rtl="0"/>
          <a:r>
            <a:rPr lang="es-ES"/>
            <a:t>Mecanismo</a:t>
          </a:r>
          <a:r>
            <a:rPr lang="es-ES" sz="1800"/>
            <a:t> para actualizar dinámicamente las </a:t>
          </a:r>
          <a:r>
            <a:rPr lang="es-ES" sz="1800" b="0"/>
            <a:t>tablas de enrutamiento de </a:t>
          </a:r>
          <a:r>
            <a:rPr lang="es-ES" sz="1800"/>
            <a:t>los hosts.</a:t>
          </a:r>
        </a:p>
      </dgm:t>
    </dgm:pt>
    <dgm:pt modelId="{9F94DFA0-A21C-49B7-977C-81688D3077E0}" type="parTrans" cxnId="{65B969B5-F9CD-44C8-BD6E-18816B8067C7}">
      <dgm:prSet/>
      <dgm:spPr/>
      <dgm:t>
        <a:bodyPr/>
        <a:lstStyle/>
        <a:p>
          <a:endParaRPr lang="es-ES"/>
        </a:p>
      </dgm:t>
    </dgm:pt>
    <dgm:pt modelId="{B4B284C3-985A-45D8-8ECB-93D34CD3D1CF}" type="sibTrans" cxnId="{65B969B5-F9CD-44C8-BD6E-18816B8067C7}">
      <dgm:prSet/>
      <dgm:spPr/>
      <dgm:t>
        <a:bodyPr/>
        <a:lstStyle/>
        <a:p>
          <a:endParaRPr lang="es-ES"/>
        </a:p>
      </dgm:t>
    </dgm:pt>
    <dgm:pt modelId="{38871680-AFB7-43C0-AD24-26F8363F1AC1}">
      <dgm:prSet phldr="0"/>
      <dgm:spPr/>
      <dgm:t>
        <a:bodyPr/>
        <a:lstStyle/>
        <a:p>
          <a:pPr rtl="0"/>
          <a:r>
            <a:rPr lang="es-ES" sz="1200"/>
            <a:t>El Router detecta una mejor ruta (</a:t>
          </a:r>
          <a:r>
            <a:rPr lang="es-ES" sz="1200" b="0"/>
            <a:t>Next Hop) hacia el destino dentro del mismo segmento de red</a:t>
          </a:r>
          <a:r>
            <a:rPr lang="es-ES" sz="1200"/>
            <a:t>.</a:t>
          </a:r>
        </a:p>
      </dgm:t>
    </dgm:pt>
    <dgm:pt modelId="{49BBD288-AAFB-4622-8EED-815BA5B85AAA}" type="parTrans" cxnId="{8793C697-58BE-44A1-B711-D95A597E90C5}">
      <dgm:prSet/>
      <dgm:spPr/>
    </dgm:pt>
    <dgm:pt modelId="{0AB9C001-63D6-48EC-A223-6DC7F50E0C12}" type="sibTrans" cxnId="{8793C697-58BE-44A1-B711-D95A597E90C5}">
      <dgm:prSet/>
      <dgm:spPr/>
      <dgm:t>
        <a:bodyPr/>
        <a:lstStyle/>
        <a:p>
          <a:endParaRPr lang="en-US"/>
        </a:p>
      </dgm:t>
    </dgm:pt>
    <dgm:pt modelId="{5D8ACF3A-7AA2-4717-8E22-059D89FCE907}">
      <dgm:prSet phldr="0"/>
      <dgm:spPr/>
      <dgm:t>
        <a:bodyPr/>
        <a:lstStyle/>
        <a:p>
          <a:pPr rtl="0"/>
          <a:r>
            <a:rPr lang="es-ES" sz="1800"/>
            <a:t>Envía un </a:t>
          </a:r>
          <a:r>
            <a:rPr lang="es-ES" sz="1800" b="0"/>
            <a:t>ICMP Redirect (Type 5)</a:t>
          </a:r>
          <a:r>
            <a:rPr lang="es-ES" sz="1800"/>
            <a:t> para que el host use la ruta óptima en el futuro.</a:t>
          </a:r>
        </a:p>
      </dgm:t>
    </dgm:pt>
    <dgm:pt modelId="{BA697C42-DC22-444C-8ED1-F99BC7A84B32}" type="parTrans" cxnId="{6ED3C543-89A2-437A-A406-D6EFF815B982}">
      <dgm:prSet/>
      <dgm:spPr/>
    </dgm:pt>
    <dgm:pt modelId="{AD561ADB-D13D-4F08-83A6-1D53EEEB96FF}" type="sibTrans" cxnId="{6ED3C543-89A2-437A-A406-D6EFF815B982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7998E4EE-F6EB-4AFA-AA66-9FB6CDF85BFB}" type="pres">
      <dgm:prSet presAssocID="{CF911389-FE62-4311-A84B-E02A3624DF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E6E5F5-C785-4A46-B2FF-CE4C35018EEC}" type="pres">
      <dgm:prSet presAssocID="{B4B284C3-985A-45D8-8ECB-93D34CD3D1CF}" presName="spacer" presStyleCnt="0"/>
      <dgm:spPr/>
    </dgm:pt>
    <dgm:pt modelId="{4E3A95B8-FD42-40AA-8E54-BD0FB33E3461}" type="pres">
      <dgm:prSet presAssocID="{38871680-AFB7-43C0-AD24-26F8363F1A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525D86-7913-4CB4-BB38-D4F2E7FBBF2B}" type="pres">
      <dgm:prSet presAssocID="{0AB9C001-63D6-48EC-A223-6DC7F50E0C12}" presName="spacer" presStyleCnt="0"/>
      <dgm:spPr/>
    </dgm:pt>
    <dgm:pt modelId="{765CBD95-B719-45EB-9F0B-837FF256A9C6}" type="pres">
      <dgm:prSet presAssocID="{5D8ACF3A-7AA2-4717-8E22-059D89FCE9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9E07C37-BE7A-4287-83CF-6DA5D6BD8D3A}" type="presOf" srcId="{38871680-AFB7-43C0-AD24-26F8363F1AC1}" destId="{4E3A95B8-FD42-40AA-8E54-BD0FB33E3461}" srcOrd="0" destOrd="0" presId="urn:microsoft.com/office/officeart/2005/8/layout/vList2#1"/>
    <dgm:cxn modelId="{6ED3C543-89A2-437A-A406-D6EFF815B982}" srcId="{6EF664F3-8B9C-498D-A0B3-DBE5AD178739}" destId="{5D8ACF3A-7AA2-4717-8E22-059D89FCE907}" srcOrd="2" destOrd="0" parTransId="{BA697C42-DC22-444C-8ED1-F99BC7A84B32}" sibTransId="{AD561ADB-D13D-4F08-83A6-1D53EEEB96FF}"/>
    <dgm:cxn modelId="{8793C697-58BE-44A1-B711-D95A597E90C5}" srcId="{6EF664F3-8B9C-498D-A0B3-DBE5AD178739}" destId="{38871680-AFB7-43C0-AD24-26F8363F1AC1}" srcOrd="1" destOrd="0" parTransId="{49BBD288-AAFB-4622-8EED-815BA5B85AAA}" sibTransId="{0AB9C001-63D6-48EC-A223-6DC7F50E0C12}"/>
    <dgm:cxn modelId="{65B969B5-F9CD-44C8-BD6E-18816B8067C7}" srcId="{6EF664F3-8B9C-498D-A0B3-DBE5AD178739}" destId="{CF911389-FE62-4311-A84B-E02A3624DFAF}" srcOrd="0" destOrd="0" parTransId="{9F94DFA0-A21C-49B7-977C-81688D3077E0}" sibTransId="{B4B284C3-985A-45D8-8ECB-93D34CD3D1CF}"/>
    <dgm:cxn modelId="{1853A4CC-FECB-4D1E-87B6-BC92FBFA241F}" type="presOf" srcId="{CF911389-FE62-4311-A84B-E02A3624DFAF}" destId="{7998E4EE-F6EB-4AFA-AA66-9FB6CDF85BFB}" srcOrd="0" destOrd="0" presId="urn:microsoft.com/office/officeart/2005/8/layout/vList2#1"/>
    <dgm:cxn modelId="{05ED11EA-B251-4620-A21E-187DF60BE5D4}" type="presOf" srcId="{5D8ACF3A-7AA2-4717-8E22-059D89FCE907}" destId="{765CBD95-B719-45EB-9F0B-837FF256A9C6}" srcOrd="0" destOrd="0" presId="urn:microsoft.com/office/officeart/2005/8/layout/vList2#1"/>
    <dgm:cxn modelId="{BCD69EFD-8905-413C-97DE-BFCB276D5971}" type="presOf" srcId="{6EF664F3-8B9C-498D-A0B3-DBE5AD178739}" destId="{B5AC36EA-E17B-4931-B378-BDAD64C979F2}" srcOrd="0" destOrd="0" presId="urn:microsoft.com/office/officeart/2005/8/layout/vList2#1"/>
    <dgm:cxn modelId="{F26468E5-DD81-4D92-B825-DA571FD09292}" type="presParOf" srcId="{B5AC36EA-E17B-4931-B378-BDAD64C979F2}" destId="{7998E4EE-F6EB-4AFA-AA66-9FB6CDF85BFB}" srcOrd="0" destOrd="0" presId="urn:microsoft.com/office/officeart/2005/8/layout/vList2#1"/>
    <dgm:cxn modelId="{0642052E-D512-4679-850C-92A8C0EF99D2}" type="presParOf" srcId="{B5AC36EA-E17B-4931-B378-BDAD64C979F2}" destId="{FBE6E5F5-C785-4A46-B2FF-CE4C35018EEC}" srcOrd="1" destOrd="0" presId="urn:microsoft.com/office/officeart/2005/8/layout/vList2#1"/>
    <dgm:cxn modelId="{05B6C888-D1F7-4C22-BDD6-2D9457C42E4A}" type="presParOf" srcId="{B5AC36EA-E17B-4931-B378-BDAD64C979F2}" destId="{4E3A95B8-FD42-40AA-8E54-BD0FB33E3461}" srcOrd="2" destOrd="0" presId="urn:microsoft.com/office/officeart/2005/8/layout/vList2#1"/>
    <dgm:cxn modelId="{5E54AADC-2A41-4326-8029-C45A229CAEB1}" type="presParOf" srcId="{B5AC36EA-E17B-4931-B378-BDAD64C979F2}" destId="{32525D86-7913-4CB4-BB38-D4F2E7FBBF2B}" srcOrd="3" destOrd="0" presId="urn:microsoft.com/office/officeart/2005/8/layout/vList2#1"/>
    <dgm:cxn modelId="{BB426437-7601-4763-8AAD-543BF53EFB20}" type="presParOf" srcId="{B5AC36EA-E17B-4931-B378-BDAD64C979F2}" destId="{765CBD95-B719-45EB-9F0B-837FF256A9C6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8/layout/VerticalCurvedList#1" loCatId="list" qsTypeId="urn:microsoft.com/office/officeart/2005/8/quickstyle/simple3#10" qsCatId="simple" csTypeId="urn:microsoft.com/office/officeart/2005/8/colors/colorful1#2" csCatId="colorful" phldr="1"/>
      <dgm:spPr/>
      <dgm:t>
        <a:bodyPr/>
        <a:lstStyle/>
        <a:p>
          <a:endParaRPr lang="es-EC"/>
        </a:p>
      </dgm:t>
    </dgm:pt>
    <dgm:pt modelId="{D374130D-2237-427D-AA4A-389DDE541B39}">
      <dgm:prSet phldrT="[Texto]"/>
      <dgm:spPr/>
      <dgm:t>
        <a:bodyPr/>
        <a:lstStyle/>
        <a:p>
          <a:pPr algn="l" rtl="0"/>
          <a:r>
            <a:rPr lang="es-MX" b="0"/>
            <a:t>Mensajes de Control (Bit T = 1): Establecen/mantienen/cierran túnel</a:t>
          </a:r>
          <a:endParaRPr lang="en-US" b="0"/>
        </a:p>
      </dgm:t>
    </dgm:pt>
    <dgm:pt modelId="{D329AE92-E804-4BCB-91E0-C1DB52558738}" type="parTrans" cxnId="{1FB56344-ADB9-49B2-B535-BAD1FE915926}">
      <dgm:prSet/>
      <dgm:spPr/>
      <dgm:t>
        <a:bodyPr/>
        <a:lstStyle/>
        <a:p>
          <a:endParaRPr lang="es-EC"/>
        </a:p>
      </dgm:t>
    </dgm:pt>
    <dgm:pt modelId="{6C1C40AE-44FC-42A7-A288-A8BBB677EA96}" type="sibTrans" cxnId="{1FB56344-ADB9-49B2-B535-BAD1FE915926}">
      <dgm:prSet/>
      <dgm:spPr/>
      <dgm:t>
        <a:bodyPr/>
        <a:lstStyle/>
        <a:p>
          <a:endParaRPr lang="es-EC"/>
        </a:p>
      </dgm:t>
    </dgm:pt>
    <dgm:pt modelId="{7A7E7065-EE72-420F-A38B-B799F479DAFE}">
      <dgm:prSet phldrT="[Texto]"/>
      <dgm:spPr/>
      <dgm:t>
        <a:bodyPr/>
        <a:lstStyle/>
        <a:p>
          <a:pPr algn="l"/>
          <a:r>
            <a:rPr lang="es-MX" b="0"/>
            <a:t>Mensajes de Datos (Bit T = 0): Transportan tráfico de usuario</a:t>
          </a:r>
        </a:p>
      </dgm:t>
    </dgm:pt>
    <dgm:pt modelId="{D4215AFE-EFF3-4B8B-A1B3-5885646E2B38}" type="parTrans" cxnId="{85A2E8E0-84E8-4C86-B9C4-BEC8503C5E28}">
      <dgm:prSet/>
      <dgm:spPr/>
      <dgm:t>
        <a:bodyPr/>
        <a:lstStyle/>
        <a:p>
          <a:endParaRPr lang="es-EC"/>
        </a:p>
      </dgm:t>
    </dgm:pt>
    <dgm:pt modelId="{338B8F17-EE27-45F2-B8EA-443F9A4160B9}" type="sibTrans" cxnId="{85A2E8E0-84E8-4C86-B9C4-BEC8503C5E28}">
      <dgm:prSet/>
      <dgm:spPr/>
      <dgm:t>
        <a:bodyPr/>
        <a:lstStyle/>
        <a:p>
          <a:endParaRPr lang="es-EC"/>
        </a:p>
      </dgm:t>
    </dgm:pt>
    <dgm:pt modelId="{EDA04C9F-DD11-4093-B3B8-76C939A8C106}">
      <dgm:prSet phldrT="[Texto]"/>
      <dgm:spPr/>
      <dgm:t>
        <a:bodyPr/>
        <a:lstStyle/>
        <a:p>
          <a:r>
            <a:rPr lang="es-MX" b="0" err="1"/>
            <a:t>Session</a:t>
          </a:r>
          <a:r>
            <a:rPr lang="es-MX" b="0"/>
            <a:t> ID: Identifica sesión de usuario dentro del túnel</a:t>
          </a:r>
        </a:p>
      </dgm:t>
    </dgm:pt>
    <dgm:pt modelId="{B7058CBA-478A-40EC-849D-4C037D427B6D}" type="parTrans" cxnId="{EFE7074F-FC59-48DE-A89F-0B49C7D6E5C9}">
      <dgm:prSet/>
      <dgm:spPr/>
      <dgm:t>
        <a:bodyPr/>
        <a:lstStyle/>
        <a:p>
          <a:endParaRPr lang="es-EC"/>
        </a:p>
      </dgm:t>
    </dgm:pt>
    <dgm:pt modelId="{4A851A88-B0A5-4FEE-809B-02DB3C383049}" type="sibTrans" cxnId="{EFE7074F-FC59-48DE-A89F-0B49C7D6E5C9}">
      <dgm:prSet/>
      <dgm:spPr/>
      <dgm:t>
        <a:bodyPr/>
        <a:lstStyle/>
        <a:p>
          <a:endParaRPr lang="es-EC"/>
        </a:p>
      </dgm:t>
    </dgm:pt>
    <dgm:pt modelId="{7D6FE885-A948-47D9-967D-5FB255291655}">
      <dgm:prSet phldr="0"/>
      <dgm:spPr/>
      <dgm:t>
        <a:bodyPr/>
        <a:lstStyle/>
        <a:p>
          <a:pPr algn="l"/>
          <a:r>
            <a:rPr lang="es-MX" b="0" err="1"/>
            <a:t>Tunnel</a:t>
          </a:r>
          <a:r>
            <a:rPr lang="es-MX" b="0"/>
            <a:t> ID: Identifica el túnel global LAC-LNS</a:t>
          </a:r>
          <a:endParaRPr lang="es-ES" b="0"/>
        </a:p>
      </dgm:t>
    </dgm:pt>
    <dgm:pt modelId="{9F32D31D-88FF-4947-B70D-CB0FE8790F25}" type="parTrans" cxnId="{F471C807-D40D-4E43-B26C-EBBB605A14DE}">
      <dgm:prSet/>
      <dgm:spPr/>
    </dgm:pt>
    <dgm:pt modelId="{B8B736BF-0BD3-44FF-9431-99E56D5E31E6}" type="sibTrans" cxnId="{F471C807-D40D-4E43-B26C-EBBB605A14DE}">
      <dgm:prSet/>
      <dgm:spPr/>
    </dgm:pt>
    <dgm:pt modelId="{2B1C49C1-A02C-4441-92E5-5E1367C6FA11}">
      <dgm:prSet phldr="0"/>
      <dgm:spPr/>
      <dgm:t>
        <a:bodyPr/>
        <a:lstStyle/>
        <a:p>
          <a:r>
            <a:rPr lang="es-MX" b="0"/>
            <a:t>Nr (Number Received): Confirma la recepción del último mensaje de control esperado </a:t>
          </a:r>
        </a:p>
      </dgm:t>
    </dgm:pt>
    <dgm:pt modelId="{85850E95-9565-4E25-8705-3E8C9DE7B352}" type="parTrans" cxnId="{226A13F5-A7CF-4CDB-8783-A29A6DCBF3CD}">
      <dgm:prSet/>
      <dgm:spPr/>
    </dgm:pt>
    <dgm:pt modelId="{E0C229BB-D06E-49F4-B338-25368D3ABF9C}" type="sibTrans" cxnId="{226A13F5-A7CF-4CDB-8783-A29A6DCBF3CD}">
      <dgm:prSet/>
      <dgm:spPr/>
    </dgm:pt>
    <dgm:pt modelId="{AB589D40-82EC-4838-AE98-DD29215541A5}">
      <dgm:prSet phldr="0"/>
      <dgm:spPr/>
      <dgm:t>
        <a:bodyPr/>
        <a:lstStyle/>
        <a:p>
          <a:pPr algn="l" rtl="0"/>
          <a:r>
            <a:rPr lang="es-MX" b="0" err="1"/>
            <a:t>Ns</a:t>
          </a:r>
          <a:r>
            <a:rPr lang="es-MX" b="0"/>
            <a:t> (</a:t>
          </a:r>
          <a:r>
            <a:rPr lang="es-MX" b="0" err="1"/>
            <a:t>Number</a:t>
          </a:r>
          <a:r>
            <a:rPr lang="es-MX" b="0"/>
            <a:t> </a:t>
          </a:r>
          <a:r>
            <a:rPr lang="es-MX" b="0" err="1"/>
            <a:t>Sequence</a:t>
          </a:r>
          <a:r>
            <a:rPr lang="es-MX" b="0"/>
            <a:t>): Identifica el orden del mensaje de control enviado.</a:t>
          </a:r>
          <a:endParaRPr lang="es-MX" b="0">
            <a:latin typeface="Arial"/>
          </a:endParaRPr>
        </a:p>
      </dgm:t>
    </dgm:pt>
    <dgm:pt modelId="{E8A0A1FD-8EC4-4A53-8EA7-1F0427619DED}" type="parTrans" cxnId="{FBCC49DF-445D-4384-BA8D-BC7ACF848C9C}">
      <dgm:prSet/>
      <dgm:spPr/>
    </dgm:pt>
    <dgm:pt modelId="{B079E65C-1BF7-4BAA-8EB4-672D62033011}" type="sibTrans" cxnId="{FBCC49DF-445D-4384-BA8D-BC7ACF848C9C}">
      <dgm:prSet/>
      <dgm:spPr/>
    </dgm:pt>
    <dgm:pt modelId="{A275062C-8D68-4188-B351-EC611E218761}" type="pres">
      <dgm:prSet presAssocID="{F2C29202-7EC6-4DE0-9F77-6549215033CF}" presName="Name0" presStyleCnt="0">
        <dgm:presLayoutVars>
          <dgm:chMax val="7"/>
          <dgm:chPref val="7"/>
          <dgm:dir/>
        </dgm:presLayoutVars>
      </dgm:prSet>
      <dgm:spPr/>
    </dgm:pt>
    <dgm:pt modelId="{9297A15F-86B3-4AD9-90F6-9F5F359F5B5D}" type="pres">
      <dgm:prSet presAssocID="{F2C29202-7EC6-4DE0-9F77-6549215033CF}" presName="Name1" presStyleCnt="0"/>
      <dgm:spPr/>
    </dgm:pt>
    <dgm:pt modelId="{EA63603D-283F-4E34-B759-DCAF43EA0AE9}" type="pres">
      <dgm:prSet presAssocID="{F2C29202-7EC6-4DE0-9F77-6549215033CF}" presName="cycle" presStyleCnt="0"/>
      <dgm:spPr/>
    </dgm:pt>
    <dgm:pt modelId="{61E41F13-8FC8-40AE-BF4B-374557A628DD}" type="pres">
      <dgm:prSet presAssocID="{F2C29202-7EC6-4DE0-9F77-6549215033CF}" presName="srcNode" presStyleLbl="node1" presStyleIdx="0" presStyleCnt="6"/>
      <dgm:spPr/>
    </dgm:pt>
    <dgm:pt modelId="{36858D2A-41C2-496D-ACAC-021D08E4DC6C}" type="pres">
      <dgm:prSet presAssocID="{F2C29202-7EC6-4DE0-9F77-6549215033CF}" presName="conn" presStyleLbl="parChTrans1D2" presStyleIdx="0" presStyleCnt="1"/>
      <dgm:spPr/>
    </dgm:pt>
    <dgm:pt modelId="{352D7C05-B81F-484B-8E65-45955623500F}" type="pres">
      <dgm:prSet presAssocID="{F2C29202-7EC6-4DE0-9F77-6549215033CF}" presName="extraNode" presStyleLbl="node1" presStyleIdx="0" presStyleCnt="6"/>
      <dgm:spPr/>
    </dgm:pt>
    <dgm:pt modelId="{0A39E398-A6F8-4E0D-86D3-0D1DC09E0BFB}" type="pres">
      <dgm:prSet presAssocID="{F2C29202-7EC6-4DE0-9F77-6549215033CF}" presName="dstNode" presStyleLbl="node1" presStyleIdx="0" presStyleCnt="6"/>
      <dgm:spPr/>
    </dgm:pt>
    <dgm:pt modelId="{C54500AD-F455-4DB6-9538-5615BEC1168F}" type="pres">
      <dgm:prSet presAssocID="{D374130D-2237-427D-AA4A-389DDE541B39}" presName="text_1" presStyleLbl="node1" presStyleIdx="0" presStyleCnt="6">
        <dgm:presLayoutVars>
          <dgm:bulletEnabled val="1"/>
        </dgm:presLayoutVars>
      </dgm:prSet>
      <dgm:spPr/>
    </dgm:pt>
    <dgm:pt modelId="{93812659-2C94-4729-9D3D-3326FE8FAB49}" type="pres">
      <dgm:prSet presAssocID="{D374130D-2237-427D-AA4A-389DDE541B39}" presName="accent_1" presStyleCnt="0"/>
      <dgm:spPr/>
    </dgm:pt>
    <dgm:pt modelId="{9753F69D-82D5-4AF4-9F82-F092FE20EF64}" type="pres">
      <dgm:prSet presAssocID="{D374130D-2237-427D-AA4A-389DDE541B39}" presName="accentRepeatNode" presStyleLbl="solidFgAcc1" presStyleIdx="0" presStyleCnt="6"/>
      <dgm:spPr/>
    </dgm:pt>
    <dgm:pt modelId="{3C65E507-FC15-46ED-962A-01D45E9940B5}" type="pres">
      <dgm:prSet presAssocID="{7A7E7065-EE72-420F-A38B-B799F479DAFE}" presName="text_2" presStyleLbl="node1" presStyleIdx="1" presStyleCnt="6">
        <dgm:presLayoutVars>
          <dgm:bulletEnabled val="1"/>
        </dgm:presLayoutVars>
      </dgm:prSet>
      <dgm:spPr/>
    </dgm:pt>
    <dgm:pt modelId="{E9F5072B-7504-421D-A689-785D85BB9A02}" type="pres">
      <dgm:prSet presAssocID="{7A7E7065-EE72-420F-A38B-B799F479DAFE}" presName="accent_2" presStyleCnt="0"/>
      <dgm:spPr/>
    </dgm:pt>
    <dgm:pt modelId="{AE3EBC51-3BD1-471E-B3E2-93635B2C0E6A}" type="pres">
      <dgm:prSet presAssocID="{7A7E7065-EE72-420F-A38B-B799F479DAFE}" presName="accentRepeatNode" presStyleLbl="solidFgAcc1" presStyleIdx="1" presStyleCnt="6"/>
      <dgm:spPr/>
    </dgm:pt>
    <dgm:pt modelId="{D92C4FA6-9B7F-487F-8AA0-2F34A3C11EEC}" type="pres">
      <dgm:prSet presAssocID="{7D6FE885-A948-47D9-967D-5FB255291655}" presName="text_3" presStyleLbl="node1" presStyleIdx="2" presStyleCnt="6">
        <dgm:presLayoutVars>
          <dgm:bulletEnabled val="1"/>
        </dgm:presLayoutVars>
      </dgm:prSet>
      <dgm:spPr/>
    </dgm:pt>
    <dgm:pt modelId="{CF1B09CC-0674-4F3E-B49B-6AA5A1843E12}" type="pres">
      <dgm:prSet presAssocID="{7D6FE885-A948-47D9-967D-5FB255291655}" presName="accent_3" presStyleCnt="0"/>
      <dgm:spPr/>
    </dgm:pt>
    <dgm:pt modelId="{17636783-F6CA-4F44-95B2-629AC687ACA9}" type="pres">
      <dgm:prSet presAssocID="{7D6FE885-A948-47D9-967D-5FB255291655}" presName="accentRepeatNode" presStyleLbl="solidFgAcc1" presStyleIdx="2" presStyleCnt="6"/>
      <dgm:spPr/>
    </dgm:pt>
    <dgm:pt modelId="{FDA4A098-7AEF-45FC-9BE7-B08183A981FF}" type="pres">
      <dgm:prSet presAssocID="{EDA04C9F-DD11-4093-B3B8-76C939A8C106}" presName="text_4" presStyleLbl="node1" presStyleIdx="3" presStyleCnt="6">
        <dgm:presLayoutVars>
          <dgm:bulletEnabled val="1"/>
        </dgm:presLayoutVars>
      </dgm:prSet>
      <dgm:spPr/>
    </dgm:pt>
    <dgm:pt modelId="{FE1FDABB-F65F-49C7-A884-7C125CB64BE9}" type="pres">
      <dgm:prSet presAssocID="{EDA04C9F-DD11-4093-B3B8-76C939A8C106}" presName="accent_4" presStyleCnt="0"/>
      <dgm:spPr/>
    </dgm:pt>
    <dgm:pt modelId="{5C0148BF-4680-4AC4-A4BF-CF1F54302492}" type="pres">
      <dgm:prSet presAssocID="{EDA04C9F-DD11-4093-B3B8-76C939A8C106}" presName="accentRepeatNode" presStyleLbl="solidFgAcc1" presStyleIdx="3" presStyleCnt="6"/>
      <dgm:spPr/>
    </dgm:pt>
    <dgm:pt modelId="{1EF0507F-B8C9-4C5F-BD91-D7407D08868D}" type="pres">
      <dgm:prSet presAssocID="{AB589D40-82EC-4838-AE98-DD29215541A5}" presName="text_5" presStyleLbl="node1" presStyleIdx="4" presStyleCnt="6">
        <dgm:presLayoutVars>
          <dgm:bulletEnabled val="1"/>
        </dgm:presLayoutVars>
      </dgm:prSet>
      <dgm:spPr/>
    </dgm:pt>
    <dgm:pt modelId="{A54E499D-EE43-484F-9E75-89D5DA6C85AE}" type="pres">
      <dgm:prSet presAssocID="{AB589D40-82EC-4838-AE98-DD29215541A5}" presName="accent_5" presStyleCnt="0"/>
      <dgm:spPr/>
    </dgm:pt>
    <dgm:pt modelId="{D6F7A183-B9EF-4AE6-BD27-A3B01A97D0E4}" type="pres">
      <dgm:prSet presAssocID="{AB589D40-82EC-4838-AE98-DD29215541A5}" presName="accentRepeatNode" presStyleLbl="solidFgAcc1" presStyleIdx="4" presStyleCnt="6"/>
      <dgm:spPr/>
    </dgm:pt>
    <dgm:pt modelId="{59B7ADBC-EFBB-48F6-8E42-18C1BEA94EC1}" type="pres">
      <dgm:prSet presAssocID="{2B1C49C1-A02C-4441-92E5-5E1367C6FA11}" presName="text_6" presStyleLbl="node1" presStyleIdx="5" presStyleCnt="6">
        <dgm:presLayoutVars>
          <dgm:bulletEnabled val="1"/>
        </dgm:presLayoutVars>
      </dgm:prSet>
      <dgm:spPr/>
    </dgm:pt>
    <dgm:pt modelId="{D877C726-C572-4453-BE4B-D6310FE46B69}" type="pres">
      <dgm:prSet presAssocID="{2B1C49C1-A02C-4441-92E5-5E1367C6FA11}" presName="accent_6" presStyleCnt="0"/>
      <dgm:spPr/>
    </dgm:pt>
    <dgm:pt modelId="{F0437E33-4AAC-46B7-B9C3-F4F53D7CE67A}" type="pres">
      <dgm:prSet presAssocID="{2B1C49C1-A02C-4441-92E5-5E1367C6FA11}" presName="accentRepeatNode" presStyleLbl="solidFgAcc1" presStyleIdx="5" presStyleCnt="6"/>
      <dgm:spPr/>
    </dgm:pt>
  </dgm:ptLst>
  <dgm:cxnLst>
    <dgm:cxn modelId="{F471C807-D40D-4E43-B26C-EBBB605A14DE}" srcId="{F2C29202-7EC6-4DE0-9F77-6549215033CF}" destId="{7D6FE885-A948-47D9-967D-5FB255291655}" srcOrd="2" destOrd="0" parTransId="{9F32D31D-88FF-4947-B70D-CB0FE8790F25}" sibTransId="{B8B736BF-0BD3-44FF-9431-99E56D5E31E6}"/>
    <dgm:cxn modelId="{2EE10515-9389-456D-A5FF-656A2CC29225}" type="presOf" srcId="{EDA04C9F-DD11-4093-B3B8-76C939A8C106}" destId="{FDA4A098-7AEF-45FC-9BE7-B08183A981FF}" srcOrd="0" destOrd="0" presId="urn:microsoft.com/office/officeart/2008/layout/VerticalCurvedList#1"/>
    <dgm:cxn modelId="{A3DD3E20-1A91-4C5C-85C5-932403DEE8B1}" type="presOf" srcId="{6C1C40AE-44FC-42A7-A288-A8BBB677EA96}" destId="{36858D2A-41C2-496D-ACAC-021D08E4DC6C}" srcOrd="0" destOrd="0" presId="urn:microsoft.com/office/officeart/2008/layout/VerticalCurvedList#1"/>
    <dgm:cxn modelId="{7A349036-6D1D-4975-9C42-D915C9E464A1}" type="presOf" srcId="{2B1C49C1-A02C-4441-92E5-5E1367C6FA11}" destId="{59B7ADBC-EFBB-48F6-8E42-18C1BEA94EC1}" srcOrd="0" destOrd="0" presId="urn:microsoft.com/office/officeart/2008/layout/VerticalCurvedList#1"/>
    <dgm:cxn modelId="{A086365F-3251-4AE3-B92B-FEF18A4E8757}" type="presOf" srcId="{AB589D40-82EC-4838-AE98-DD29215541A5}" destId="{1EF0507F-B8C9-4C5F-BD91-D7407D08868D}" srcOrd="0" destOrd="0" presId="urn:microsoft.com/office/officeart/2008/layout/VerticalCurvedList#1"/>
    <dgm:cxn modelId="{1FB56344-ADB9-49B2-B535-BAD1FE915926}" srcId="{F2C29202-7EC6-4DE0-9F77-6549215033CF}" destId="{D374130D-2237-427D-AA4A-389DDE541B39}" srcOrd="0" destOrd="0" parTransId="{D329AE92-E804-4BCB-91E0-C1DB52558738}" sibTransId="{6C1C40AE-44FC-42A7-A288-A8BBB677EA96}"/>
    <dgm:cxn modelId="{EFE7074F-FC59-48DE-A89F-0B49C7D6E5C9}" srcId="{F2C29202-7EC6-4DE0-9F77-6549215033CF}" destId="{EDA04C9F-DD11-4093-B3B8-76C939A8C106}" srcOrd="3" destOrd="0" parTransId="{B7058CBA-478A-40EC-849D-4C037D427B6D}" sibTransId="{4A851A88-B0A5-4FEE-809B-02DB3C383049}"/>
    <dgm:cxn modelId="{AF778F4F-ED80-47CD-AE0C-089484E52D68}" type="presOf" srcId="{7D6FE885-A948-47D9-967D-5FB255291655}" destId="{D92C4FA6-9B7F-487F-8AA0-2F34A3C11EEC}" srcOrd="0" destOrd="0" presId="urn:microsoft.com/office/officeart/2008/layout/VerticalCurvedList#1"/>
    <dgm:cxn modelId="{6561BBBC-874A-4D1B-8BD7-50778C6C8B50}" type="presOf" srcId="{D374130D-2237-427D-AA4A-389DDE541B39}" destId="{C54500AD-F455-4DB6-9538-5615BEC1168F}" srcOrd="0" destOrd="0" presId="urn:microsoft.com/office/officeart/2008/layout/VerticalCurvedList#1"/>
    <dgm:cxn modelId="{73F835D3-7DAA-42B7-8CD2-F724D1F02CB9}" type="presOf" srcId="{7A7E7065-EE72-420F-A38B-B799F479DAFE}" destId="{3C65E507-FC15-46ED-962A-01D45E9940B5}" srcOrd="0" destOrd="0" presId="urn:microsoft.com/office/officeart/2008/layout/VerticalCurvedList#1"/>
    <dgm:cxn modelId="{FBCC49DF-445D-4384-BA8D-BC7ACF848C9C}" srcId="{F2C29202-7EC6-4DE0-9F77-6549215033CF}" destId="{AB589D40-82EC-4838-AE98-DD29215541A5}" srcOrd="4" destOrd="0" parTransId="{E8A0A1FD-8EC4-4A53-8EA7-1F0427619DED}" sibTransId="{B079E65C-1BF7-4BAA-8EB4-672D62033011}"/>
    <dgm:cxn modelId="{85A2E8E0-84E8-4C86-B9C4-BEC8503C5E28}" srcId="{F2C29202-7EC6-4DE0-9F77-6549215033CF}" destId="{7A7E7065-EE72-420F-A38B-B799F479DAFE}" srcOrd="1" destOrd="0" parTransId="{D4215AFE-EFF3-4B8B-A1B3-5885646E2B38}" sibTransId="{338B8F17-EE27-45F2-B8EA-443F9A4160B9}"/>
    <dgm:cxn modelId="{1ABA71EA-BE0D-43DE-BABB-7A9A8FFD442D}" type="presOf" srcId="{F2C29202-7EC6-4DE0-9F77-6549215033CF}" destId="{A275062C-8D68-4188-B351-EC611E218761}" srcOrd="0" destOrd="0" presId="urn:microsoft.com/office/officeart/2008/layout/VerticalCurvedList#1"/>
    <dgm:cxn modelId="{226A13F5-A7CF-4CDB-8783-A29A6DCBF3CD}" srcId="{F2C29202-7EC6-4DE0-9F77-6549215033CF}" destId="{2B1C49C1-A02C-4441-92E5-5E1367C6FA11}" srcOrd="5" destOrd="0" parTransId="{85850E95-9565-4E25-8705-3E8C9DE7B352}" sibTransId="{E0C229BB-D06E-49F4-B338-25368D3ABF9C}"/>
    <dgm:cxn modelId="{445736B8-878E-491B-8D6B-03B113B8B3A7}" type="presParOf" srcId="{A275062C-8D68-4188-B351-EC611E218761}" destId="{9297A15F-86B3-4AD9-90F6-9F5F359F5B5D}" srcOrd="0" destOrd="0" presId="urn:microsoft.com/office/officeart/2008/layout/VerticalCurvedList#1"/>
    <dgm:cxn modelId="{56EF595C-70C5-4FA0-9371-EA149F3AEC32}" type="presParOf" srcId="{9297A15F-86B3-4AD9-90F6-9F5F359F5B5D}" destId="{EA63603D-283F-4E34-B759-DCAF43EA0AE9}" srcOrd="0" destOrd="0" presId="urn:microsoft.com/office/officeart/2008/layout/VerticalCurvedList#1"/>
    <dgm:cxn modelId="{55B9F897-AB87-4B6E-B662-B21FAF03B565}" type="presParOf" srcId="{EA63603D-283F-4E34-B759-DCAF43EA0AE9}" destId="{61E41F13-8FC8-40AE-BF4B-374557A628DD}" srcOrd="0" destOrd="0" presId="urn:microsoft.com/office/officeart/2008/layout/VerticalCurvedList#1"/>
    <dgm:cxn modelId="{F567469D-3518-4FA2-853F-2510AF413E95}" type="presParOf" srcId="{EA63603D-283F-4E34-B759-DCAF43EA0AE9}" destId="{36858D2A-41C2-496D-ACAC-021D08E4DC6C}" srcOrd="1" destOrd="0" presId="urn:microsoft.com/office/officeart/2008/layout/VerticalCurvedList#1"/>
    <dgm:cxn modelId="{DC47477C-0119-450E-BDE6-50A0497E67EB}" type="presParOf" srcId="{EA63603D-283F-4E34-B759-DCAF43EA0AE9}" destId="{352D7C05-B81F-484B-8E65-45955623500F}" srcOrd="2" destOrd="0" presId="urn:microsoft.com/office/officeart/2008/layout/VerticalCurvedList#1"/>
    <dgm:cxn modelId="{C5DA181C-99EB-4E89-A802-BAC56F3FCB1A}" type="presParOf" srcId="{EA63603D-283F-4E34-B759-DCAF43EA0AE9}" destId="{0A39E398-A6F8-4E0D-86D3-0D1DC09E0BFB}" srcOrd="3" destOrd="0" presId="urn:microsoft.com/office/officeart/2008/layout/VerticalCurvedList#1"/>
    <dgm:cxn modelId="{F7B88191-E993-4177-A7A7-0C5C768F0EAC}" type="presParOf" srcId="{9297A15F-86B3-4AD9-90F6-9F5F359F5B5D}" destId="{C54500AD-F455-4DB6-9538-5615BEC1168F}" srcOrd="1" destOrd="0" presId="urn:microsoft.com/office/officeart/2008/layout/VerticalCurvedList#1"/>
    <dgm:cxn modelId="{4D04D63E-EFD4-45B0-919C-DE1C1A168A94}" type="presParOf" srcId="{9297A15F-86B3-4AD9-90F6-9F5F359F5B5D}" destId="{93812659-2C94-4729-9D3D-3326FE8FAB49}" srcOrd="2" destOrd="0" presId="urn:microsoft.com/office/officeart/2008/layout/VerticalCurvedList#1"/>
    <dgm:cxn modelId="{45B62E09-8EC7-4EC6-9A1F-1733793E6A0B}" type="presParOf" srcId="{93812659-2C94-4729-9D3D-3326FE8FAB49}" destId="{9753F69D-82D5-4AF4-9F82-F092FE20EF64}" srcOrd="0" destOrd="0" presId="urn:microsoft.com/office/officeart/2008/layout/VerticalCurvedList#1"/>
    <dgm:cxn modelId="{58F49FF5-08FF-4CB3-B77D-64E4286229BE}" type="presParOf" srcId="{9297A15F-86B3-4AD9-90F6-9F5F359F5B5D}" destId="{3C65E507-FC15-46ED-962A-01D45E9940B5}" srcOrd="3" destOrd="0" presId="urn:microsoft.com/office/officeart/2008/layout/VerticalCurvedList#1"/>
    <dgm:cxn modelId="{4339F2B5-EF04-4477-8156-6D5B15F6015B}" type="presParOf" srcId="{9297A15F-86B3-4AD9-90F6-9F5F359F5B5D}" destId="{E9F5072B-7504-421D-A689-785D85BB9A02}" srcOrd="4" destOrd="0" presId="urn:microsoft.com/office/officeart/2008/layout/VerticalCurvedList#1"/>
    <dgm:cxn modelId="{F65A2D5A-3484-4F0D-B351-F0A434754AE9}" type="presParOf" srcId="{E9F5072B-7504-421D-A689-785D85BB9A02}" destId="{AE3EBC51-3BD1-471E-B3E2-93635B2C0E6A}" srcOrd="0" destOrd="0" presId="urn:microsoft.com/office/officeart/2008/layout/VerticalCurvedList#1"/>
    <dgm:cxn modelId="{6C36ECA6-0B7D-412D-9405-01AFEDD33452}" type="presParOf" srcId="{9297A15F-86B3-4AD9-90F6-9F5F359F5B5D}" destId="{D92C4FA6-9B7F-487F-8AA0-2F34A3C11EEC}" srcOrd="5" destOrd="0" presId="urn:microsoft.com/office/officeart/2008/layout/VerticalCurvedList#1"/>
    <dgm:cxn modelId="{7D4EC210-3E87-466D-94FC-91299F5A18F8}" type="presParOf" srcId="{9297A15F-86B3-4AD9-90F6-9F5F359F5B5D}" destId="{CF1B09CC-0674-4F3E-B49B-6AA5A1843E12}" srcOrd="6" destOrd="0" presId="urn:microsoft.com/office/officeart/2008/layout/VerticalCurvedList#1"/>
    <dgm:cxn modelId="{17E36C22-1119-4B4B-8E91-FCE36F448CE4}" type="presParOf" srcId="{CF1B09CC-0674-4F3E-B49B-6AA5A1843E12}" destId="{17636783-F6CA-4F44-95B2-629AC687ACA9}" srcOrd="0" destOrd="0" presId="urn:microsoft.com/office/officeart/2008/layout/VerticalCurvedList#1"/>
    <dgm:cxn modelId="{5B06B82E-2336-4FED-8C8F-92C69C4C5071}" type="presParOf" srcId="{9297A15F-86B3-4AD9-90F6-9F5F359F5B5D}" destId="{FDA4A098-7AEF-45FC-9BE7-B08183A981FF}" srcOrd="7" destOrd="0" presId="urn:microsoft.com/office/officeart/2008/layout/VerticalCurvedList#1"/>
    <dgm:cxn modelId="{D88329A6-6570-4D63-A14F-782C945C4F09}" type="presParOf" srcId="{9297A15F-86B3-4AD9-90F6-9F5F359F5B5D}" destId="{FE1FDABB-F65F-49C7-A884-7C125CB64BE9}" srcOrd="8" destOrd="0" presId="urn:microsoft.com/office/officeart/2008/layout/VerticalCurvedList#1"/>
    <dgm:cxn modelId="{657EF2C9-113D-4715-B43B-D8BEE44CF78C}" type="presParOf" srcId="{FE1FDABB-F65F-49C7-A884-7C125CB64BE9}" destId="{5C0148BF-4680-4AC4-A4BF-CF1F54302492}" srcOrd="0" destOrd="0" presId="urn:microsoft.com/office/officeart/2008/layout/VerticalCurvedList#1"/>
    <dgm:cxn modelId="{7E4E4366-DEFE-48CA-8686-CDFB38FBF94B}" type="presParOf" srcId="{9297A15F-86B3-4AD9-90F6-9F5F359F5B5D}" destId="{1EF0507F-B8C9-4C5F-BD91-D7407D08868D}" srcOrd="9" destOrd="0" presId="urn:microsoft.com/office/officeart/2008/layout/VerticalCurvedList#1"/>
    <dgm:cxn modelId="{A22FC4D9-DB46-44DB-BF07-15B47042374D}" type="presParOf" srcId="{9297A15F-86B3-4AD9-90F6-9F5F359F5B5D}" destId="{A54E499D-EE43-484F-9E75-89D5DA6C85AE}" srcOrd="10" destOrd="0" presId="urn:microsoft.com/office/officeart/2008/layout/VerticalCurvedList#1"/>
    <dgm:cxn modelId="{7B51C457-9A78-46ED-B898-B5983736D661}" type="presParOf" srcId="{A54E499D-EE43-484F-9E75-89D5DA6C85AE}" destId="{D6F7A183-B9EF-4AE6-BD27-A3B01A97D0E4}" srcOrd="0" destOrd="0" presId="urn:microsoft.com/office/officeart/2008/layout/VerticalCurvedList#1"/>
    <dgm:cxn modelId="{F6FAD0AD-F9C9-48A1-9DB1-E5F557B65C32}" type="presParOf" srcId="{9297A15F-86B3-4AD9-90F6-9F5F359F5B5D}" destId="{59B7ADBC-EFBB-48F6-8E42-18C1BEA94EC1}" srcOrd="11" destOrd="0" presId="urn:microsoft.com/office/officeart/2008/layout/VerticalCurvedList#1"/>
    <dgm:cxn modelId="{8B68CFC2-4E5D-4757-8DC2-0BE79874C6C8}" type="presParOf" srcId="{9297A15F-86B3-4AD9-90F6-9F5F359F5B5D}" destId="{D877C726-C572-4453-BE4B-D6310FE46B69}" srcOrd="12" destOrd="0" presId="urn:microsoft.com/office/officeart/2008/layout/VerticalCurvedList#1"/>
    <dgm:cxn modelId="{581CEB4B-7BD2-45F7-A4D2-18FFDA4DEB47}" type="presParOf" srcId="{D877C726-C572-4453-BE4B-D6310FE46B69}" destId="{F0437E33-4AAC-46B7-B9C3-F4F53D7CE67A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pPr rtl="0"/>
          <a:r>
            <a:rPr lang="es-EC" b="0">
              <a:latin typeface="Arial"/>
              <a:cs typeface="Arial" panose="020B0604020202020204"/>
            </a:rPr>
            <a:t>LAC (L2TP Access Concentrator)</a:t>
          </a:r>
          <a:endParaRPr lang="es-EC" b="0">
            <a:cs typeface="Arial" panose="020B0604020202020204"/>
          </a:endParaRPr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69AD657D-DD35-4C5F-890C-4459F784FA6E}">
      <dgm:prSet phldrT="[Texto]"/>
      <dgm:spPr/>
      <dgm:t>
        <a:bodyPr/>
        <a:lstStyle/>
        <a:p>
          <a:pPr algn="l"/>
          <a:r>
            <a:rPr lang="es-ES"/>
            <a:t>Punto de entrada del túnel (ISP o software cliente)</a:t>
          </a:r>
        </a:p>
      </dgm:t>
    </dgm:pt>
    <dgm:pt modelId="{B8B20F21-817C-40C2-A385-44AFBC7828E3}" type="parTrans" cxnId="{CC46C340-6E5C-48FD-BA52-34B4EABFC045}">
      <dgm:prSet/>
      <dgm:spPr/>
      <dgm:t>
        <a:bodyPr/>
        <a:lstStyle/>
        <a:p>
          <a:endParaRPr lang="es-ES"/>
        </a:p>
      </dgm:t>
    </dgm:pt>
    <dgm:pt modelId="{2EF7016D-78FD-4660-B782-AF6B11224173}" type="sibTrans" cxnId="{CC46C340-6E5C-48FD-BA52-34B4EABFC045}">
      <dgm:prSet/>
      <dgm:spPr/>
      <dgm:t>
        <a:bodyPr/>
        <a:lstStyle/>
        <a:p>
          <a:endParaRPr lang="es-ES"/>
        </a:p>
      </dgm:t>
    </dgm:pt>
    <dgm:pt modelId="{D8D40F32-68E9-485D-A66B-0C46F50A857B}">
      <dgm:prSet phldr="0"/>
      <dgm:spPr/>
      <dgm:t>
        <a:bodyPr/>
        <a:lstStyle/>
        <a:p>
          <a:pPr rtl="0"/>
          <a:r>
            <a:rPr lang="es-ES" sz="2200">
              <a:latin typeface="Arial"/>
              <a:cs typeface="Arial" panose="020B0604020202020204"/>
            </a:rPr>
            <a:t>LNS (L2TP Network Server)</a:t>
          </a:r>
        </a:p>
      </dgm:t>
    </dgm:pt>
    <dgm:pt modelId="{2404C25D-711B-44D0-B673-916848923AA6}" type="parTrans" cxnId="{0A5C0DED-2379-4818-93CD-FFA5E1315A2C}">
      <dgm:prSet/>
      <dgm:spPr/>
    </dgm:pt>
    <dgm:pt modelId="{20E2FFE9-F851-48BF-B8B6-D33245F4EA2D}" type="sibTrans" cxnId="{0A5C0DED-2379-4818-93CD-FFA5E1315A2C}">
      <dgm:prSet/>
      <dgm:spPr/>
      <dgm:t>
        <a:bodyPr/>
        <a:lstStyle/>
        <a:p>
          <a:endParaRPr lang="es-ES"/>
        </a:p>
      </dgm:t>
    </dgm:pt>
    <dgm:pt modelId="{C39F5A47-F9DE-4655-8B26-94490135C438}">
      <dgm:prSet phldr="0"/>
      <dgm:spPr/>
      <dgm:t>
        <a:bodyPr/>
        <a:lstStyle/>
        <a:p>
          <a:pPr algn="l"/>
          <a:r>
            <a:rPr lang="es-ES"/>
            <a:t>Encapsula tramas PPP en L2TP/UDP</a:t>
          </a:r>
        </a:p>
      </dgm:t>
    </dgm:pt>
    <dgm:pt modelId="{570E5786-F62C-40C2-BC4E-69B955623D8D}" type="parTrans" cxnId="{1846D63A-2773-449D-883B-9ED9E66FDDB8}">
      <dgm:prSet/>
      <dgm:spPr/>
    </dgm:pt>
    <dgm:pt modelId="{F0DD0DB3-2C6D-4820-A97A-440A35E8A0F4}" type="sibTrans" cxnId="{1846D63A-2773-449D-883B-9ED9E66FDDB8}">
      <dgm:prSet/>
      <dgm:spPr/>
    </dgm:pt>
    <dgm:pt modelId="{D469F58F-A056-4295-A865-FEEF3D77B3A3}">
      <dgm:prSet phldr="0"/>
      <dgm:spPr/>
      <dgm:t>
        <a:bodyPr/>
        <a:lstStyle/>
        <a:p>
          <a:pPr rtl="0"/>
          <a:r>
            <a:rPr lang="es-ES">
              <a:latin typeface="Arial"/>
            </a:rPr>
            <a:t> Se conecta virtualmente con LNS usando túneles</a:t>
          </a:r>
          <a:endParaRPr lang="es-ES"/>
        </a:p>
      </dgm:t>
    </dgm:pt>
    <dgm:pt modelId="{6214DCD9-1CDD-4189-9EEA-4990ED37B45F}" type="parTrans" cxnId="{13580820-2603-450B-9C18-B5AB23FD1421}">
      <dgm:prSet/>
      <dgm:spPr/>
    </dgm:pt>
    <dgm:pt modelId="{BCE7F82B-3FEF-4B95-903F-265C00FB0440}" type="sibTrans" cxnId="{13580820-2603-450B-9C18-B5AB23FD1421}">
      <dgm:prSet/>
      <dgm:spPr/>
    </dgm:pt>
    <dgm:pt modelId="{E5F9290E-B9CF-48A9-91AB-A2E6353D0D13}">
      <dgm:prSet phldr="0"/>
      <dgm:spPr/>
      <dgm:t>
        <a:bodyPr/>
        <a:lstStyle/>
        <a:p>
          <a:r>
            <a:rPr lang="es-ES" sz="1800"/>
            <a:t>Procesa tráfico como conexión local</a:t>
          </a:r>
          <a:endParaRPr lang="es-ES"/>
        </a:p>
      </dgm:t>
    </dgm:pt>
    <dgm:pt modelId="{95CCAFD1-0486-4D75-8B19-F6339877349F}" type="parTrans" cxnId="{A8D7CF46-BF8F-4237-BEAF-F9AFA7646B3F}">
      <dgm:prSet/>
      <dgm:spPr/>
    </dgm:pt>
    <dgm:pt modelId="{4E0D5F07-8F22-480B-910D-B740BCE3BA98}" type="sibTrans" cxnId="{A8D7CF46-BF8F-4237-BEAF-F9AFA7646B3F}">
      <dgm:prSet/>
      <dgm:spPr/>
    </dgm:pt>
    <dgm:pt modelId="{AE55BC00-5EA2-404A-8D44-6B6A6359E1E2}">
      <dgm:prSet phldr="0"/>
      <dgm:spPr/>
      <dgm:t>
        <a:bodyPr/>
        <a:lstStyle/>
        <a:p>
          <a:pPr algn="l" rtl="0"/>
          <a:r>
            <a:rPr lang="es-ES" sz="1400"/>
            <a:t>Punto de terminación en red corporativa</a:t>
          </a:r>
          <a:endParaRPr lang="es-ES" sz="1400">
            <a:latin typeface="Arial"/>
            <a:cs typeface="Arial" panose="020B0604020202020204"/>
          </a:endParaRPr>
        </a:p>
      </dgm:t>
    </dgm:pt>
    <dgm:pt modelId="{AE96A0F0-4EF4-4C01-B44A-0C3545345992}" type="parTrans" cxnId="{EDE5F270-C032-41C6-AFB8-853368BE49D9}">
      <dgm:prSet/>
      <dgm:spPr/>
    </dgm:pt>
    <dgm:pt modelId="{C556A167-9680-4C42-B052-BDD53562CF4D}" type="sibTrans" cxnId="{EDE5F270-C032-41C6-AFB8-853368BE49D9}">
      <dgm:prSet/>
      <dgm:spPr/>
      <dgm:t>
        <a:bodyPr/>
        <a:lstStyle/>
        <a:p>
          <a:endParaRPr lang="es-ES"/>
        </a:p>
      </dgm:t>
    </dgm:pt>
    <dgm:pt modelId="{B3D0020E-72AF-42AC-9F55-76AE5D7131FE}">
      <dgm:prSet phldr="0"/>
      <dgm:spPr/>
      <dgm:t>
        <a:bodyPr/>
        <a:lstStyle/>
        <a:p>
          <a:pPr algn="l"/>
          <a:r>
            <a:rPr lang="es-ES" sz="1800"/>
            <a:t>Desencapsula, autentica y asigna IP</a:t>
          </a:r>
          <a:endParaRPr lang="es-ES"/>
        </a:p>
      </dgm:t>
    </dgm:pt>
    <dgm:pt modelId="{3BA0AD58-E068-4C46-BAC8-74DEF66405BF}" type="parTrans" cxnId="{BD045C17-119A-4A6E-90E9-B27F30A78BE1}">
      <dgm:prSet/>
      <dgm:spPr/>
    </dgm:pt>
    <dgm:pt modelId="{61A1DBA9-8B79-4233-B7E0-E36E19C0B6EE}" type="sibTrans" cxnId="{BD045C17-119A-4A6E-90E9-B27F30A78BE1}">
      <dgm:prSet/>
      <dgm:spPr/>
    </dgm:pt>
    <dgm:pt modelId="{31CA21F7-0919-4072-AAF6-3A57C74874B0}">
      <dgm:prSet phldr="0"/>
      <dgm:spPr/>
      <dgm:t>
        <a:bodyPr/>
        <a:lstStyle/>
        <a:p>
          <a:pPr rtl="0"/>
          <a:r>
            <a:rPr lang="es-ES" sz="2200">
              <a:latin typeface="Arial"/>
            </a:rPr>
            <a:t>Sesión L2TP</a:t>
          </a:r>
          <a:endParaRPr lang="es-ES" sz="2200"/>
        </a:p>
      </dgm:t>
    </dgm:pt>
    <dgm:pt modelId="{0A870368-87E4-486F-8991-BE9091C0238C}" type="parTrans" cxnId="{2C7B270A-EAF5-4855-BAB7-B2CBCCDD05F4}">
      <dgm:prSet/>
      <dgm:spPr/>
    </dgm:pt>
    <dgm:pt modelId="{12193E7C-20BF-43BF-82F6-CC3759388950}" type="sibTrans" cxnId="{2C7B270A-EAF5-4855-BAB7-B2CBCCDD05F4}">
      <dgm:prSet/>
      <dgm:spPr/>
      <dgm:t>
        <a:bodyPr/>
        <a:lstStyle/>
        <a:p>
          <a:endParaRPr lang="es-ES"/>
        </a:p>
      </dgm:t>
    </dgm:pt>
    <dgm:pt modelId="{E1C5DDD1-1F61-4A18-BB53-54D2BBDE1085}">
      <dgm:prSet phldr="0"/>
      <dgm:spPr/>
      <dgm:t>
        <a:bodyPr/>
        <a:lstStyle/>
        <a:p>
          <a:r>
            <a:rPr lang="es-ES" sz="1800"/>
            <a:t>Para el LNS siempre aparece como interfaz PPP directa</a:t>
          </a:r>
          <a:endParaRPr lang="es-ES"/>
        </a:p>
      </dgm:t>
    </dgm:pt>
    <dgm:pt modelId="{1219078E-54F8-4E2B-95D7-554DDCC4754D}" type="parTrans" cxnId="{89D62387-16BB-4EC8-A13D-04955B3F1AAF}">
      <dgm:prSet/>
      <dgm:spPr/>
    </dgm:pt>
    <dgm:pt modelId="{5B84ABFB-6CCB-46A2-9EFD-874573840E8C}" type="sibTrans" cxnId="{89D62387-16BB-4EC8-A13D-04955B3F1AAF}">
      <dgm:prSet/>
      <dgm:spPr/>
      <dgm:t>
        <a:bodyPr/>
        <a:lstStyle/>
        <a:p>
          <a:endParaRPr lang="es-ES"/>
        </a:p>
      </dgm:t>
    </dgm:pt>
    <dgm:pt modelId="{A5C963C1-4FC6-477E-8ED1-6E2F55F35FB8}">
      <dgm:prSet phldr="0"/>
      <dgm:spPr/>
      <dgm:t>
        <a:bodyPr/>
        <a:lstStyle/>
        <a:p>
          <a:pPr algn="l" rtl="0"/>
          <a:r>
            <a:rPr lang="es-ES" sz="1400"/>
            <a:t>Conexión transparente a través de Internet</a:t>
          </a:r>
        </a:p>
      </dgm:t>
    </dgm:pt>
    <dgm:pt modelId="{B17F7BB4-4F92-4C5A-8A66-AFE221705B24}" type="parTrans" cxnId="{D01918BC-DBD2-4FA1-AEB0-94A21CD0F276}">
      <dgm:prSet/>
      <dgm:spPr/>
    </dgm:pt>
    <dgm:pt modelId="{F4FF1EB3-D5B4-4C4F-A987-0018A2391664}" type="sibTrans" cxnId="{D01918BC-DBD2-4FA1-AEB0-94A21CD0F276}">
      <dgm:prSet/>
      <dgm:spPr/>
      <dgm:t>
        <a:bodyPr/>
        <a:lstStyle/>
        <a:p>
          <a:endParaRPr lang="es-ES"/>
        </a:p>
      </dgm:t>
    </dgm:pt>
    <dgm:pt modelId="{2D78E119-7B91-472A-A823-099BAC177649}">
      <dgm:prSet phldr="0"/>
      <dgm:spPr/>
      <dgm:t>
        <a:bodyPr/>
        <a:lstStyle/>
        <a:p>
          <a:pPr algn="l"/>
          <a:r>
            <a:rPr lang="es-ES" sz="1800"/>
            <a:t>Independiente del medio físico (fibra, 4G, Wi-Fi)</a:t>
          </a:r>
          <a:endParaRPr lang="es-ES"/>
        </a:p>
      </dgm:t>
    </dgm:pt>
    <dgm:pt modelId="{B7F9DECC-2430-49C2-ADFB-96634E3145F6}" type="parTrans" cxnId="{5FBEF090-C04B-41FC-BC5D-2156B2F831D4}">
      <dgm:prSet/>
      <dgm:spPr/>
    </dgm:pt>
    <dgm:pt modelId="{0A1CFE8F-BE6D-4826-AE9C-3AB19E045A53}" type="sibTrans" cxnId="{5FBEF090-C04B-41FC-BC5D-2156B2F831D4}">
      <dgm:prSet/>
      <dgm:spPr/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3"/>
      <dgm:spPr/>
    </dgm:pt>
    <dgm:pt modelId="{D95F0515-B6EB-4884-9C58-E27D272A34C0}" type="pres">
      <dgm:prSet presAssocID="{70378F17-BFA4-4AA2-91CB-FE7DFE6B7A95}" presName="desTx" presStyleLbl="fgAcc1" presStyleIdx="0" presStyleCnt="3">
        <dgm:presLayoutVars>
          <dgm:bulletEnabled val="1"/>
        </dgm:presLayoutVars>
      </dgm:prSet>
      <dgm:spPr/>
    </dgm:pt>
    <dgm:pt modelId="{6866FFA6-91D2-43CB-8F22-B66D15ADFDDC}" type="pres">
      <dgm:prSet presAssocID="{E18291E9-0160-4BD1-B202-44A6F5B16BB5}" presName="sibTrans" presStyleLbl="sibTrans2D1" presStyleIdx="0" presStyleCnt="2"/>
      <dgm:spPr/>
    </dgm:pt>
    <dgm:pt modelId="{D6BD17CF-2B56-4D82-A343-BF27E5BBC9AE}" type="pres">
      <dgm:prSet presAssocID="{E18291E9-0160-4BD1-B202-44A6F5B16BB5}" presName="connTx" presStyleLbl="sibTrans2D1" presStyleIdx="0" presStyleCnt="2"/>
      <dgm:spPr/>
    </dgm:pt>
    <dgm:pt modelId="{E24CB4C2-B48C-46A3-936A-1D227FDE57B5}" type="pres">
      <dgm:prSet presAssocID="{D8D40F32-68E9-485D-A66B-0C46F50A857B}" presName="composite" presStyleCnt="0"/>
      <dgm:spPr/>
    </dgm:pt>
    <dgm:pt modelId="{783B129B-3B05-45B9-98F3-C74B35F29758}" type="pres">
      <dgm:prSet presAssocID="{D8D40F32-68E9-485D-A66B-0C46F50A857B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7BD62D6-5562-408B-BC61-08ACE574CCA4}" type="pres">
      <dgm:prSet presAssocID="{D8D40F32-68E9-485D-A66B-0C46F50A857B}" presName="parSh" presStyleLbl="node1" presStyleIdx="1" presStyleCnt="3"/>
      <dgm:spPr/>
    </dgm:pt>
    <dgm:pt modelId="{8B6F94A7-AAAB-475A-A1EC-62C084B23815}" type="pres">
      <dgm:prSet presAssocID="{D8D40F32-68E9-485D-A66B-0C46F50A857B}" presName="desTx" presStyleLbl="fgAcc1" presStyleIdx="1" presStyleCnt="3">
        <dgm:presLayoutVars>
          <dgm:bulletEnabled val="1"/>
        </dgm:presLayoutVars>
      </dgm:prSet>
      <dgm:spPr/>
    </dgm:pt>
    <dgm:pt modelId="{48D1AFD4-10EC-45CA-95C5-AA196908B6B3}" type="pres">
      <dgm:prSet presAssocID="{20E2FFE9-F851-48BF-B8B6-D33245F4EA2D}" presName="sibTrans" presStyleLbl="sibTrans2D1" presStyleIdx="1" presStyleCnt="2"/>
      <dgm:spPr/>
    </dgm:pt>
    <dgm:pt modelId="{11E20A27-D034-4AF1-8226-90CC355EF717}" type="pres">
      <dgm:prSet presAssocID="{20E2FFE9-F851-48BF-B8B6-D33245F4EA2D}" presName="connTx" presStyleLbl="sibTrans2D1" presStyleIdx="1" presStyleCnt="2"/>
      <dgm:spPr/>
    </dgm:pt>
    <dgm:pt modelId="{517596EB-36C9-4BE7-B751-0AEBCA1D8177}" type="pres">
      <dgm:prSet presAssocID="{31CA21F7-0919-4072-AAF6-3A57C74874B0}" presName="composite" presStyleCnt="0"/>
      <dgm:spPr/>
    </dgm:pt>
    <dgm:pt modelId="{7DCE0F58-191D-4AF4-B4C5-6313FCCCE4A0}" type="pres">
      <dgm:prSet presAssocID="{31CA21F7-0919-4072-AAF6-3A57C74874B0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28CC560-5EA8-4404-AC9B-2EB945BCE0BA}" type="pres">
      <dgm:prSet presAssocID="{31CA21F7-0919-4072-AAF6-3A57C74874B0}" presName="parSh" presStyleLbl="node1" presStyleIdx="2" presStyleCnt="3"/>
      <dgm:spPr/>
    </dgm:pt>
    <dgm:pt modelId="{9134112A-24B8-41B7-8145-BD4EB9E4D39E}" type="pres">
      <dgm:prSet presAssocID="{31CA21F7-0919-4072-AAF6-3A57C74874B0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C7B270A-EAF5-4855-BAB7-B2CBCCDD05F4}" srcId="{17377101-814E-4BB6-BEB4-A6CFA83DA9D8}" destId="{31CA21F7-0919-4072-AAF6-3A57C74874B0}" srcOrd="2" destOrd="0" parTransId="{0A870368-87E4-486F-8991-BE9091C0238C}" sibTransId="{12193E7C-20BF-43BF-82F6-CC3759388950}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BD045C17-119A-4A6E-90E9-B27F30A78BE1}" srcId="{D8D40F32-68E9-485D-A66B-0C46F50A857B}" destId="{B3D0020E-72AF-42AC-9F55-76AE5D7131FE}" srcOrd="1" destOrd="0" parTransId="{3BA0AD58-E068-4C46-BAC8-74DEF66405BF}" sibTransId="{61A1DBA9-8B79-4233-B7E0-E36E19C0B6EE}"/>
    <dgm:cxn modelId="{CC6EDC17-463B-41CB-A0F8-D0C3955669C9}" type="presOf" srcId="{E18291E9-0160-4BD1-B202-44A6F5B16BB5}" destId="{6866FFA6-91D2-43CB-8F22-B66D15ADFDDC}" srcOrd="0" destOrd="0" presId="urn:microsoft.com/office/officeart/2005/8/layout/process3#1"/>
    <dgm:cxn modelId="{13580820-2603-450B-9C18-B5AB23FD1421}" srcId="{70378F17-BFA4-4AA2-91CB-FE7DFE6B7A95}" destId="{D469F58F-A056-4295-A865-FEEF3D77B3A3}" srcOrd="2" destOrd="0" parTransId="{6214DCD9-1CDD-4189-9EEA-4990ED37B45F}" sibTransId="{BCE7F82B-3FEF-4B95-903F-265C00FB0440}"/>
    <dgm:cxn modelId="{5714A52E-8C94-4AD6-A90B-5826F39A286A}" type="presOf" srcId="{70378F17-BFA4-4AA2-91CB-FE7DFE6B7A95}" destId="{36DAE28C-D040-4D10-8B58-AD362B328C2A}" srcOrd="1" destOrd="0" presId="urn:microsoft.com/office/officeart/2005/8/layout/process3#1"/>
    <dgm:cxn modelId="{A24E062F-994D-4392-94BE-7E73C548444D}" type="presOf" srcId="{C39F5A47-F9DE-4655-8B26-94490135C438}" destId="{D95F0515-B6EB-4884-9C58-E27D272A34C0}" srcOrd="0" destOrd="1" presId="urn:microsoft.com/office/officeart/2005/8/layout/process3#1"/>
    <dgm:cxn modelId="{1846D63A-2773-449D-883B-9ED9E66FDDB8}" srcId="{70378F17-BFA4-4AA2-91CB-FE7DFE6B7A95}" destId="{C39F5A47-F9DE-4655-8B26-94490135C438}" srcOrd="1" destOrd="0" parTransId="{570E5786-F62C-40C2-BC4E-69B955623D8D}" sibTransId="{F0DD0DB3-2C6D-4820-A97A-440A35E8A0F4}"/>
    <dgm:cxn modelId="{CC46C340-6E5C-48FD-BA52-34B4EABFC045}" srcId="{70378F17-BFA4-4AA2-91CB-FE7DFE6B7A95}" destId="{69AD657D-DD35-4C5F-890C-4459F784FA6E}" srcOrd="0" destOrd="0" parTransId="{B8B20F21-817C-40C2-A385-44AFBC7828E3}" sibTransId="{2EF7016D-78FD-4660-B782-AF6B11224173}"/>
    <dgm:cxn modelId="{A8D7CF46-BF8F-4237-BEAF-F9AFA7646B3F}" srcId="{D8D40F32-68E9-485D-A66B-0C46F50A857B}" destId="{E5F9290E-B9CF-48A9-91AB-A2E6353D0D13}" srcOrd="2" destOrd="0" parTransId="{95CCAFD1-0486-4D75-8B19-F6339877349F}" sibTransId="{4E0D5F07-8F22-480B-910D-B740BCE3BA98}"/>
    <dgm:cxn modelId="{EDE5F270-C032-41C6-AFB8-853368BE49D9}" srcId="{D8D40F32-68E9-485D-A66B-0C46F50A857B}" destId="{AE55BC00-5EA2-404A-8D44-6B6A6359E1E2}" srcOrd="0" destOrd="0" parTransId="{AE96A0F0-4EF4-4C01-B44A-0C3545345992}" sibTransId="{C556A167-9680-4C42-B052-BDD53562CF4D}"/>
    <dgm:cxn modelId="{15FB3072-D081-4214-93DD-D76C1080E994}" type="presOf" srcId="{69AD657D-DD35-4C5F-890C-4459F784FA6E}" destId="{D95F0515-B6EB-4884-9C58-E27D272A34C0}" srcOrd="0" destOrd="0" presId="urn:microsoft.com/office/officeart/2005/8/layout/process3#1"/>
    <dgm:cxn modelId="{50B4B580-5888-4B21-86C6-ABEF24C71491}" type="presOf" srcId="{B3D0020E-72AF-42AC-9F55-76AE5D7131FE}" destId="{8B6F94A7-AAAB-475A-A1EC-62C084B23815}" srcOrd="0" destOrd="1" presId="urn:microsoft.com/office/officeart/2005/8/layout/process3#1"/>
    <dgm:cxn modelId="{FE8E2E85-568D-4D62-B0C9-A0695BE2017E}" type="presOf" srcId="{20E2FFE9-F851-48BF-B8B6-D33245F4EA2D}" destId="{48D1AFD4-10EC-45CA-95C5-AA196908B6B3}" srcOrd="0" destOrd="0" presId="urn:microsoft.com/office/officeart/2005/8/layout/process3#1"/>
    <dgm:cxn modelId="{89D62387-16BB-4EC8-A13D-04955B3F1AAF}" srcId="{31CA21F7-0919-4072-AAF6-3A57C74874B0}" destId="{E1C5DDD1-1F61-4A18-BB53-54D2BBDE1085}" srcOrd="2" destOrd="0" parTransId="{1219078E-54F8-4E2B-95D7-554DDCC4754D}" sibTransId="{5B84ABFB-6CCB-46A2-9EFD-874573840E8C}"/>
    <dgm:cxn modelId="{5FBEF090-C04B-41FC-BC5D-2156B2F831D4}" srcId="{31CA21F7-0919-4072-AAF6-3A57C74874B0}" destId="{2D78E119-7B91-472A-A823-099BAC177649}" srcOrd="1" destOrd="0" parTransId="{B7F9DECC-2430-49C2-ADFB-96634E3145F6}" sibTransId="{0A1CFE8F-BE6D-4826-AE9C-3AB19E045A53}"/>
    <dgm:cxn modelId="{8DC4FC92-AA80-4CBC-9456-32FFAA96CCFF}" type="presOf" srcId="{D8D40F32-68E9-485D-A66B-0C46F50A857B}" destId="{47BD62D6-5562-408B-BC61-08ACE574CCA4}" srcOrd="1" destOrd="0" presId="urn:microsoft.com/office/officeart/2005/8/layout/process3#1"/>
    <dgm:cxn modelId="{E5F3AAAC-9177-4036-B9F8-B6709CCFD2FB}" type="presOf" srcId="{31CA21F7-0919-4072-AAF6-3A57C74874B0}" destId="{D28CC560-5EA8-4404-AC9B-2EB945BCE0BA}" srcOrd="1" destOrd="0" presId="urn:microsoft.com/office/officeart/2005/8/layout/process3#1"/>
    <dgm:cxn modelId="{BA6EE9AF-5BB2-4E3D-A20C-04D9541EF2D7}" type="presOf" srcId="{E18291E9-0160-4BD1-B202-44A6F5B16BB5}" destId="{D6BD17CF-2B56-4D82-A343-BF27E5BBC9AE}" srcOrd="1" destOrd="0" presId="urn:microsoft.com/office/officeart/2005/8/layout/process3#1"/>
    <dgm:cxn modelId="{2C7A94B0-8B31-4EF8-AC64-2583D0391923}" type="presOf" srcId="{2D78E119-7B91-472A-A823-099BAC177649}" destId="{9134112A-24B8-41B7-8145-BD4EB9E4D39E}" srcOrd="0" destOrd="1" presId="urn:microsoft.com/office/officeart/2005/8/layout/process3#1"/>
    <dgm:cxn modelId="{3E82BEB3-8F8B-44A8-A066-D861C4F8B8C0}" type="presOf" srcId="{E5F9290E-B9CF-48A9-91AB-A2E6353D0D13}" destId="{8B6F94A7-AAAB-475A-A1EC-62C084B23815}" srcOrd="0" destOrd="2" presId="urn:microsoft.com/office/officeart/2005/8/layout/process3#1"/>
    <dgm:cxn modelId="{46E918BA-30D3-417A-93BC-ACE850A8AF74}" type="presOf" srcId="{D8D40F32-68E9-485D-A66B-0C46F50A857B}" destId="{783B129B-3B05-45B9-98F3-C74B35F29758}" srcOrd="0" destOrd="0" presId="urn:microsoft.com/office/officeart/2005/8/layout/process3#1"/>
    <dgm:cxn modelId="{B3E0D9BA-B758-4B2C-BC64-19CD19C4B4A5}" type="presOf" srcId="{20E2FFE9-F851-48BF-B8B6-D33245F4EA2D}" destId="{11E20A27-D034-4AF1-8226-90CC355EF717}" srcOrd="1" destOrd="0" presId="urn:microsoft.com/office/officeart/2005/8/layout/process3#1"/>
    <dgm:cxn modelId="{34F157BB-220A-4848-B99E-B568225934D4}" type="presOf" srcId="{E1C5DDD1-1F61-4A18-BB53-54D2BBDE1085}" destId="{9134112A-24B8-41B7-8145-BD4EB9E4D39E}" srcOrd="0" destOrd="2" presId="urn:microsoft.com/office/officeart/2005/8/layout/process3#1"/>
    <dgm:cxn modelId="{D01918BC-DBD2-4FA1-AEB0-94A21CD0F276}" srcId="{31CA21F7-0919-4072-AAF6-3A57C74874B0}" destId="{A5C963C1-4FC6-477E-8ED1-6E2F55F35FB8}" srcOrd="0" destOrd="0" parTransId="{B17F7BB4-4F92-4C5A-8A66-AFE221705B24}" sibTransId="{F4FF1EB3-D5B4-4C4F-A987-0018A2391664}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38CA46C5-72B6-46B5-9664-B357E01B057F}" type="presOf" srcId="{70378F17-BFA4-4AA2-91CB-FE7DFE6B7A95}" destId="{CBDC6576-E07A-456E-AA1A-BC80AEB1C472}" srcOrd="0" destOrd="0" presId="urn:microsoft.com/office/officeart/2005/8/layout/process3#1"/>
    <dgm:cxn modelId="{B6F5FFCC-AD45-4D2E-AB87-4168755DCCBF}" type="presOf" srcId="{31CA21F7-0919-4072-AAF6-3A57C74874B0}" destId="{7DCE0F58-191D-4AF4-B4C5-6313FCCCE4A0}" srcOrd="0" destOrd="0" presId="urn:microsoft.com/office/officeart/2005/8/layout/process3#1"/>
    <dgm:cxn modelId="{4A7999D5-7EB0-4778-A50D-5FA9CE56EA78}" type="presOf" srcId="{D469F58F-A056-4295-A865-FEEF3D77B3A3}" destId="{D95F0515-B6EB-4884-9C58-E27D272A34C0}" srcOrd="0" destOrd="2" presId="urn:microsoft.com/office/officeart/2005/8/layout/process3#1"/>
    <dgm:cxn modelId="{0A5C0DED-2379-4818-93CD-FFA5E1315A2C}" srcId="{17377101-814E-4BB6-BEB4-A6CFA83DA9D8}" destId="{D8D40F32-68E9-485D-A66B-0C46F50A857B}" srcOrd="1" destOrd="0" parTransId="{2404C25D-711B-44D0-B673-916848923AA6}" sibTransId="{20E2FFE9-F851-48BF-B8B6-D33245F4EA2D}"/>
    <dgm:cxn modelId="{9A32BDEE-5707-45F1-A95E-41575326506A}" type="presOf" srcId="{AE55BC00-5EA2-404A-8D44-6B6A6359E1E2}" destId="{8B6F94A7-AAAB-475A-A1EC-62C084B23815}" srcOrd="0" destOrd="0" presId="urn:microsoft.com/office/officeart/2005/8/layout/process3#1"/>
    <dgm:cxn modelId="{4929E0F3-940F-4836-B192-27EE900C9DBA}" type="presOf" srcId="{A5C963C1-4FC6-477E-8ED1-6E2F55F35FB8}" destId="{9134112A-24B8-41B7-8145-BD4EB9E4D39E}" srcOrd="0" destOrd="0" presId="urn:microsoft.com/office/officeart/2005/8/layout/process3#1"/>
    <dgm:cxn modelId="{7317304F-2540-4C87-BC9F-54B27802C947}" type="presParOf" srcId="{F82FB510-7AF3-4EFC-8DD3-AB31E9B359E9}" destId="{537EFF73-660F-4576-BE9F-9CBFF99A026F}" srcOrd="0" destOrd="0" presId="urn:microsoft.com/office/officeart/2005/8/layout/process3#1"/>
    <dgm:cxn modelId="{5ACF56B9-3B71-49DF-B4A3-148E69D171C5}" type="presParOf" srcId="{537EFF73-660F-4576-BE9F-9CBFF99A026F}" destId="{CBDC6576-E07A-456E-AA1A-BC80AEB1C472}" srcOrd="0" destOrd="0" presId="urn:microsoft.com/office/officeart/2005/8/layout/process3#1"/>
    <dgm:cxn modelId="{3D2A9237-8368-4F0E-9105-00BF881A2C2C}" type="presParOf" srcId="{537EFF73-660F-4576-BE9F-9CBFF99A026F}" destId="{36DAE28C-D040-4D10-8B58-AD362B328C2A}" srcOrd="1" destOrd="0" presId="urn:microsoft.com/office/officeart/2005/8/layout/process3#1"/>
    <dgm:cxn modelId="{0675D2E9-B885-450B-B68C-E57A3B662640}" type="presParOf" srcId="{537EFF73-660F-4576-BE9F-9CBFF99A026F}" destId="{D95F0515-B6EB-4884-9C58-E27D272A34C0}" srcOrd="2" destOrd="0" presId="urn:microsoft.com/office/officeart/2005/8/layout/process3#1"/>
    <dgm:cxn modelId="{5F2677C5-7FD5-45E1-8AEA-A32654919A6D}" type="presParOf" srcId="{F82FB510-7AF3-4EFC-8DD3-AB31E9B359E9}" destId="{6866FFA6-91D2-43CB-8F22-B66D15ADFDDC}" srcOrd="1" destOrd="0" presId="urn:microsoft.com/office/officeart/2005/8/layout/process3#1"/>
    <dgm:cxn modelId="{095F5321-ABED-46BB-B549-C1A8A3EFA50F}" type="presParOf" srcId="{6866FFA6-91D2-43CB-8F22-B66D15ADFDDC}" destId="{D6BD17CF-2B56-4D82-A343-BF27E5BBC9AE}" srcOrd="0" destOrd="0" presId="urn:microsoft.com/office/officeart/2005/8/layout/process3#1"/>
    <dgm:cxn modelId="{284BF130-2982-4050-919F-4704B3FE1931}" type="presParOf" srcId="{F82FB510-7AF3-4EFC-8DD3-AB31E9B359E9}" destId="{E24CB4C2-B48C-46A3-936A-1D227FDE57B5}" srcOrd="2" destOrd="0" presId="urn:microsoft.com/office/officeart/2005/8/layout/process3#1"/>
    <dgm:cxn modelId="{8D4D88E5-C8D7-4E39-995E-70E3476B3352}" type="presParOf" srcId="{E24CB4C2-B48C-46A3-936A-1D227FDE57B5}" destId="{783B129B-3B05-45B9-98F3-C74B35F29758}" srcOrd="0" destOrd="0" presId="urn:microsoft.com/office/officeart/2005/8/layout/process3#1"/>
    <dgm:cxn modelId="{727E30C1-2972-4F45-9492-F0D07C85886F}" type="presParOf" srcId="{E24CB4C2-B48C-46A3-936A-1D227FDE57B5}" destId="{47BD62D6-5562-408B-BC61-08ACE574CCA4}" srcOrd="1" destOrd="0" presId="urn:microsoft.com/office/officeart/2005/8/layout/process3#1"/>
    <dgm:cxn modelId="{2BE68A3E-B1A1-412E-A7A5-713217FF7954}" type="presParOf" srcId="{E24CB4C2-B48C-46A3-936A-1D227FDE57B5}" destId="{8B6F94A7-AAAB-475A-A1EC-62C084B23815}" srcOrd="2" destOrd="0" presId="urn:microsoft.com/office/officeart/2005/8/layout/process3#1"/>
    <dgm:cxn modelId="{3CF98C9D-F702-423D-82F8-6BAF34141385}" type="presParOf" srcId="{F82FB510-7AF3-4EFC-8DD3-AB31E9B359E9}" destId="{48D1AFD4-10EC-45CA-95C5-AA196908B6B3}" srcOrd="3" destOrd="0" presId="urn:microsoft.com/office/officeart/2005/8/layout/process3#1"/>
    <dgm:cxn modelId="{27D1713C-94DF-4760-BF17-C50B8B38DAF2}" type="presParOf" srcId="{48D1AFD4-10EC-45CA-95C5-AA196908B6B3}" destId="{11E20A27-D034-4AF1-8226-90CC355EF717}" srcOrd="0" destOrd="0" presId="urn:microsoft.com/office/officeart/2005/8/layout/process3#1"/>
    <dgm:cxn modelId="{063BD54B-9DC3-4020-AB93-DDB9F7A98543}" type="presParOf" srcId="{F82FB510-7AF3-4EFC-8DD3-AB31E9B359E9}" destId="{517596EB-36C9-4BE7-B751-0AEBCA1D8177}" srcOrd="4" destOrd="0" presId="urn:microsoft.com/office/officeart/2005/8/layout/process3#1"/>
    <dgm:cxn modelId="{527907B1-A56E-4350-A23B-95344D9B0EAD}" type="presParOf" srcId="{517596EB-36C9-4BE7-B751-0AEBCA1D8177}" destId="{7DCE0F58-191D-4AF4-B4C5-6313FCCCE4A0}" srcOrd="0" destOrd="0" presId="urn:microsoft.com/office/officeart/2005/8/layout/process3#1"/>
    <dgm:cxn modelId="{9FB52F77-2CE4-4718-AB05-1EA5DD22461E}" type="presParOf" srcId="{517596EB-36C9-4BE7-B751-0AEBCA1D8177}" destId="{D28CC560-5EA8-4404-AC9B-2EB945BCE0BA}" srcOrd="1" destOrd="0" presId="urn:microsoft.com/office/officeart/2005/8/layout/process3#1"/>
    <dgm:cxn modelId="{75EEED1B-DA70-4337-832E-AE2AD2F6B8BE}" type="presParOf" srcId="{517596EB-36C9-4BE7-B751-0AEBCA1D8177}" destId="{9134112A-24B8-41B7-8145-BD4EB9E4D39E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EF664F3-8B9C-498D-A0B3-DBE5AD178739}" type="doc">
      <dgm:prSet loTypeId="urn:microsoft.com/office/officeart/2005/8/layout/vList2#1" loCatId="list" qsTypeId="urn:microsoft.com/office/officeart/2005/8/quickstyle/simple3#2" qsCatId="simple" csTypeId="urn:microsoft.com/office/officeart/2005/8/colors/colorful4#2" csCatId="colorful" phldr="1"/>
      <dgm:spPr/>
      <dgm:t>
        <a:bodyPr/>
        <a:lstStyle/>
        <a:p>
          <a:endParaRPr lang="es-ES"/>
        </a:p>
      </dgm:t>
    </dgm:pt>
    <dgm:pt modelId="{CF911389-FE62-4311-A84B-E02A3624DFAF}">
      <dgm:prSet phldrT="[Texto]" phldr="0"/>
      <dgm:spPr/>
      <dgm:t>
        <a:bodyPr/>
        <a:lstStyle/>
        <a:p>
          <a:pPr rtl="0"/>
          <a:r>
            <a:rPr lang="es-ES">
              <a:latin typeface="Arial"/>
              <a:cs typeface="Arial" panose="020B0604020202020204"/>
            </a:rPr>
            <a:t>Estandar de la IETF </a:t>
          </a:r>
          <a:r>
            <a:rPr lang="es-ES" sz="1800"/>
            <a:t>(Internet Engineering Task Force) definido en la RFC (Request for Comments) 2661.</a:t>
          </a:r>
          <a:endParaRPr lang="es-ES" sz="1800">
            <a:solidFill>
              <a:srgbClr val="000000"/>
            </a:solidFill>
          </a:endParaRPr>
        </a:p>
      </dgm:t>
    </dgm:pt>
    <dgm:pt modelId="{9F94DFA0-A21C-49B7-977C-81688D3077E0}" type="parTrans" cxnId="{65B969B5-F9CD-44C8-BD6E-18816B8067C7}">
      <dgm:prSet/>
      <dgm:spPr/>
      <dgm:t>
        <a:bodyPr/>
        <a:lstStyle/>
        <a:p>
          <a:endParaRPr lang="es-ES"/>
        </a:p>
      </dgm:t>
    </dgm:pt>
    <dgm:pt modelId="{B4B284C3-985A-45D8-8ECB-93D34CD3D1CF}" type="sibTrans" cxnId="{65B969B5-F9CD-44C8-BD6E-18816B8067C7}">
      <dgm:prSet/>
      <dgm:spPr/>
      <dgm:t>
        <a:bodyPr/>
        <a:lstStyle/>
        <a:p>
          <a:endParaRPr lang="es-ES"/>
        </a:p>
      </dgm:t>
    </dgm:pt>
    <dgm:pt modelId="{38871680-AFB7-43C0-AD24-26F8363F1AC1}">
      <dgm:prSet phldr="0"/>
      <dgm:spPr/>
      <dgm:t>
        <a:bodyPr/>
        <a:lstStyle/>
        <a:p>
          <a:pPr rtl="0"/>
          <a:r>
            <a:rPr lang="es-ES" sz="1200"/>
            <a:t>Extiende conexiones PPP (Protocolo Punto a Punto) a través de Internet, encapsulando tramas PPP en paquetes IP.</a:t>
          </a:r>
          <a:endParaRPr lang="es-ES" sz="1200">
            <a:solidFill>
              <a:srgbClr val="F9FAFB"/>
            </a:solidFill>
          </a:endParaRPr>
        </a:p>
      </dgm:t>
    </dgm:pt>
    <dgm:pt modelId="{49BBD288-AAFB-4622-8EED-815BA5B85AAA}" type="parTrans" cxnId="{8793C697-58BE-44A1-B711-D95A597E90C5}">
      <dgm:prSet/>
      <dgm:spPr/>
    </dgm:pt>
    <dgm:pt modelId="{0AB9C001-63D6-48EC-A223-6DC7F50E0C12}" type="sibTrans" cxnId="{8793C697-58BE-44A1-B711-D95A597E90C5}">
      <dgm:prSet/>
      <dgm:spPr/>
    </dgm:pt>
    <dgm:pt modelId="{5D8ACF3A-7AA2-4717-8E22-059D89FCE907}">
      <dgm:prSet phldr="0"/>
      <dgm:spPr/>
      <dgm:t>
        <a:bodyPr/>
        <a:lstStyle/>
        <a:p>
          <a:pPr rtl="0"/>
          <a:r>
            <a:rPr lang="es-ES" sz="1800"/>
            <a:t>Encapsula tramas </a:t>
          </a:r>
          <a:r>
            <a:rPr lang="es-ES" sz="1800" b="1"/>
            <a:t>PPP</a:t>
          </a:r>
          <a:r>
            <a:rPr lang="es-ES" sz="1800"/>
            <a:t> (Point-to-Point Protocol) dentro de paquetes </a:t>
          </a:r>
          <a:r>
            <a:rPr lang="es-ES" sz="1800" b="1"/>
            <a:t>UDP</a:t>
          </a:r>
          <a:r>
            <a:rPr lang="es-ES" sz="1800"/>
            <a:t> (User Datagram Protocol).</a:t>
          </a:r>
          <a:endParaRPr lang="es-ES" sz="1800">
            <a:latin typeface="Arial"/>
          </a:endParaRPr>
        </a:p>
      </dgm:t>
    </dgm:pt>
    <dgm:pt modelId="{BA697C42-DC22-444C-8ED1-F99BC7A84B32}" type="parTrans" cxnId="{6ED3C543-89A2-437A-A406-D6EFF815B982}">
      <dgm:prSet/>
      <dgm:spPr/>
    </dgm:pt>
    <dgm:pt modelId="{AD561ADB-D13D-4F08-83A6-1D53EEEB96FF}" type="sibTrans" cxnId="{6ED3C543-89A2-437A-A406-D6EFF815B982}">
      <dgm:prSet/>
      <dgm:spPr/>
    </dgm:pt>
    <dgm:pt modelId="{C2728321-E107-410D-8EBB-4608D4BFC5A6}">
      <dgm:prSet phldr="0"/>
      <dgm:spPr/>
      <dgm:t>
        <a:bodyPr/>
        <a:lstStyle/>
        <a:p>
          <a:pPr rtl="0"/>
          <a:r>
            <a:rPr lang="es-ES" sz="1800"/>
            <a:t>Usa UDP (User Datagram Protocol) puerto </a:t>
          </a:r>
          <a:r>
            <a:rPr lang="es-ES" sz="1800" b="0"/>
            <a:t>1701</a:t>
          </a:r>
          <a:r>
            <a:rPr lang="es-ES" sz="1800"/>
            <a:t> para reducir sobrecarga y latencia.</a:t>
          </a:r>
        </a:p>
      </dgm:t>
    </dgm:pt>
    <dgm:pt modelId="{1067EAC0-2337-4D76-9634-A808FFBEBE6A}" type="parTrans" cxnId="{E75D5F76-897F-46D1-8208-CE1871DDE36D}">
      <dgm:prSet/>
      <dgm:spPr/>
    </dgm:pt>
    <dgm:pt modelId="{580C8EE1-EDA6-4672-9D8F-FEB8C86F385F}" type="sibTrans" cxnId="{E75D5F76-897F-46D1-8208-CE1871DDE36D}">
      <dgm:prSet/>
      <dgm:spPr/>
    </dgm:pt>
    <dgm:pt modelId="{83CD9C60-9B76-4EEE-BF0C-6EB8F20299D5}">
      <dgm:prSet phldr="0"/>
      <dgm:spPr/>
      <dgm:t>
        <a:bodyPr/>
        <a:lstStyle/>
        <a:p>
          <a:pPr rtl="0"/>
          <a:r>
            <a:rPr lang="es-ES" sz="1800">
              <a:latin typeface="Arial"/>
            </a:rPr>
            <a:t>Utiliza solo tunelización y es normalmente usado para VPNs</a:t>
          </a:r>
        </a:p>
      </dgm:t>
    </dgm:pt>
    <dgm:pt modelId="{5999952A-4839-43F1-9AD7-EB978A46776B}" type="parTrans" cxnId="{150AFF97-8FA1-4B21-A395-1CA90A6B193B}">
      <dgm:prSet/>
      <dgm:spPr/>
    </dgm:pt>
    <dgm:pt modelId="{0DA6F4D7-E2B4-4E38-93F5-FCF194F0FF7A}" type="sibTrans" cxnId="{150AFF97-8FA1-4B21-A395-1CA90A6B193B}">
      <dgm:prSet/>
      <dgm:spPr/>
    </dgm:pt>
    <dgm:pt modelId="{B5AC36EA-E17B-4931-B378-BDAD64C979F2}" type="pres">
      <dgm:prSet presAssocID="{6EF664F3-8B9C-498D-A0B3-DBE5AD178739}" presName="linear" presStyleCnt="0">
        <dgm:presLayoutVars>
          <dgm:animLvl val="lvl"/>
          <dgm:resizeHandles val="exact"/>
        </dgm:presLayoutVars>
      </dgm:prSet>
      <dgm:spPr/>
    </dgm:pt>
    <dgm:pt modelId="{7998E4EE-F6EB-4AFA-AA66-9FB6CDF85BFB}" type="pres">
      <dgm:prSet presAssocID="{CF911389-FE62-4311-A84B-E02A3624DFA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BE6E5F5-C785-4A46-B2FF-CE4C35018EEC}" type="pres">
      <dgm:prSet presAssocID="{B4B284C3-985A-45D8-8ECB-93D34CD3D1CF}" presName="spacer" presStyleCnt="0"/>
      <dgm:spPr/>
    </dgm:pt>
    <dgm:pt modelId="{4E3A95B8-FD42-40AA-8E54-BD0FB33E3461}" type="pres">
      <dgm:prSet presAssocID="{38871680-AFB7-43C0-AD24-26F8363F1AC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525D86-7913-4CB4-BB38-D4F2E7FBBF2B}" type="pres">
      <dgm:prSet presAssocID="{0AB9C001-63D6-48EC-A223-6DC7F50E0C12}" presName="spacer" presStyleCnt="0"/>
      <dgm:spPr/>
    </dgm:pt>
    <dgm:pt modelId="{765CBD95-B719-45EB-9F0B-837FF256A9C6}" type="pres">
      <dgm:prSet presAssocID="{5D8ACF3A-7AA2-4717-8E22-059D89FCE90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A9A5988-F481-4F03-8AC6-C548BCE9C970}" type="pres">
      <dgm:prSet presAssocID="{AD561ADB-D13D-4F08-83A6-1D53EEEB96FF}" presName="spacer" presStyleCnt="0"/>
      <dgm:spPr/>
    </dgm:pt>
    <dgm:pt modelId="{A5841EB4-5267-4E70-A9F3-63BE32127A44}" type="pres">
      <dgm:prSet presAssocID="{C2728321-E107-410D-8EBB-4608D4BFC5A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2E4FE4B-68D8-4DB9-A597-4C091A3B9AFC}" type="pres">
      <dgm:prSet presAssocID="{580C8EE1-EDA6-4672-9D8F-FEB8C86F385F}" presName="spacer" presStyleCnt="0"/>
      <dgm:spPr/>
    </dgm:pt>
    <dgm:pt modelId="{F89679CB-DCAE-4938-AD14-0B122619DEA2}" type="pres">
      <dgm:prSet presAssocID="{83CD9C60-9B76-4EEE-BF0C-6EB8F20299D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F6B5303-CE57-4D14-B247-37615AF5C33B}" type="presOf" srcId="{83CD9C60-9B76-4EEE-BF0C-6EB8F20299D5}" destId="{F89679CB-DCAE-4938-AD14-0B122619DEA2}" srcOrd="0" destOrd="0" presId="urn:microsoft.com/office/officeart/2005/8/layout/vList2#1"/>
    <dgm:cxn modelId="{6ED3C543-89A2-437A-A406-D6EFF815B982}" srcId="{6EF664F3-8B9C-498D-A0B3-DBE5AD178739}" destId="{5D8ACF3A-7AA2-4717-8E22-059D89FCE907}" srcOrd="2" destOrd="0" parTransId="{BA697C42-DC22-444C-8ED1-F99BC7A84B32}" sibTransId="{AD561ADB-D13D-4F08-83A6-1D53EEEB96FF}"/>
    <dgm:cxn modelId="{DCB1336C-3ACB-46C7-A470-60EF83BD52CE}" type="presOf" srcId="{6EF664F3-8B9C-498D-A0B3-DBE5AD178739}" destId="{B5AC36EA-E17B-4931-B378-BDAD64C979F2}" srcOrd="0" destOrd="0" presId="urn:microsoft.com/office/officeart/2005/8/layout/vList2#1"/>
    <dgm:cxn modelId="{E43ABB6F-A9CF-43DA-8347-051FE25F00FB}" type="presOf" srcId="{CF911389-FE62-4311-A84B-E02A3624DFAF}" destId="{7998E4EE-F6EB-4AFA-AA66-9FB6CDF85BFB}" srcOrd="0" destOrd="0" presId="urn:microsoft.com/office/officeart/2005/8/layout/vList2#1"/>
    <dgm:cxn modelId="{C64B1150-8333-47E3-9CA3-30C21F22E559}" type="presOf" srcId="{C2728321-E107-410D-8EBB-4608D4BFC5A6}" destId="{A5841EB4-5267-4E70-A9F3-63BE32127A44}" srcOrd="0" destOrd="0" presId="urn:microsoft.com/office/officeart/2005/8/layout/vList2#1"/>
    <dgm:cxn modelId="{E75D5F76-897F-46D1-8208-CE1871DDE36D}" srcId="{6EF664F3-8B9C-498D-A0B3-DBE5AD178739}" destId="{C2728321-E107-410D-8EBB-4608D4BFC5A6}" srcOrd="3" destOrd="0" parTransId="{1067EAC0-2337-4D76-9634-A808FFBEBE6A}" sibTransId="{580C8EE1-EDA6-4672-9D8F-FEB8C86F385F}"/>
    <dgm:cxn modelId="{8793C697-58BE-44A1-B711-D95A597E90C5}" srcId="{6EF664F3-8B9C-498D-A0B3-DBE5AD178739}" destId="{38871680-AFB7-43C0-AD24-26F8363F1AC1}" srcOrd="1" destOrd="0" parTransId="{49BBD288-AAFB-4622-8EED-815BA5B85AAA}" sibTransId="{0AB9C001-63D6-48EC-A223-6DC7F50E0C12}"/>
    <dgm:cxn modelId="{150AFF97-8FA1-4B21-A395-1CA90A6B193B}" srcId="{6EF664F3-8B9C-498D-A0B3-DBE5AD178739}" destId="{83CD9C60-9B76-4EEE-BF0C-6EB8F20299D5}" srcOrd="4" destOrd="0" parTransId="{5999952A-4839-43F1-9AD7-EB978A46776B}" sibTransId="{0DA6F4D7-E2B4-4E38-93F5-FCF194F0FF7A}"/>
    <dgm:cxn modelId="{65B969B5-F9CD-44C8-BD6E-18816B8067C7}" srcId="{6EF664F3-8B9C-498D-A0B3-DBE5AD178739}" destId="{CF911389-FE62-4311-A84B-E02A3624DFAF}" srcOrd="0" destOrd="0" parTransId="{9F94DFA0-A21C-49B7-977C-81688D3077E0}" sibTransId="{B4B284C3-985A-45D8-8ECB-93D34CD3D1CF}"/>
    <dgm:cxn modelId="{4C375ACE-F3AB-420C-BE63-C78A6405BF2D}" type="presOf" srcId="{38871680-AFB7-43C0-AD24-26F8363F1AC1}" destId="{4E3A95B8-FD42-40AA-8E54-BD0FB33E3461}" srcOrd="0" destOrd="0" presId="urn:microsoft.com/office/officeart/2005/8/layout/vList2#1"/>
    <dgm:cxn modelId="{F9D43CDB-58F0-4EA7-8119-269263703E3D}" type="presOf" srcId="{5D8ACF3A-7AA2-4717-8E22-059D89FCE907}" destId="{765CBD95-B719-45EB-9F0B-837FF256A9C6}" srcOrd="0" destOrd="0" presId="urn:microsoft.com/office/officeart/2005/8/layout/vList2#1"/>
    <dgm:cxn modelId="{73A72E18-5303-462E-937C-46C604DA304A}" type="presParOf" srcId="{B5AC36EA-E17B-4931-B378-BDAD64C979F2}" destId="{7998E4EE-F6EB-4AFA-AA66-9FB6CDF85BFB}" srcOrd="0" destOrd="0" presId="urn:microsoft.com/office/officeart/2005/8/layout/vList2#1"/>
    <dgm:cxn modelId="{066C4220-A7CB-4568-B369-7B4FB2C2B258}" type="presParOf" srcId="{B5AC36EA-E17B-4931-B378-BDAD64C979F2}" destId="{FBE6E5F5-C785-4A46-B2FF-CE4C35018EEC}" srcOrd="1" destOrd="0" presId="urn:microsoft.com/office/officeart/2005/8/layout/vList2#1"/>
    <dgm:cxn modelId="{0CA0CF4A-2301-4CE9-AFE0-C1C03A6AB44A}" type="presParOf" srcId="{B5AC36EA-E17B-4931-B378-BDAD64C979F2}" destId="{4E3A95B8-FD42-40AA-8E54-BD0FB33E3461}" srcOrd="2" destOrd="0" presId="urn:microsoft.com/office/officeart/2005/8/layout/vList2#1"/>
    <dgm:cxn modelId="{5597B4AD-CCAD-46B5-9CD9-651CEE8E0333}" type="presParOf" srcId="{B5AC36EA-E17B-4931-B378-BDAD64C979F2}" destId="{32525D86-7913-4CB4-BB38-D4F2E7FBBF2B}" srcOrd="3" destOrd="0" presId="urn:microsoft.com/office/officeart/2005/8/layout/vList2#1"/>
    <dgm:cxn modelId="{F16E3C92-662E-4140-ABE8-A441A2881B44}" type="presParOf" srcId="{B5AC36EA-E17B-4931-B378-BDAD64C979F2}" destId="{765CBD95-B719-45EB-9F0B-837FF256A9C6}" srcOrd="4" destOrd="0" presId="urn:microsoft.com/office/officeart/2005/8/layout/vList2#1"/>
    <dgm:cxn modelId="{54219102-056A-4F1C-AE2D-B9EABB77FA41}" type="presParOf" srcId="{B5AC36EA-E17B-4931-B378-BDAD64C979F2}" destId="{4A9A5988-F481-4F03-8AC6-C548BCE9C970}" srcOrd="5" destOrd="0" presId="urn:microsoft.com/office/officeart/2005/8/layout/vList2#1"/>
    <dgm:cxn modelId="{C05716F1-C4CC-4E43-8EAF-207525EA0963}" type="presParOf" srcId="{B5AC36EA-E17B-4931-B378-BDAD64C979F2}" destId="{A5841EB4-5267-4E70-A9F3-63BE32127A44}" srcOrd="6" destOrd="0" presId="urn:microsoft.com/office/officeart/2005/8/layout/vList2#1"/>
    <dgm:cxn modelId="{050281E9-0BE7-4FEB-BFD6-5F4E3380403B}" type="presParOf" srcId="{B5AC36EA-E17B-4931-B378-BDAD64C979F2}" destId="{32E4FE4B-68D8-4DB9-A597-4C091A3B9AFC}" srcOrd="7" destOrd="0" presId="urn:microsoft.com/office/officeart/2005/8/layout/vList2#1"/>
    <dgm:cxn modelId="{B2588F06-1CBB-4969-8EAC-B7F7696F86B9}" type="presParOf" srcId="{B5AC36EA-E17B-4931-B378-BDAD64C979F2}" destId="{F89679CB-DCAE-4938-AD14-0B122619DEA2}" srcOrd="8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7377101-814E-4BB6-BEB4-A6CFA83DA9D8}" type="doc">
      <dgm:prSet loTypeId="urn:microsoft.com/office/officeart/2005/8/layout/process3#1" loCatId="process" qsTypeId="urn:microsoft.com/office/officeart/2005/8/quickstyle/simple3#1" qsCatId="simple" csTypeId="urn:microsoft.com/office/officeart/2005/8/colors/colorful4#1" csCatId="colorful" phldr="1"/>
      <dgm:spPr/>
      <dgm:t>
        <a:bodyPr/>
        <a:lstStyle/>
        <a:p>
          <a:endParaRPr lang="es-ES"/>
        </a:p>
      </dgm:t>
    </dgm:pt>
    <dgm:pt modelId="{70378F17-BFA4-4AA2-91CB-FE7DFE6B7A95}">
      <dgm:prSet phldrT="[Texto]" phldr="0"/>
      <dgm:spPr/>
      <dgm:t>
        <a:bodyPr/>
        <a:lstStyle/>
        <a:p>
          <a:pPr rtl="0"/>
          <a:r>
            <a:rPr lang="es-EC" b="1">
              <a:latin typeface="Arial"/>
              <a:cs typeface="Arial" panose="020B0604020202020204"/>
            </a:rPr>
            <a:t>Establecimiento</a:t>
          </a:r>
          <a:r>
            <a:rPr lang="es-EC" b="1">
              <a:latin typeface="Arial"/>
            </a:rPr>
            <a:t> del túnel de control</a:t>
          </a:r>
          <a:endParaRPr lang="es-EC" b="1"/>
        </a:p>
      </dgm:t>
    </dgm:pt>
    <dgm:pt modelId="{C3966D0E-ACBF-46F3-BECF-078A3E1084D7}" type="parTrans" cxnId="{F81DFEC0-22EC-4812-AA3A-4D6D42306E50}">
      <dgm:prSet/>
      <dgm:spPr/>
      <dgm:t>
        <a:bodyPr/>
        <a:lstStyle/>
        <a:p>
          <a:endParaRPr lang="es-ES"/>
        </a:p>
      </dgm:t>
    </dgm:pt>
    <dgm:pt modelId="{E18291E9-0160-4BD1-B202-44A6F5B16BB5}" type="sibTrans" cxnId="{F81DFEC0-22EC-4812-AA3A-4D6D42306E50}">
      <dgm:prSet/>
      <dgm:spPr/>
      <dgm:t>
        <a:bodyPr/>
        <a:lstStyle/>
        <a:p>
          <a:endParaRPr lang="es-ES"/>
        </a:p>
      </dgm:t>
    </dgm:pt>
    <dgm:pt modelId="{E1C5DDD1-1F61-4A18-BB53-54D2BBDE1085}">
      <dgm:prSet phldr="0"/>
      <dgm:spPr/>
      <dgm:t>
        <a:bodyPr/>
        <a:lstStyle/>
        <a:p>
          <a:pPr algn="l" rtl="0"/>
          <a:r>
            <a:rPr lang="es-ES" sz="1400">
              <a:latin typeface="Arial"/>
            </a:rPr>
            <a:t>El</a:t>
          </a:r>
          <a:r>
            <a:rPr lang="es-ES" sz="1400"/>
            <a:t> LAC confirma. Túnel de control activo.</a:t>
          </a:r>
        </a:p>
      </dgm:t>
    </dgm:pt>
    <dgm:pt modelId="{1219078E-54F8-4E2B-95D7-554DDCC4754D}" type="parTrans" cxnId="{89D62387-16BB-4EC8-A13D-04955B3F1AAF}">
      <dgm:prSet/>
      <dgm:spPr/>
    </dgm:pt>
    <dgm:pt modelId="{5B84ABFB-6CCB-46A2-9EFD-874573840E8C}" type="sibTrans" cxnId="{89D62387-16BB-4EC8-A13D-04955B3F1AAF}">
      <dgm:prSet/>
      <dgm:spPr/>
      <dgm:t>
        <a:bodyPr/>
        <a:lstStyle/>
        <a:p>
          <a:endParaRPr lang="es-ES"/>
        </a:p>
      </dgm:t>
    </dgm:pt>
    <dgm:pt modelId="{31A30F51-FD8E-4250-B55C-BD8A9326E326}">
      <dgm:prSet phldr="0"/>
      <dgm:spPr/>
      <dgm:t>
        <a:bodyPr/>
        <a:lstStyle/>
        <a:p>
          <a:pPr algn="l" rtl="0"/>
          <a:r>
            <a:rPr lang="es-ES" sz="1400" b="1"/>
            <a:t>SCCRQ (Start-Control-Connection-Request):</a:t>
          </a:r>
          <a:endParaRPr lang="es-ES" sz="1400" b="1">
            <a:latin typeface="Arial"/>
          </a:endParaRPr>
        </a:p>
      </dgm:t>
    </dgm:pt>
    <dgm:pt modelId="{F2FBF886-7CB6-4174-8ACA-D8E53FA66F10}" type="parTrans" cxnId="{DFB338C5-117A-4D11-AD35-07D0692EC783}">
      <dgm:prSet/>
      <dgm:spPr/>
    </dgm:pt>
    <dgm:pt modelId="{94C96970-A98A-4E78-B452-59A61829C701}" type="sibTrans" cxnId="{DFB338C5-117A-4D11-AD35-07D0692EC783}">
      <dgm:prSet/>
      <dgm:spPr/>
    </dgm:pt>
    <dgm:pt modelId="{B859AEC8-9762-4DB1-8BCB-A2726A11C0E1}">
      <dgm:prSet phldr="0"/>
      <dgm:spPr/>
      <dgm:t>
        <a:bodyPr/>
        <a:lstStyle/>
        <a:p>
          <a:pPr algn="l"/>
          <a:r>
            <a:rPr lang="es-ES" sz="1400"/>
            <a:t>El LAC solicita apertura del túnel y propone parámetros.</a:t>
          </a:r>
        </a:p>
      </dgm:t>
    </dgm:pt>
    <dgm:pt modelId="{4BFFB7B4-510F-425D-877D-529354786112}" type="parTrans" cxnId="{9BDDB472-77DE-4CDA-921C-CF5A8082BA62}">
      <dgm:prSet/>
      <dgm:spPr/>
    </dgm:pt>
    <dgm:pt modelId="{CB59823D-073F-4158-97B1-BAA4A0EEEA67}" type="sibTrans" cxnId="{9BDDB472-77DE-4CDA-921C-CF5A8082BA62}">
      <dgm:prSet/>
      <dgm:spPr/>
    </dgm:pt>
    <dgm:pt modelId="{8DFD1ABE-406B-4441-B122-01A4EC03E51D}">
      <dgm:prSet phldr="0"/>
      <dgm:spPr/>
      <dgm:t>
        <a:bodyPr/>
        <a:lstStyle/>
        <a:p>
          <a:pPr algn="l"/>
          <a:r>
            <a:rPr lang="es-ES" b="1"/>
            <a:t>SCCRP (Start-Control-Connection-Reply):</a:t>
          </a:r>
        </a:p>
      </dgm:t>
    </dgm:pt>
    <dgm:pt modelId="{A91A7C15-9D7C-4761-A966-9740600F1C47}" type="parTrans" cxnId="{F0A5F012-F108-48B1-9FA5-2450D650FA24}">
      <dgm:prSet/>
      <dgm:spPr/>
    </dgm:pt>
    <dgm:pt modelId="{98EBFBD5-CB7F-4369-A3E2-8B9D91081699}" type="sibTrans" cxnId="{F0A5F012-F108-48B1-9FA5-2450D650FA24}">
      <dgm:prSet/>
      <dgm:spPr/>
    </dgm:pt>
    <dgm:pt modelId="{68611C10-644B-4432-932C-1A0F18174F6B}">
      <dgm:prSet phldr="0"/>
      <dgm:spPr/>
      <dgm:t>
        <a:bodyPr/>
        <a:lstStyle/>
        <a:p>
          <a:pPr algn="l"/>
          <a:r>
            <a:rPr lang="es-ES" sz="1400"/>
            <a:t>El LNS acepta y confirma los parámetros.</a:t>
          </a:r>
        </a:p>
      </dgm:t>
    </dgm:pt>
    <dgm:pt modelId="{FC2AD959-3436-4C31-9E97-14BD6CC0726B}" type="parTrans" cxnId="{3161B67E-F776-4C8E-ADFB-217EE8A95381}">
      <dgm:prSet/>
      <dgm:spPr/>
    </dgm:pt>
    <dgm:pt modelId="{788C56C8-A4CB-4C00-A760-5711A4C1EC4E}" type="sibTrans" cxnId="{3161B67E-F776-4C8E-ADFB-217EE8A95381}">
      <dgm:prSet/>
      <dgm:spPr/>
    </dgm:pt>
    <dgm:pt modelId="{F7EA0BE8-85E1-47D7-80D9-F27DF78F5C5D}">
      <dgm:prSet phldr="0"/>
      <dgm:spPr/>
      <dgm:t>
        <a:bodyPr/>
        <a:lstStyle/>
        <a:p>
          <a:pPr algn="l"/>
          <a:r>
            <a:rPr lang="es-ES" b="1"/>
            <a:t>SCCN (Start-Control-Connection-Connected):</a:t>
          </a:r>
        </a:p>
      </dgm:t>
    </dgm:pt>
    <dgm:pt modelId="{39AF2DDC-6556-4542-A570-FB2F28532828}" type="parTrans" cxnId="{6B88351B-09FF-473D-83ED-AC378BC4CBC9}">
      <dgm:prSet/>
      <dgm:spPr/>
    </dgm:pt>
    <dgm:pt modelId="{D4583FEC-F9FA-435C-AFB9-2CC18DDB88E7}" type="sibTrans" cxnId="{6B88351B-09FF-473D-83ED-AC378BC4CBC9}">
      <dgm:prSet/>
      <dgm:spPr/>
    </dgm:pt>
    <dgm:pt modelId="{3A24CA4C-82CD-4525-8D16-8B4A241454E1}">
      <dgm:prSet phldr="0"/>
      <dgm:spPr/>
      <dgm:t>
        <a:bodyPr/>
        <a:lstStyle/>
        <a:p>
          <a:pPr algn="l" rtl="0"/>
          <a:r>
            <a:rPr lang="es-ES" sz="2200">
              <a:latin typeface="Arial"/>
            </a:rPr>
            <a:t>Establecimiento de Sesión</a:t>
          </a:r>
        </a:p>
      </dgm:t>
    </dgm:pt>
    <dgm:pt modelId="{C48CA802-6160-4C4D-AB8A-E663864A5588}" type="parTrans" cxnId="{F994B514-1DC0-412F-884C-7A4CB13DA715}">
      <dgm:prSet/>
      <dgm:spPr/>
    </dgm:pt>
    <dgm:pt modelId="{84DBBB89-E459-4DB5-B2E1-B66785403F79}" type="sibTrans" cxnId="{F994B514-1DC0-412F-884C-7A4CB13DA715}">
      <dgm:prSet/>
      <dgm:spPr/>
      <dgm:t>
        <a:bodyPr/>
        <a:lstStyle/>
        <a:p>
          <a:endParaRPr lang="es-ES"/>
        </a:p>
      </dgm:t>
    </dgm:pt>
    <dgm:pt modelId="{3EBEFA3E-22E7-4349-AC91-81D78D979561}">
      <dgm:prSet phldr="0"/>
      <dgm:spPr/>
      <dgm:t>
        <a:bodyPr/>
        <a:lstStyle/>
        <a:p>
          <a:pPr algn="l"/>
          <a:r>
            <a:rPr lang="es-ES" sz="1400"/>
            <a:t>El LAC confirma. Comienza el tráfico de datos (PPP).</a:t>
          </a:r>
        </a:p>
      </dgm:t>
    </dgm:pt>
    <dgm:pt modelId="{33AF97F5-9E51-4099-A71E-8DFDE4CABB59}" type="parTrans" cxnId="{3E74A69A-998C-45D6-BDF4-2A6915EC936D}">
      <dgm:prSet/>
      <dgm:spPr/>
    </dgm:pt>
    <dgm:pt modelId="{99B3603D-5965-4F6E-8DB1-30847967DB60}" type="sibTrans" cxnId="{3E74A69A-998C-45D6-BDF4-2A6915EC936D}">
      <dgm:prSet/>
      <dgm:spPr/>
    </dgm:pt>
    <dgm:pt modelId="{9090183B-CAF1-4CEB-B4CF-46D24E48E3BA}">
      <dgm:prSet phldr="0"/>
      <dgm:spPr/>
      <dgm:t>
        <a:bodyPr/>
        <a:lstStyle/>
        <a:p>
          <a:pPr algn="l" rtl="0"/>
          <a:r>
            <a:rPr lang="es-ES" sz="1400">
              <a:latin typeface="Arial"/>
            </a:rPr>
            <a:t>ICRQ</a:t>
          </a:r>
          <a:r>
            <a:rPr lang="es-ES" sz="1400"/>
            <a:t> (Incoming-Call-Request):</a:t>
          </a:r>
          <a:endParaRPr lang="es-ES" sz="1400">
            <a:latin typeface="Arial"/>
          </a:endParaRPr>
        </a:p>
      </dgm:t>
    </dgm:pt>
    <dgm:pt modelId="{1035655E-45CB-42AB-9FBE-37B5364BD769}" type="parTrans" cxnId="{B36D66DF-8DE7-40EC-A28D-916D292D895C}">
      <dgm:prSet/>
      <dgm:spPr/>
    </dgm:pt>
    <dgm:pt modelId="{96DB9F18-EB1A-45D0-B13B-EB4A4AB422F0}" type="sibTrans" cxnId="{B36D66DF-8DE7-40EC-A28D-916D292D895C}">
      <dgm:prSet/>
      <dgm:spPr/>
    </dgm:pt>
    <dgm:pt modelId="{0E56DE2C-5DED-43CD-BC08-8781253FAD1B}">
      <dgm:prSet phldr="0"/>
      <dgm:spPr/>
      <dgm:t>
        <a:bodyPr/>
        <a:lstStyle/>
        <a:p>
          <a:pPr algn="l"/>
          <a:r>
            <a:rPr lang="es-ES" sz="1400"/>
            <a:t>El LAC informa al LNS que un usuario solicita acceso.</a:t>
          </a:r>
        </a:p>
      </dgm:t>
    </dgm:pt>
    <dgm:pt modelId="{751CF3F2-6B04-4A67-ADFA-9EBB47B52D38}" type="parTrans" cxnId="{D73711B6-B675-4E5F-A2BE-BB4C5AEE693F}">
      <dgm:prSet/>
      <dgm:spPr/>
    </dgm:pt>
    <dgm:pt modelId="{92B02604-0A24-4684-93D7-372242878DCC}" type="sibTrans" cxnId="{D73711B6-B675-4E5F-A2BE-BB4C5AEE693F}">
      <dgm:prSet/>
      <dgm:spPr/>
    </dgm:pt>
    <dgm:pt modelId="{F528F788-0CB5-43E1-AFE5-1E7E8B29B47F}">
      <dgm:prSet phldr="0"/>
      <dgm:spPr/>
      <dgm:t>
        <a:bodyPr/>
        <a:lstStyle/>
        <a:p>
          <a:pPr algn="l"/>
          <a:r>
            <a:rPr lang="es-ES" sz="1800"/>
            <a:t>ICRP (Incoming-Call-Reply):</a:t>
          </a:r>
          <a:endParaRPr lang="es-ES"/>
        </a:p>
      </dgm:t>
    </dgm:pt>
    <dgm:pt modelId="{70C2BCAF-0DDC-47DB-8989-1B8206C255D5}" type="parTrans" cxnId="{5FE63522-B7BD-4AAE-96DE-B035958B95F2}">
      <dgm:prSet/>
      <dgm:spPr/>
    </dgm:pt>
    <dgm:pt modelId="{86CF6A7D-D256-4C54-8764-599D10FB1D93}" type="sibTrans" cxnId="{5FE63522-B7BD-4AAE-96DE-B035958B95F2}">
      <dgm:prSet/>
      <dgm:spPr/>
    </dgm:pt>
    <dgm:pt modelId="{83011018-B635-4DA4-80AB-D102491DB703}">
      <dgm:prSet phldr="0"/>
      <dgm:spPr/>
      <dgm:t>
        <a:bodyPr/>
        <a:lstStyle/>
        <a:p>
          <a:pPr algn="l"/>
          <a:r>
            <a:rPr lang="es-ES" sz="1400"/>
            <a:t>El LNS responde asignando un Session ID único y reservando recursos.</a:t>
          </a:r>
        </a:p>
      </dgm:t>
    </dgm:pt>
    <dgm:pt modelId="{E569D501-0461-454C-9359-03D36DB692D7}" type="parTrans" cxnId="{F2CD4B47-9FA9-41E9-BC07-C74510D734DD}">
      <dgm:prSet/>
      <dgm:spPr/>
    </dgm:pt>
    <dgm:pt modelId="{E187C86A-812F-4A26-A1CD-AC1000038976}" type="sibTrans" cxnId="{F2CD4B47-9FA9-41E9-BC07-C74510D734DD}">
      <dgm:prSet/>
      <dgm:spPr/>
    </dgm:pt>
    <dgm:pt modelId="{10A9491B-13F4-4E85-A082-BBB568769DF3}">
      <dgm:prSet phldr="0"/>
      <dgm:spPr/>
      <dgm:t>
        <a:bodyPr/>
        <a:lstStyle/>
        <a:p>
          <a:pPr algn="l"/>
          <a:r>
            <a:rPr lang="es-ES" sz="1800"/>
            <a:t>ICCN (Incoming-Call-Connected):</a:t>
          </a:r>
          <a:endParaRPr lang="es-ES"/>
        </a:p>
      </dgm:t>
    </dgm:pt>
    <dgm:pt modelId="{515A78C1-2A86-420B-A3FD-41BE31D960E4}" type="parTrans" cxnId="{97BAEBFF-5F46-4D8B-8183-2FF18F417662}">
      <dgm:prSet/>
      <dgm:spPr/>
    </dgm:pt>
    <dgm:pt modelId="{A488A658-757C-4E48-B670-30DE0CE5749C}" type="sibTrans" cxnId="{97BAEBFF-5F46-4D8B-8183-2FF18F417662}">
      <dgm:prSet/>
      <dgm:spPr/>
    </dgm:pt>
    <dgm:pt modelId="{F82FB510-7AF3-4EFC-8DD3-AB31E9B359E9}" type="pres">
      <dgm:prSet presAssocID="{17377101-814E-4BB6-BEB4-A6CFA83DA9D8}" presName="linearFlow" presStyleCnt="0">
        <dgm:presLayoutVars>
          <dgm:dir/>
          <dgm:animLvl val="lvl"/>
          <dgm:resizeHandles val="exact"/>
        </dgm:presLayoutVars>
      </dgm:prSet>
      <dgm:spPr/>
    </dgm:pt>
    <dgm:pt modelId="{537EFF73-660F-4576-BE9F-9CBFF99A026F}" type="pres">
      <dgm:prSet presAssocID="{70378F17-BFA4-4AA2-91CB-FE7DFE6B7A95}" presName="composite" presStyleCnt="0"/>
      <dgm:spPr/>
    </dgm:pt>
    <dgm:pt modelId="{CBDC6576-E07A-456E-AA1A-BC80AEB1C472}" type="pres">
      <dgm:prSet presAssocID="{70378F17-BFA4-4AA2-91CB-FE7DFE6B7A95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36DAE28C-D040-4D10-8B58-AD362B328C2A}" type="pres">
      <dgm:prSet presAssocID="{70378F17-BFA4-4AA2-91CB-FE7DFE6B7A95}" presName="parSh" presStyleLbl="node1" presStyleIdx="0" presStyleCnt="2"/>
      <dgm:spPr/>
    </dgm:pt>
    <dgm:pt modelId="{D95F0515-B6EB-4884-9C58-E27D272A34C0}" type="pres">
      <dgm:prSet presAssocID="{70378F17-BFA4-4AA2-91CB-FE7DFE6B7A95}" presName="desTx" presStyleLbl="fgAcc1" presStyleIdx="0" presStyleCnt="2">
        <dgm:presLayoutVars>
          <dgm:bulletEnabled val="1"/>
        </dgm:presLayoutVars>
      </dgm:prSet>
      <dgm:spPr/>
    </dgm:pt>
    <dgm:pt modelId="{BD49CF77-1FA4-4092-A98F-E437F07205D1}" type="pres">
      <dgm:prSet presAssocID="{E18291E9-0160-4BD1-B202-44A6F5B16BB5}" presName="sibTrans" presStyleLbl="sibTrans2D1" presStyleIdx="0" presStyleCnt="1"/>
      <dgm:spPr/>
    </dgm:pt>
    <dgm:pt modelId="{A0E258F9-5578-4898-9820-02FB58917836}" type="pres">
      <dgm:prSet presAssocID="{E18291E9-0160-4BD1-B202-44A6F5B16BB5}" presName="connTx" presStyleLbl="sibTrans2D1" presStyleIdx="0" presStyleCnt="1"/>
      <dgm:spPr/>
    </dgm:pt>
    <dgm:pt modelId="{F4C3CF67-7869-4C17-9F87-3D636FFB2477}" type="pres">
      <dgm:prSet presAssocID="{3A24CA4C-82CD-4525-8D16-8B4A241454E1}" presName="composite" presStyleCnt="0"/>
      <dgm:spPr/>
    </dgm:pt>
    <dgm:pt modelId="{1B1866AD-9EB8-466E-8EBD-AE40CEB05CB6}" type="pres">
      <dgm:prSet presAssocID="{3A24CA4C-82CD-4525-8D16-8B4A241454E1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E9EED351-3EC5-4EEA-8D68-2E91E15358F3}" type="pres">
      <dgm:prSet presAssocID="{3A24CA4C-82CD-4525-8D16-8B4A241454E1}" presName="parSh" presStyleLbl="node1" presStyleIdx="1" presStyleCnt="2"/>
      <dgm:spPr/>
    </dgm:pt>
    <dgm:pt modelId="{DCCD32C6-F6A3-4E1B-AEFF-10D6BCAF3061}" type="pres">
      <dgm:prSet presAssocID="{3A24CA4C-82CD-4525-8D16-8B4A241454E1}" presName="desTx" presStyleLbl="fgAcc1" presStyleIdx="1" presStyleCnt="2">
        <dgm:presLayoutVars>
          <dgm:bulletEnabled val="1"/>
        </dgm:presLayoutVars>
      </dgm:prSet>
      <dgm:spPr/>
    </dgm:pt>
  </dgm:ptLst>
  <dgm:cxnLst>
    <dgm:cxn modelId="{0D8FC10E-048F-48AE-B3BD-85DB872B1628}" type="presOf" srcId="{8DFD1ABE-406B-4441-B122-01A4EC03E51D}" destId="{D95F0515-B6EB-4884-9C58-E27D272A34C0}" srcOrd="0" destOrd="2" presId="urn:microsoft.com/office/officeart/2005/8/layout/process3#1"/>
    <dgm:cxn modelId="{F0A5F012-F108-48B1-9FA5-2450D650FA24}" srcId="{70378F17-BFA4-4AA2-91CB-FE7DFE6B7A95}" destId="{8DFD1ABE-406B-4441-B122-01A4EC03E51D}" srcOrd="1" destOrd="0" parTransId="{A91A7C15-9D7C-4761-A966-9740600F1C47}" sibTransId="{98EBFBD5-CB7F-4369-A3E2-8B9D91081699}"/>
    <dgm:cxn modelId="{F994B514-1DC0-412F-884C-7A4CB13DA715}" srcId="{17377101-814E-4BB6-BEB4-A6CFA83DA9D8}" destId="{3A24CA4C-82CD-4525-8D16-8B4A241454E1}" srcOrd="1" destOrd="0" parTransId="{C48CA802-6160-4C4D-AB8A-E663864A5588}" sibTransId="{84DBBB89-E459-4DB5-B2E1-B66785403F79}"/>
    <dgm:cxn modelId="{6C2EA415-CC55-40C4-9308-58AFC54A5B36}" type="presOf" srcId="{17377101-814E-4BB6-BEB4-A6CFA83DA9D8}" destId="{F82FB510-7AF3-4EFC-8DD3-AB31E9B359E9}" srcOrd="0" destOrd="0" presId="urn:microsoft.com/office/officeart/2005/8/layout/process3#1"/>
    <dgm:cxn modelId="{6B88351B-09FF-473D-83ED-AC378BC4CBC9}" srcId="{70378F17-BFA4-4AA2-91CB-FE7DFE6B7A95}" destId="{F7EA0BE8-85E1-47D7-80D9-F27DF78F5C5D}" srcOrd="2" destOrd="0" parTransId="{39AF2DDC-6556-4542-A570-FB2F28532828}" sibTransId="{D4583FEC-F9FA-435C-AFB9-2CC18DDB88E7}"/>
    <dgm:cxn modelId="{BD74B31D-D6E8-45A1-8766-24A54CF59187}" type="presOf" srcId="{31A30F51-FD8E-4250-B55C-BD8A9326E326}" destId="{D95F0515-B6EB-4884-9C58-E27D272A34C0}" srcOrd="0" destOrd="0" presId="urn:microsoft.com/office/officeart/2005/8/layout/process3#1"/>
    <dgm:cxn modelId="{5FE63522-B7BD-4AAE-96DE-B035958B95F2}" srcId="{3A24CA4C-82CD-4525-8D16-8B4A241454E1}" destId="{F528F788-0CB5-43E1-AFE5-1E7E8B29B47F}" srcOrd="1" destOrd="0" parTransId="{70C2BCAF-0DDC-47DB-8989-1B8206C255D5}" sibTransId="{86CF6A7D-D256-4C54-8764-599D10FB1D93}"/>
    <dgm:cxn modelId="{6004C032-4BF0-438B-9451-20A6FA4BAEF1}" type="presOf" srcId="{68611C10-644B-4432-932C-1A0F18174F6B}" destId="{D95F0515-B6EB-4884-9C58-E27D272A34C0}" srcOrd="0" destOrd="3" presId="urn:microsoft.com/office/officeart/2005/8/layout/process3#1"/>
    <dgm:cxn modelId="{17D9E444-FF70-4DCC-9281-4A2866AF1BD7}" type="presOf" srcId="{83011018-B635-4DA4-80AB-D102491DB703}" destId="{DCCD32C6-F6A3-4E1B-AEFF-10D6BCAF3061}" srcOrd="0" destOrd="3" presId="urn:microsoft.com/office/officeart/2005/8/layout/process3#1"/>
    <dgm:cxn modelId="{CF2F0466-8A6C-4811-B95E-322B619D57EF}" type="presOf" srcId="{E1C5DDD1-1F61-4A18-BB53-54D2BBDE1085}" destId="{D95F0515-B6EB-4884-9C58-E27D272A34C0}" srcOrd="0" destOrd="5" presId="urn:microsoft.com/office/officeart/2005/8/layout/process3#1"/>
    <dgm:cxn modelId="{F2CD4B47-9FA9-41E9-BC07-C74510D734DD}" srcId="{F528F788-0CB5-43E1-AFE5-1E7E8B29B47F}" destId="{83011018-B635-4DA4-80AB-D102491DB703}" srcOrd="0" destOrd="0" parTransId="{E569D501-0461-454C-9359-03D36DB692D7}" sibTransId="{E187C86A-812F-4A26-A1CD-AC1000038976}"/>
    <dgm:cxn modelId="{97344A6B-32E7-40BF-AAC7-79A0D49A39CC}" type="presOf" srcId="{3A24CA4C-82CD-4525-8D16-8B4A241454E1}" destId="{E9EED351-3EC5-4EEA-8D68-2E91E15358F3}" srcOrd="1" destOrd="0" presId="urn:microsoft.com/office/officeart/2005/8/layout/process3#1"/>
    <dgm:cxn modelId="{9BDDB472-77DE-4CDA-921C-CF5A8082BA62}" srcId="{31A30F51-FD8E-4250-B55C-BD8A9326E326}" destId="{B859AEC8-9762-4DB1-8BCB-A2726A11C0E1}" srcOrd="0" destOrd="0" parTransId="{4BFFB7B4-510F-425D-877D-529354786112}" sibTransId="{CB59823D-073F-4158-97B1-BAA4A0EEEA67}"/>
    <dgm:cxn modelId="{3161B67E-F776-4C8E-ADFB-217EE8A95381}" srcId="{8DFD1ABE-406B-4441-B122-01A4EC03E51D}" destId="{68611C10-644B-4432-932C-1A0F18174F6B}" srcOrd="0" destOrd="0" parTransId="{FC2AD959-3436-4C31-9E97-14BD6CC0726B}" sibTransId="{788C56C8-A4CB-4C00-A760-5711A4C1EC4E}"/>
    <dgm:cxn modelId="{89D62387-16BB-4EC8-A13D-04955B3F1AAF}" srcId="{F7EA0BE8-85E1-47D7-80D9-F27DF78F5C5D}" destId="{E1C5DDD1-1F61-4A18-BB53-54D2BBDE1085}" srcOrd="0" destOrd="0" parTransId="{1219078E-54F8-4E2B-95D7-554DDCC4754D}" sibTransId="{5B84ABFB-6CCB-46A2-9EFD-874573840E8C}"/>
    <dgm:cxn modelId="{B784F189-D024-47EC-9EC0-5AF233F41E1B}" type="presOf" srcId="{F7EA0BE8-85E1-47D7-80D9-F27DF78F5C5D}" destId="{D95F0515-B6EB-4884-9C58-E27D272A34C0}" srcOrd="0" destOrd="4" presId="urn:microsoft.com/office/officeart/2005/8/layout/process3#1"/>
    <dgm:cxn modelId="{8034628D-A453-4974-849B-8CAD7ECF59C0}" type="presOf" srcId="{70378F17-BFA4-4AA2-91CB-FE7DFE6B7A95}" destId="{36DAE28C-D040-4D10-8B58-AD362B328C2A}" srcOrd="1" destOrd="0" presId="urn:microsoft.com/office/officeart/2005/8/layout/process3#1"/>
    <dgm:cxn modelId="{A969F390-5823-41EA-A832-376EAD4B2416}" type="presOf" srcId="{70378F17-BFA4-4AA2-91CB-FE7DFE6B7A95}" destId="{CBDC6576-E07A-456E-AA1A-BC80AEB1C472}" srcOrd="0" destOrd="0" presId="urn:microsoft.com/office/officeart/2005/8/layout/process3#1"/>
    <dgm:cxn modelId="{3E74A69A-998C-45D6-BDF4-2A6915EC936D}" srcId="{10A9491B-13F4-4E85-A082-BBB568769DF3}" destId="{3EBEFA3E-22E7-4349-AC91-81D78D979561}" srcOrd="0" destOrd="0" parTransId="{33AF97F5-9E51-4099-A71E-8DFDE4CABB59}" sibTransId="{99B3603D-5965-4F6E-8DB1-30847967DB60}"/>
    <dgm:cxn modelId="{EFC8D59A-2F09-45E0-B1EC-008A2DC24E9E}" type="presOf" srcId="{E18291E9-0160-4BD1-B202-44A6F5B16BB5}" destId="{A0E258F9-5578-4898-9820-02FB58917836}" srcOrd="1" destOrd="0" presId="urn:microsoft.com/office/officeart/2005/8/layout/process3#1"/>
    <dgm:cxn modelId="{78BB9EA1-E78D-47CA-9B2D-45542BDA1BA3}" type="presOf" srcId="{E18291E9-0160-4BD1-B202-44A6F5B16BB5}" destId="{BD49CF77-1FA4-4092-A98F-E437F07205D1}" srcOrd="0" destOrd="0" presId="urn:microsoft.com/office/officeart/2005/8/layout/process3#1"/>
    <dgm:cxn modelId="{F222FAB3-EBDE-48A0-A732-06CA1734CA39}" type="presOf" srcId="{9090183B-CAF1-4CEB-B4CF-46D24E48E3BA}" destId="{DCCD32C6-F6A3-4E1B-AEFF-10D6BCAF3061}" srcOrd="0" destOrd="0" presId="urn:microsoft.com/office/officeart/2005/8/layout/process3#1"/>
    <dgm:cxn modelId="{D73711B6-B675-4E5F-A2BE-BB4C5AEE693F}" srcId="{9090183B-CAF1-4CEB-B4CF-46D24E48E3BA}" destId="{0E56DE2C-5DED-43CD-BC08-8781253FAD1B}" srcOrd="0" destOrd="0" parTransId="{751CF3F2-6B04-4A67-ADFA-9EBB47B52D38}" sibTransId="{92B02604-0A24-4684-93D7-372242878DCC}"/>
    <dgm:cxn modelId="{148702BD-B356-4BD8-9531-4EC9D5E00EC4}" type="presOf" srcId="{3A24CA4C-82CD-4525-8D16-8B4A241454E1}" destId="{1B1866AD-9EB8-466E-8EBD-AE40CEB05CB6}" srcOrd="0" destOrd="0" presId="urn:microsoft.com/office/officeart/2005/8/layout/process3#1"/>
    <dgm:cxn modelId="{F81DFEC0-22EC-4812-AA3A-4D6D42306E50}" srcId="{17377101-814E-4BB6-BEB4-A6CFA83DA9D8}" destId="{70378F17-BFA4-4AA2-91CB-FE7DFE6B7A95}" srcOrd="0" destOrd="0" parTransId="{C3966D0E-ACBF-46F3-BECF-078A3E1084D7}" sibTransId="{E18291E9-0160-4BD1-B202-44A6F5B16BB5}"/>
    <dgm:cxn modelId="{D80233C3-6216-4D87-88DB-7950E5B68F37}" type="presOf" srcId="{10A9491B-13F4-4E85-A082-BBB568769DF3}" destId="{DCCD32C6-F6A3-4E1B-AEFF-10D6BCAF3061}" srcOrd="0" destOrd="4" presId="urn:microsoft.com/office/officeart/2005/8/layout/process3#1"/>
    <dgm:cxn modelId="{DFB338C5-117A-4D11-AD35-07D0692EC783}" srcId="{70378F17-BFA4-4AA2-91CB-FE7DFE6B7A95}" destId="{31A30F51-FD8E-4250-B55C-BD8A9326E326}" srcOrd="0" destOrd="0" parTransId="{F2FBF886-7CB6-4174-8ACA-D8E53FA66F10}" sibTransId="{94C96970-A98A-4E78-B452-59A61829C701}"/>
    <dgm:cxn modelId="{EB594CC8-8726-4771-B9F1-8BBD69697ABB}" type="presOf" srcId="{0E56DE2C-5DED-43CD-BC08-8781253FAD1B}" destId="{DCCD32C6-F6A3-4E1B-AEFF-10D6BCAF3061}" srcOrd="0" destOrd="1" presId="urn:microsoft.com/office/officeart/2005/8/layout/process3#1"/>
    <dgm:cxn modelId="{B1B63BD2-844E-46DB-A0CF-F23B89FD5804}" type="presOf" srcId="{B859AEC8-9762-4DB1-8BCB-A2726A11C0E1}" destId="{D95F0515-B6EB-4884-9C58-E27D272A34C0}" srcOrd="0" destOrd="1" presId="urn:microsoft.com/office/officeart/2005/8/layout/process3#1"/>
    <dgm:cxn modelId="{B36D66DF-8DE7-40EC-A28D-916D292D895C}" srcId="{3A24CA4C-82CD-4525-8D16-8B4A241454E1}" destId="{9090183B-CAF1-4CEB-B4CF-46D24E48E3BA}" srcOrd="0" destOrd="0" parTransId="{1035655E-45CB-42AB-9FBE-37B5364BD769}" sibTransId="{96DB9F18-EB1A-45D0-B13B-EB4A4AB422F0}"/>
    <dgm:cxn modelId="{245A4EF7-C810-4241-9A67-3EE1FBFC72C9}" type="presOf" srcId="{3EBEFA3E-22E7-4349-AC91-81D78D979561}" destId="{DCCD32C6-F6A3-4E1B-AEFF-10D6BCAF3061}" srcOrd="0" destOrd="5" presId="urn:microsoft.com/office/officeart/2005/8/layout/process3#1"/>
    <dgm:cxn modelId="{886D81F8-B707-4E8B-88AE-D062A6026D04}" type="presOf" srcId="{F528F788-0CB5-43E1-AFE5-1E7E8B29B47F}" destId="{DCCD32C6-F6A3-4E1B-AEFF-10D6BCAF3061}" srcOrd="0" destOrd="2" presId="urn:microsoft.com/office/officeart/2005/8/layout/process3#1"/>
    <dgm:cxn modelId="{97BAEBFF-5F46-4D8B-8183-2FF18F417662}" srcId="{3A24CA4C-82CD-4525-8D16-8B4A241454E1}" destId="{10A9491B-13F4-4E85-A082-BBB568769DF3}" srcOrd="2" destOrd="0" parTransId="{515A78C1-2A86-420B-A3FD-41BE31D960E4}" sibTransId="{A488A658-757C-4E48-B670-30DE0CE5749C}"/>
    <dgm:cxn modelId="{369C4DEC-B754-4414-BCA9-641C39060D6E}" type="presParOf" srcId="{F82FB510-7AF3-4EFC-8DD3-AB31E9B359E9}" destId="{537EFF73-660F-4576-BE9F-9CBFF99A026F}" srcOrd="0" destOrd="0" presId="urn:microsoft.com/office/officeart/2005/8/layout/process3#1"/>
    <dgm:cxn modelId="{D3248A96-DF95-4EBB-8A6A-E45A24993B21}" type="presParOf" srcId="{537EFF73-660F-4576-BE9F-9CBFF99A026F}" destId="{CBDC6576-E07A-456E-AA1A-BC80AEB1C472}" srcOrd="0" destOrd="0" presId="urn:microsoft.com/office/officeart/2005/8/layout/process3#1"/>
    <dgm:cxn modelId="{6E6175FB-0072-4B91-89C7-60351E92D2FE}" type="presParOf" srcId="{537EFF73-660F-4576-BE9F-9CBFF99A026F}" destId="{36DAE28C-D040-4D10-8B58-AD362B328C2A}" srcOrd="1" destOrd="0" presId="urn:microsoft.com/office/officeart/2005/8/layout/process3#1"/>
    <dgm:cxn modelId="{50E070FC-0E30-4FAE-AECB-CF7720993EA4}" type="presParOf" srcId="{537EFF73-660F-4576-BE9F-9CBFF99A026F}" destId="{D95F0515-B6EB-4884-9C58-E27D272A34C0}" srcOrd="2" destOrd="0" presId="urn:microsoft.com/office/officeart/2005/8/layout/process3#1"/>
    <dgm:cxn modelId="{E0852918-8D7E-4C93-9DF2-9200BA555641}" type="presParOf" srcId="{F82FB510-7AF3-4EFC-8DD3-AB31E9B359E9}" destId="{BD49CF77-1FA4-4092-A98F-E437F07205D1}" srcOrd="1" destOrd="0" presId="urn:microsoft.com/office/officeart/2005/8/layout/process3#1"/>
    <dgm:cxn modelId="{4DCB8383-37BA-49B9-952C-D5EB86512940}" type="presParOf" srcId="{BD49CF77-1FA4-4092-A98F-E437F07205D1}" destId="{A0E258F9-5578-4898-9820-02FB58917836}" srcOrd="0" destOrd="0" presId="urn:microsoft.com/office/officeart/2005/8/layout/process3#1"/>
    <dgm:cxn modelId="{60DF09B9-9E84-49E9-8A65-CA3FC56EB615}" type="presParOf" srcId="{F82FB510-7AF3-4EFC-8DD3-AB31E9B359E9}" destId="{F4C3CF67-7869-4C17-9F87-3D636FFB2477}" srcOrd="2" destOrd="0" presId="urn:microsoft.com/office/officeart/2005/8/layout/process3#1"/>
    <dgm:cxn modelId="{31A89A62-0471-4181-8CFD-56CD428A8F29}" type="presParOf" srcId="{F4C3CF67-7869-4C17-9F87-3D636FFB2477}" destId="{1B1866AD-9EB8-466E-8EBD-AE40CEB05CB6}" srcOrd="0" destOrd="0" presId="urn:microsoft.com/office/officeart/2005/8/layout/process3#1"/>
    <dgm:cxn modelId="{F336C242-6FA6-43E3-B9CC-46583F938A44}" type="presParOf" srcId="{F4C3CF67-7869-4C17-9F87-3D636FFB2477}" destId="{E9EED351-3EC5-4EEA-8D68-2E91E15358F3}" srcOrd="1" destOrd="0" presId="urn:microsoft.com/office/officeart/2005/8/layout/process3#1"/>
    <dgm:cxn modelId="{0112DA5B-57D0-4B46-9769-4C05895463DE}" type="presParOf" srcId="{F4C3CF67-7869-4C17-9F87-3D636FFB2477}" destId="{DCCD32C6-F6A3-4E1B-AEFF-10D6BCAF3061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831AC38-59D1-42DB-A859-9FEBDA658A78}" type="doc">
      <dgm:prSet loTypeId="urn:microsoft.com/office/officeart/2005/8/layout/vList2#2" loCatId="list" qsTypeId="urn:microsoft.com/office/officeart/2005/8/quickstyle/simple3#3" qsCatId="simple" csTypeId="urn:microsoft.com/office/officeart/2005/8/colors/colorful4#3" csCatId="colorful" phldr="1"/>
      <dgm:spPr/>
      <dgm:t>
        <a:bodyPr/>
        <a:lstStyle/>
        <a:p>
          <a:endParaRPr lang="es-ES"/>
        </a:p>
      </dgm:t>
    </dgm:pt>
    <dgm:pt modelId="{EC582970-83C6-49B9-92FD-59EBCC96143E}">
      <dgm:prSet phldrT="[Texto]" phldr="0"/>
      <dgm:spPr/>
      <dgm:t>
        <a:bodyPr/>
        <a:lstStyle/>
        <a:p>
          <a:pPr rtl="0"/>
          <a:r>
            <a:rPr lang="es-ES">
              <a:latin typeface="Arial"/>
              <a:cs typeface="Arial" panose="020B0604020202020204"/>
            </a:rPr>
            <a:t>Mandatory Bit</a:t>
          </a:r>
          <a:endParaRPr lang="es-ES">
            <a:cs typeface="Arial" panose="020B0604020202020204"/>
          </a:endParaRPr>
        </a:p>
      </dgm:t>
    </dgm:pt>
    <dgm:pt modelId="{37478F0F-1B13-44BE-AAD0-EC948EBB7188}" type="parTrans" cxnId="{4F9B032D-5C3C-4C18-914C-61458E64C0FC}">
      <dgm:prSet/>
      <dgm:spPr/>
    </dgm:pt>
    <dgm:pt modelId="{F641AC9B-FEAE-4055-8D1B-3928D8C5C21F}" type="sibTrans" cxnId="{4F9B032D-5C3C-4C18-914C-61458E64C0FC}">
      <dgm:prSet/>
      <dgm:spPr/>
    </dgm:pt>
    <dgm:pt modelId="{33F87F38-824E-480E-9A67-5F65AC3F20B0}">
      <dgm:prSet phldrT="[Texto]" phldr="0"/>
      <dgm:spPr/>
      <dgm:t>
        <a:bodyPr/>
        <a:lstStyle/>
        <a:p>
          <a:r>
            <a:rPr lang="es-ES">
              <a:latin typeface="Arial"/>
              <a:cs typeface="Arial" panose="020B0604020202020204"/>
            </a:rPr>
            <a:t>Estructura</a:t>
          </a:r>
          <a:endParaRPr lang="es-ES">
            <a:cs typeface="Arial" panose="020B0604020202020204"/>
          </a:endParaRPr>
        </a:p>
      </dgm:t>
    </dgm:pt>
    <dgm:pt modelId="{6B98BC4D-5467-44FD-A00C-87DA05D39BFA}" type="parTrans" cxnId="{44E46F91-19B0-475F-A084-062456D6EAD3}">
      <dgm:prSet/>
      <dgm:spPr/>
    </dgm:pt>
    <dgm:pt modelId="{22BD519C-4BA1-4DDE-AEFB-856320FE9DEF}" type="sibTrans" cxnId="{44E46F91-19B0-475F-A084-062456D6EAD3}">
      <dgm:prSet/>
      <dgm:spPr/>
    </dgm:pt>
    <dgm:pt modelId="{2D177A42-AF3B-42A5-B8C5-EEDBCCB7C338}">
      <dgm:prSet phldr="0"/>
      <dgm:spPr/>
      <dgm:t>
        <a:bodyPr/>
        <a:lstStyle/>
        <a:p>
          <a:pPr rtl="0"/>
          <a:r>
            <a:rPr lang="es-ES" sz="1400">
              <a:latin typeface="Arial"/>
              <a:cs typeface="Arial" panose="020B0604020202020204"/>
            </a:rPr>
            <a:t>¿Qué es?</a:t>
          </a:r>
        </a:p>
      </dgm:t>
    </dgm:pt>
    <dgm:pt modelId="{3FD9CC8C-EE39-4CB7-843B-6704FDF763EC}" type="parTrans" cxnId="{B10579C2-BCB9-428D-AE76-4D3E5473763A}">
      <dgm:prSet/>
      <dgm:spPr/>
    </dgm:pt>
    <dgm:pt modelId="{F1503843-BAEF-47CC-B394-13FEC7B39405}" type="sibTrans" cxnId="{B10579C2-BCB9-428D-AE76-4D3E5473763A}">
      <dgm:prSet/>
      <dgm:spPr/>
    </dgm:pt>
    <dgm:pt modelId="{43CD74BB-CC87-402F-BE1F-134151128F58}">
      <dgm:prSet phldr="0"/>
      <dgm:spPr/>
      <dgm:t>
        <a:bodyPr/>
        <a:lstStyle/>
        <a:p>
          <a:r>
            <a:rPr lang="es-ES" sz="1400"/>
            <a:t>Valor del dato</a:t>
          </a:r>
          <a:endParaRPr lang="es-ES"/>
        </a:p>
      </dgm:t>
    </dgm:pt>
    <dgm:pt modelId="{09CFCC7B-E9F3-4C35-A958-8BD210F74D42}" type="parTrans" cxnId="{1E248429-303C-42BB-925F-56D43FE26247}">
      <dgm:prSet/>
      <dgm:spPr/>
    </dgm:pt>
    <dgm:pt modelId="{6236B98F-158F-4D0C-941F-8621C35E5624}" type="sibTrans" cxnId="{1E248429-303C-42BB-925F-56D43FE26247}">
      <dgm:prSet/>
      <dgm:spPr/>
    </dgm:pt>
    <dgm:pt modelId="{B95A913D-8BF2-45B0-A006-8008C0281733}">
      <dgm:prSet phldr="0"/>
      <dgm:spPr/>
      <dgm:t>
        <a:bodyPr/>
        <a:lstStyle/>
        <a:p>
          <a:pPr algn="l" rtl="0"/>
          <a:r>
            <a:rPr lang="es-ES" sz="1000"/>
            <a:t>Longitud</a:t>
          </a:r>
          <a:endParaRPr lang="es-ES" sz="1000">
            <a:latin typeface="Arial"/>
            <a:cs typeface="Arial" panose="020B0604020202020204"/>
          </a:endParaRPr>
        </a:p>
      </dgm:t>
    </dgm:pt>
    <dgm:pt modelId="{36C0E511-9CEB-40BD-A162-F3E2E61FD31B}" type="parTrans" cxnId="{D92CA446-E3B9-4324-91D5-FF2EC11687EA}">
      <dgm:prSet/>
      <dgm:spPr/>
    </dgm:pt>
    <dgm:pt modelId="{8BA91C2C-9B89-4E0D-8CF3-8333AC34BB4C}" type="sibTrans" cxnId="{D92CA446-E3B9-4324-91D5-FF2EC11687EA}">
      <dgm:prSet/>
      <dgm:spPr/>
    </dgm:pt>
    <dgm:pt modelId="{EE803502-E57E-44F8-BC3C-4DF5B69509A9}">
      <dgm:prSet phldr="0"/>
      <dgm:spPr/>
      <dgm:t>
        <a:bodyPr/>
        <a:lstStyle/>
        <a:p>
          <a:pPr algn="l"/>
          <a:r>
            <a:rPr lang="es-ES" sz="1400"/>
            <a:t>ID de Vendedor</a:t>
          </a:r>
          <a:endParaRPr lang="es-ES"/>
        </a:p>
      </dgm:t>
    </dgm:pt>
    <dgm:pt modelId="{C656D217-1611-4C13-B194-369F4571FA66}" type="parTrans" cxnId="{445398B7-9D43-4688-AAEC-BF947C653060}">
      <dgm:prSet/>
      <dgm:spPr/>
    </dgm:pt>
    <dgm:pt modelId="{68B6C404-5B97-41F0-B1C4-41BAB869670B}" type="sibTrans" cxnId="{445398B7-9D43-4688-AAEC-BF947C653060}">
      <dgm:prSet/>
      <dgm:spPr/>
    </dgm:pt>
    <dgm:pt modelId="{9C00177B-2DAF-42F2-BD0C-89E336E810F2}">
      <dgm:prSet phldr="0"/>
      <dgm:spPr/>
      <dgm:t>
        <a:bodyPr/>
        <a:lstStyle/>
        <a:p>
          <a:pPr algn="l"/>
          <a:r>
            <a:rPr lang="es-ES" sz="1400"/>
            <a:t>Tipo de Atributo</a:t>
          </a:r>
          <a:endParaRPr lang="es-ES"/>
        </a:p>
      </dgm:t>
    </dgm:pt>
    <dgm:pt modelId="{B99AA124-4106-40E5-9220-5A081587BCB1}" type="parTrans" cxnId="{666FDCB0-2CF4-43A4-A51C-519A5BB0F497}">
      <dgm:prSet/>
      <dgm:spPr/>
    </dgm:pt>
    <dgm:pt modelId="{68B9E827-18CF-4241-8266-A2C1CBE82263}" type="sibTrans" cxnId="{666FDCB0-2CF4-43A4-A51C-519A5BB0F497}">
      <dgm:prSet/>
      <dgm:spPr/>
    </dgm:pt>
    <dgm:pt modelId="{79FDC338-0CD6-4ADF-A6F0-BA35C6DA3E7B}">
      <dgm:prSet phldr="0"/>
      <dgm:spPr/>
      <dgm:t>
        <a:bodyPr/>
        <a:lstStyle/>
        <a:p>
          <a:pPr algn="l"/>
          <a:r>
            <a:rPr lang="es-ES" sz="1400"/>
            <a:t>M=0 (Opcional): Receptor puede ignorarlo.</a:t>
          </a:r>
          <a:endParaRPr lang="es-ES"/>
        </a:p>
      </dgm:t>
    </dgm:pt>
    <dgm:pt modelId="{3B4AC36D-FDA2-4863-B191-6DB88DE5A18E}" type="parTrans" cxnId="{2E9946A9-128C-418E-9069-01E628A956B0}">
      <dgm:prSet/>
      <dgm:spPr/>
    </dgm:pt>
    <dgm:pt modelId="{0378978C-4953-49E8-B11E-2D091F407401}" type="sibTrans" cxnId="{2E9946A9-128C-418E-9069-01E628A956B0}">
      <dgm:prSet/>
      <dgm:spPr/>
    </dgm:pt>
    <dgm:pt modelId="{BE44DD09-F41C-440C-9AF1-315F5C547581}">
      <dgm:prSet phldr="0"/>
      <dgm:spPr/>
      <dgm:t>
        <a:bodyPr/>
        <a:lstStyle/>
        <a:p>
          <a:pPr algn="l" rtl="0"/>
          <a:r>
            <a:rPr lang="es-ES" sz="1000"/>
            <a:t>Es un indicador de obligatoriedad, define si un atributo debe ser reconocido y procesado por el dispositivo receptor</a:t>
          </a:r>
          <a:endParaRPr lang="es-ES" sz="1000">
            <a:latin typeface="Arial"/>
            <a:cs typeface="Arial" panose="020B0604020202020204"/>
          </a:endParaRPr>
        </a:p>
      </dgm:t>
    </dgm:pt>
    <dgm:pt modelId="{78C3126F-6818-48BD-8E0C-411BBE537826}" type="parTrans" cxnId="{39134E74-E352-4678-9025-BE34ED06C007}">
      <dgm:prSet/>
      <dgm:spPr/>
    </dgm:pt>
    <dgm:pt modelId="{98F9D2DD-E4C6-4414-92C0-6492C008BB9A}" type="sibTrans" cxnId="{39134E74-E352-4678-9025-BE34ED06C007}">
      <dgm:prSet/>
      <dgm:spPr/>
    </dgm:pt>
    <dgm:pt modelId="{896BDE7A-379C-40E2-887E-074E1DCDAFF9}">
      <dgm:prSet phldr="0"/>
      <dgm:spPr/>
      <dgm:t>
        <a:bodyPr/>
        <a:lstStyle/>
        <a:p>
          <a:pPr algn="l"/>
          <a:r>
            <a:rPr lang="es-ES" sz="1400"/>
            <a:t>M=1 (Crítico): Receptor debe reconocerlo o cerrar conexión.</a:t>
          </a:r>
          <a:endParaRPr lang="es-ES"/>
        </a:p>
      </dgm:t>
    </dgm:pt>
    <dgm:pt modelId="{EADA792F-7337-4D9D-BFD0-9CAA4E293EAB}" type="parTrans" cxnId="{F85E57E6-38C3-4A46-9D8C-2E8F043E642A}">
      <dgm:prSet/>
      <dgm:spPr/>
    </dgm:pt>
    <dgm:pt modelId="{FAF99505-9752-4CAC-ADD0-F6B23A6D87AB}" type="sibTrans" cxnId="{F85E57E6-38C3-4A46-9D8C-2E8F043E642A}">
      <dgm:prSet/>
      <dgm:spPr/>
    </dgm:pt>
    <dgm:pt modelId="{5426C89C-B9FA-4854-B68F-2BEBD82E7300}">
      <dgm:prSet phldr="0"/>
      <dgm:spPr/>
      <dgm:t>
        <a:bodyPr/>
        <a:lstStyle/>
        <a:p>
          <a:pPr rtl="0"/>
          <a:r>
            <a:rPr lang="es-ES" sz="1000"/>
            <a:t>Son bloques de datos modulares que transportan información de configuración dentro de los mensajes de control de L2TP</a:t>
          </a:r>
          <a:r>
            <a:rPr lang="es-ES" sz="1000">
              <a:latin typeface="Arial"/>
            </a:rPr>
            <a:t> </a:t>
          </a:r>
        </a:p>
      </dgm:t>
    </dgm:pt>
    <dgm:pt modelId="{A6097867-C055-45D3-81C0-AD285A3A2B29}" type="parTrans" cxnId="{2BF1D24D-463D-45AC-8531-FCE70CDC76C2}">
      <dgm:prSet/>
      <dgm:spPr/>
    </dgm:pt>
    <dgm:pt modelId="{A695EA32-BFC4-4440-92D9-C339E76CD315}" type="sibTrans" cxnId="{2BF1D24D-463D-45AC-8531-FCE70CDC76C2}">
      <dgm:prSet/>
      <dgm:spPr/>
    </dgm:pt>
    <dgm:pt modelId="{AB02B1C8-1A70-4A51-B556-6A227DB2D906}" type="pres">
      <dgm:prSet presAssocID="{B831AC38-59D1-42DB-A859-9FEBDA658A78}" presName="linear" presStyleCnt="0">
        <dgm:presLayoutVars>
          <dgm:animLvl val="lvl"/>
          <dgm:resizeHandles val="exact"/>
        </dgm:presLayoutVars>
      </dgm:prSet>
      <dgm:spPr/>
    </dgm:pt>
    <dgm:pt modelId="{2005D9DD-5D50-42C7-B8C6-05D67D64B6AA}" type="pres">
      <dgm:prSet presAssocID="{2D177A42-AF3B-42A5-B8C5-EEDBCCB7C3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F21678-FF62-41FE-ACAE-7F6C143DF0FB}" type="pres">
      <dgm:prSet presAssocID="{2D177A42-AF3B-42A5-B8C5-EEDBCCB7C338}" presName="childText" presStyleLbl="revTx" presStyleIdx="0" presStyleCnt="3">
        <dgm:presLayoutVars>
          <dgm:bulletEnabled val="1"/>
        </dgm:presLayoutVars>
      </dgm:prSet>
      <dgm:spPr/>
    </dgm:pt>
    <dgm:pt modelId="{BED1260E-D5D7-4E59-AB82-24BBCCBBF6C6}" type="pres">
      <dgm:prSet presAssocID="{33F87F38-824E-480E-9A67-5F65AC3F20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FD968C-3034-463C-9BCB-740CF683B2B4}" type="pres">
      <dgm:prSet presAssocID="{33F87F38-824E-480E-9A67-5F65AC3F20B0}" presName="childText" presStyleLbl="revTx" presStyleIdx="1" presStyleCnt="3">
        <dgm:presLayoutVars>
          <dgm:bulletEnabled val="1"/>
        </dgm:presLayoutVars>
      </dgm:prSet>
      <dgm:spPr/>
    </dgm:pt>
    <dgm:pt modelId="{CB83503B-FDBE-49E6-A166-E2AE17F94E3D}" type="pres">
      <dgm:prSet presAssocID="{EC582970-83C6-49B9-92FD-59EBCC96143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07BE28D-8C35-42D5-8A78-8B6BED35B133}" type="pres">
      <dgm:prSet presAssocID="{EC582970-83C6-49B9-92FD-59EBCC96143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A4FDB11-74A0-467F-BC39-DE7283E28818}" type="presOf" srcId="{5426C89C-B9FA-4854-B68F-2BEBD82E7300}" destId="{F2F21678-FF62-41FE-ACAE-7F6C143DF0FB}" srcOrd="0" destOrd="0" presId="urn:microsoft.com/office/officeart/2005/8/layout/vList2#2"/>
    <dgm:cxn modelId="{711D1824-7B4E-4E11-86A5-DE1E667FEFB3}" type="presOf" srcId="{9C00177B-2DAF-42F2-BD0C-89E336E810F2}" destId="{3AFD968C-3034-463C-9BCB-740CF683B2B4}" srcOrd="0" destOrd="2" presId="urn:microsoft.com/office/officeart/2005/8/layout/vList2#2"/>
    <dgm:cxn modelId="{61F7CE28-2BC0-4B20-A952-8C1A6EEA3045}" type="presOf" srcId="{79FDC338-0CD6-4ADF-A6F0-BA35C6DA3E7B}" destId="{C07BE28D-8C35-42D5-8A78-8B6BED35B133}" srcOrd="0" destOrd="2" presId="urn:microsoft.com/office/officeart/2005/8/layout/vList2#2"/>
    <dgm:cxn modelId="{1E248429-303C-42BB-925F-56D43FE26247}" srcId="{33F87F38-824E-480E-9A67-5F65AC3F20B0}" destId="{43CD74BB-CC87-402F-BE1F-134151128F58}" srcOrd="3" destOrd="0" parTransId="{09CFCC7B-E9F3-4C35-A958-8BD210F74D42}" sibTransId="{6236B98F-158F-4D0C-941F-8621C35E5624}"/>
    <dgm:cxn modelId="{4F9B032D-5C3C-4C18-914C-61458E64C0FC}" srcId="{B831AC38-59D1-42DB-A859-9FEBDA658A78}" destId="{EC582970-83C6-49B9-92FD-59EBCC96143E}" srcOrd="2" destOrd="0" parTransId="{37478F0F-1B13-44BE-AAD0-EC948EBB7188}" sibTransId="{F641AC9B-FEAE-4055-8D1B-3928D8C5C21F}"/>
    <dgm:cxn modelId="{2EEAD535-6D51-4762-929C-3CC43A6C8655}" type="presOf" srcId="{B95A913D-8BF2-45B0-A006-8008C0281733}" destId="{3AFD968C-3034-463C-9BCB-740CF683B2B4}" srcOrd="0" destOrd="0" presId="urn:microsoft.com/office/officeart/2005/8/layout/vList2#2"/>
    <dgm:cxn modelId="{D92CA446-E3B9-4324-91D5-FF2EC11687EA}" srcId="{33F87F38-824E-480E-9A67-5F65AC3F20B0}" destId="{B95A913D-8BF2-45B0-A006-8008C0281733}" srcOrd="0" destOrd="0" parTransId="{36C0E511-9CEB-40BD-A162-F3E2E61FD31B}" sibTransId="{8BA91C2C-9B89-4E0D-8CF3-8333AC34BB4C}"/>
    <dgm:cxn modelId="{2BF1D24D-463D-45AC-8531-FCE70CDC76C2}" srcId="{2D177A42-AF3B-42A5-B8C5-EEDBCCB7C338}" destId="{5426C89C-B9FA-4854-B68F-2BEBD82E7300}" srcOrd="0" destOrd="0" parTransId="{A6097867-C055-45D3-81C0-AD285A3A2B29}" sibTransId="{A695EA32-BFC4-4440-92D9-C339E76CD315}"/>
    <dgm:cxn modelId="{CF990672-01A9-492B-8695-AAF1F2E6DD6C}" type="presOf" srcId="{896BDE7A-379C-40E2-887E-074E1DCDAFF9}" destId="{C07BE28D-8C35-42D5-8A78-8B6BED35B133}" srcOrd="0" destOrd="1" presId="urn:microsoft.com/office/officeart/2005/8/layout/vList2#2"/>
    <dgm:cxn modelId="{4EBA8B52-6C28-46C6-AD7B-88D1505D29CC}" type="presOf" srcId="{2D177A42-AF3B-42A5-B8C5-EEDBCCB7C338}" destId="{2005D9DD-5D50-42C7-B8C6-05D67D64B6AA}" srcOrd="0" destOrd="0" presId="urn:microsoft.com/office/officeart/2005/8/layout/vList2#2"/>
    <dgm:cxn modelId="{39134E74-E352-4678-9025-BE34ED06C007}" srcId="{EC582970-83C6-49B9-92FD-59EBCC96143E}" destId="{BE44DD09-F41C-440C-9AF1-315F5C547581}" srcOrd="0" destOrd="0" parTransId="{78C3126F-6818-48BD-8E0C-411BBE537826}" sibTransId="{98F9D2DD-E4C6-4414-92C0-6492C008BB9A}"/>
    <dgm:cxn modelId="{B6739155-C2D2-40D8-958F-D56C6ABA3FFB}" type="presOf" srcId="{43CD74BB-CC87-402F-BE1F-134151128F58}" destId="{3AFD968C-3034-463C-9BCB-740CF683B2B4}" srcOrd="0" destOrd="3" presId="urn:microsoft.com/office/officeart/2005/8/layout/vList2#2"/>
    <dgm:cxn modelId="{FB148C7F-97B9-4037-B450-BC9F46B4130F}" type="presOf" srcId="{EC582970-83C6-49B9-92FD-59EBCC96143E}" destId="{CB83503B-FDBE-49E6-A166-E2AE17F94E3D}" srcOrd="0" destOrd="0" presId="urn:microsoft.com/office/officeart/2005/8/layout/vList2#2"/>
    <dgm:cxn modelId="{44E46F91-19B0-475F-A084-062456D6EAD3}" srcId="{B831AC38-59D1-42DB-A859-9FEBDA658A78}" destId="{33F87F38-824E-480E-9A67-5F65AC3F20B0}" srcOrd="1" destOrd="0" parTransId="{6B98BC4D-5467-44FD-A00C-87DA05D39BFA}" sibTransId="{22BD519C-4BA1-4DDE-AEFB-856320FE9DEF}"/>
    <dgm:cxn modelId="{7B4AB996-1288-4B26-A2E9-AF09E43DFCAF}" type="presOf" srcId="{B831AC38-59D1-42DB-A859-9FEBDA658A78}" destId="{AB02B1C8-1A70-4A51-B556-6A227DB2D906}" srcOrd="0" destOrd="0" presId="urn:microsoft.com/office/officeart/2005/8/layout/vList2#2"/>
    <dgm:cxn modelId="{2E9946A9-128C-418E-9069-01E628A956B0}" srcId="{EC582970-83C6-49B9-92FD-59EBCC96143E}" destId="{79FDC338-0CD6-4ADF-A6F0-BA35C6DA3E7B}" srcOrd="2" destOrd="0" parTransId="{3B4AC36D-FDA2-4863-B191-6DB88DE5A18E}" sibTransId="{0378978C-4953-49E8-B11E-2D091F407401}"/>
    <dgm:cxn modelId="{666FDCB0-2CF4-43A4-A51C-519A5BB0F497}" srcId="{33F87F38-824E-480E-9A67-5F65AC3F20B0}" destId="{9C00177B-2DAF-42F2-BD0C-89E336E810F2}" srcOrd="2" destOrd="0" parTransId="{B99AA124-4106-40E5-9220-5A081587BCB1}" sibTransId="{68B9E827-18CF-4241-8266-A2C1CBE82263}"/>
    <dgm:cxn modelId="{445398B7-9D43-4688-AAEC-BF947C653060}" srcId="{33F87F38-824E-480E-9A67-5F65AC3F20B0}" destId="{EE803502-E57E-44F8-BC3C-4DF5B69509A9}" srcOrd="1" destOrd="0" parTransId="{C656D217-1611-4C13-B194-369F4571FA66}" sibTransId="{68B6C404-5B97-41F0-B1C4-41BAB869670B}"/>
    <dgm:cxn modelId="{B10579C2-BCB9-428D-AE76-4D3E5473763A}" srcId="{B831AC38-59D1-42DB-A859-9FEBDA658A78}" destId="{2D177A42-AF3B-42A5-B8C5-EEDBCCB7C338}" srcOrd="0" destOrd="0" parTransId="{3FD9CC8C-EE39-4CB7-843B-6704FDF763EC}" sibTransId="{F1503843-BAEF-47CC-B394-13FEC7B39405}"/>
    <dgm:cxn modelId="{B42936C6-1941-4E17-BBEF-1B40BEFCEDC5}" type="presOf" srcId="{BE44DD09-F41C-440C-9AF1-315F5C547581}" destId="{C07BE28D-8C35-42D5-8A78-8B6BED35B133}" srcOrd="0" destOrd="0" presId="urn:microsoft.com/office/officeart/2005/8/layout/vList2#2"/>
    <dgm:cxn modelId="{F85E57E6-38C3-4A46-9D8C-2E8F043E642A}" srcId="{EC582970-83C6-49B9-92FD-59EBCC96143E}" destId="{896BDE7A-379C-40E2-887E-074E1DCDAFF9}" srcOrd="1" destOrd="0" parTransId="{EADA792F-7337-4D9D-BFD0-9CAA4E293EAB}" sibTransId="{FAF99505-9752-4CAC-ADD0-F6B23A6D87AB}"/>
    <dgm:cxn modelId="{94882FE8-4F03-4809-A50C-7239BCAFA758}" type="presOf" srcId="{EE803502-E57E-44F8-BC3C-4DF5B69509A9}" destId="{3AFD968C-3034-463C-9BCB-740CF683B2B4}" srcOrd="0" destOrd="1" presId="urn:microsoft.com/office/officeart/2005/8/layout/vList2#2"/>
    <dgm:cxn modelId="{ADA5F5F5-1389-4FFC-9303-96C757331BD4}" type="presOf" srcId="{33F87F38-824E-480E-9A67-5F65AC3F20B0}" destId="{BED1260E-D5D7-4E59-AB82-24BBCCBBF6C6}" srcOrd="0" destOrd="0" presId="urn:microsoft.com/office/officeart/2005/8/layout/vList2#2"/>
    <dgm:cxn modelId="{EA70B1CC-82F9-406A-AD78-B98B2F41A704}" type="presParOf" srcId="{AB02B1C8-1A70-4A51-B556-6A227DB2D906}" destId="{2005D9DD-5D50-42C7-B8C6-05D67D64B6AA}" srcOrd="0" destOrd="0" presId="urn:microsoft.com/office/officeart/2005/8/layout/vList2#2"/>
    <dgm:cxn modelId="{7FA7D91A-746F-458C-B0F5-CD6A4EE73CA3}" type="presParOf" srcId="{AB02B1C8-1A70-4A51-B556-6A227DB2D906}" destId="{F2F21678-FF62-41FE-ACAE-7F6C143DF0FB}" srcOrd="1" destOrd="0" presId="urn:microsoft.com/office/officeart/2005/8/layout/vList2#2"/>
    <dgm:cxn modelId="{7355B053-F419-4912-941C-1ABC167B6E5D}" type="presParOf" srcId="{AB02B1C8-1A70-4A51-B556-6A227DB2D906}" destId="{BED1260E-D5D7-4E59-AB82-24BBCCBBF6C6}" srcOrd="2" destOrd="0" presId="urn:microsoft.com/office/officeart/2005/8/layout/vList2#2"/>
    <dgm:cxn modelId="{903201FF-3B83-4B88-A71E-8706D8D10A3F}" type="presParOf" srcId="{AB02B1C8-1A70-4A51-B556-6A227DB2D906}" destId="{3AFD968C-3034-463C-9BCB-740CF683B2B4}" srcOrd="3" destOrd="0" presId="urn:microsoft.com/office/officeart/2005/8/layout/vList2#2"/>
    <dgm:cxn modelId="{D09C4BCE-6693-4F07-B2D7-CD20BC6F71E8}" type="presParOf" srcId="{AB02B1C8-1A70-4A51-B556-6A227DB2D906}" destId="{CB83503B-FDBE-49E6-A166-E2AE17F94E3D}" srcOrd="4" destOrd="0" presId="urn:microsoft.com/office/officeart/2005/8/layout/vList2#2"/>
    <dgm:cxn modelId="{F51B5196-51BE-4EDA-97D1-9586C9C7CE12}" type="presParOf" srcId="{AB02B1C8-1A70-4A51-B556-6A227DB2D906}" destId="{C07BE28D-8C35-42D5-8A78-8B6BED35B133}" srcOrd="5" destOrd="0" presId="urn:microsoft.com/office/officeart/2005/8/layout/vList2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2C29202-7EC6-4DE0-9F77-6549215033CF}" type="doc">
      <dgm:prSet loTypeId="urn:microsoft.com/office/officeart/2005/8/layout/vList2#8" loCatId="list" qsTypeId="urn:microsoft.com/office/officeart/2005/8/quickstyle/simple3#22" qsCatId="simple" csTypeId="urn:microsoft.com/office/officeart/2005/8/colors/colorful1#12" csCatId="colorful" phldr="1"/>
      <dgm:spPr/>
      <dgm:t>
        <a:bodyPr/>
        <a:lstStyle/>
        <a:p>
          <a:endParaRPr lang="es-EC"/>
        </a:p>
      </dgm:t>
    </dgm:pt>
    <dgm:pt modelId="{D374130D-2237-427D-AA4A-389DDE541B39}">
      <dgm:prSet phldrT="[Texto]"/>
      <dgm:spPr/>
      <dgm:t>
        <a:bodyPr/>
        <a:lstStyle/>
        <a:p>
          <a:r>
            <a:rPr lang="es-ES" sz="1800" dirty="0"/>
            <a:t>ARP e ICMP actúan como los cimientos operativos de la red, resolviendo la interacción crítica entre la capa de enlace y la capa de red. Mientras ARP garantiza la entrega local mediante la asociación dinámica de direcciones IP y MAC , ICMP proporciona la inteligencia necesaria para el diagnóstico y control, gestionando mensajes de error y validación de rutas para asegurar la estabilidad del tráfico.</a:t>
          </a:r>
          <a:endParaRPr lang="en-US" sz="1800" b="1" dirty="0"/>
        </a:p>
      </dgm:t>
    </dgm:pt>
    <dgm:pt modelId="{D329AE92-E804-4BCB-91E0-C1DB52558738}" type="parTrans" cxnId="{1FB56344-ADB9-49B2-B535-BAD1FE915926}">
      <dgm:prSet/>
      <dgm:spPr/>
      <dgm:t>
        <a:bodyPr/>
        <a:lstStyle/>
        <a:p>
          <a:endParaRPr lang="es-EC"/>
        </a:p>
      </dgm:t>
    </dgm:pt>
    <dgm:pt modelId="{6C1C40AE-44FC-42A7-A288-A8BBB677EA96}" type="sibTrans" cxnId="{1FB56344-ADB9-49B2-B535-BAD1FE915926}">
      <dgm:prSet/>
      <dgm:spPr/>
      <dgm:t>
        <a:bodyPr/>
        <a:lstStyle/>
        <a:p>
          <a:endParaRPr lang="es-EC"/>
        </a:p>
      </dgm:t>
    </dgm:pt>
    <dgm:pt modelId="{C57F4E74-FF63-4946-8914-7EF14E6B8D79}">
      <dgm:prSet phldrT="[Texto]"/>
      <dgm:spPr/>
      <dgm:t>
        <a:bodyPr/>
        <a:lstStyle/>
        <a:p>
          <a:pPr rtl="0"/>
          <a:r>
            <a:rPr lang="es-ES" dirty="0"/>
            <a:t>L2TP permite la escalabilidad de la red mediante la creación de túneles de capa 2 a través de Internet. Al encapsular sesiones PPP dentro de paquetes UDP, este protocolo facilita conexiones remotas transparentes y la implementación de </a:t>
          </a:r>
          <a:r>
            <a:rPr lang="es-ES" dirty="0" err="1"/>
            <a:t>VPNs</a:t>
          </a:r>
          <a:r>
            <a:rPr lang="es-ES" dirty="0"/>
            <a:t>, permitiendo extender la red corporativa </a:t>
          </a:r>
          <a:r>
            <a:rPr lang="es-ES" b="0" dirty="0"/>
            <a:t>de forma segura independientemente del medio físico de acceso.</a:t>
          </a:r>
        </a:p>
      </dgm:t>
    </dgm:pt>
    <dgm:pt modelId="{883C1241-38B9-4596-ACEA-C0BD67D0839B}" type="parTrans" cxnId="{5EF17738-F453-4680-826A-4CBE0283EE8D}">
      <dgm:prSet/>
      <dgm:spPr/>
    </dgm:pt>
    <dgm:pt modelId="{2B2AAC7A-B7A4-4CEC-9099-B4BBDB77B527}" type="sibTrans" cxnId="{5EF17738-F453-4680-826A-4CBE0283EE8D}">
      <dgm:prSet/>
      <dgm:spPr/>
    </dgm:pt>
    <dgm:pt modelId="{78155981-8FAD-4ADA-A860-4CB43956D7B9}" type="pres">
      <dgm:prSet presAssocID="{F2C29202-7EC6-4DE0-9F77-6549215033CF}" presName="linear" presStyleCnt="0">
        <dgm:presLayoutVars>
          <dgm:animLvl val="lvl"/>
          <dgm:resizeHandles val="exact"/>
        </dgm:presLayoutVars>
      </dgm:prSet>
      <dgm:spPr/>
    </dgm:pt>
    <dgm:pt modelId="{48871C4A-3812-4B37-95AD-A50F1B9CFE5D}" type="pres">
      <dgm:prSet presAssocID="{D374130D-2237-427D-AA4A-389DDE541B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F7F600-DA27-42DC-BB93-FE3F47E1064D}" type="pres">
      <dgm:prSet presAssocID="{6C1C40AE-44FC-42A7-A288-A8BBB677EA96}" presName="spacer" presStyleCnt="0"/>
      <dgm:spPr/>
    </dgm:pt>
    <dgm:pt modelId="{B437BC81-DB43-4D83-81FF-212F17094952}" type="pres">
      <dgm:prSet presAssocID="{C57F4E74-FF63-4946-8914-7EF14E6B8D7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2FCD702-09B7-4698-8ED5-74453CD196A9}" type="presOf" srcId="{F2C29202-7EC6-4DE0-9F77-6549215033CF}" destId="{78155981-8FAD-4ADA-A860-4CB43956D7B9}" srcOrd="0" destOrd="0" presId="urn:microsoft.com/office/officeart/2005/8/layout/vList2#8"/>
    <dgm:cxn modelId="{808B9D14-B475-4DF9-95DA-6D8D75FCD964}" type="presOf" srcId="{C57F4E74-FF63-4946-8914-7EF14E6B8D79}" destId="{B437BC81-DB43-4D83-81FF-212F17094952}" srcOrd="0" destOrd="0" presId="urn:microsoft.com/office/officeart/2005/8/layout/vList2#8"/>
    <dgm:cxn modelId="{5EF17738-F453-4680-826A-4CBE0283EE8D}" srcId="{F2C29202-7EC6-4DE0-9F77-6549215033CF}" destId="{C57F4E74-FF63-4946-8914-7EF14E6B8D79}" srcOrd="1" destOrd="0" parTransId="{883C1241-38B9-4596-ACEA-C0BD67D0839B}" sibTransId="{2B2AAC7A-B7A4-4CEC-9099-B4BBDB77B527}"/>
    <dgm:cxn modelId="{1FB56344-ADB9-49B2-B535-BAD1FE915926}" srcId="{F2C29202-7EC6-4DE0-9F77-6549215033CF}" destId="{D374130D-2237-427D-AA4A-389DDE541B39}" srcOrd="0" destOrd="0" parTransId="{D329AE92-E804-4BCB-91E0-C1DB52558738}" sibTransId="{6C1C40AE-44FC-42A7-A288-A8BBB677EA96}"/>
    <dgm:cxn modelId="{448C668D-95CF-4199-8341-E19000428C8F}" type="presOf" srcId="{D374130D-2237-427D-AA4A-389DDE541B39}" destId="{48871C4A-3812-4B37-95AD-A50F1B9CFE5D}" srcOrd="0" destOrd="0" presId="urn:microsoft.com/office/officeart/2005/8/layout/vList2#8"/>
    <dgm:cxn modelId="{6D686CC6-8C06-4830-8A23-F8603CE8AA68}" type="presParOf" srcId="{78155981-8FAD-4ADA-A860-4CB43956D7B9}" destId="{48871C4A-3812-4B37-95AD-A50F1B9CFE5D}" srcOrd="0" destOrd="0" presId="urn:microsoft.com/office/officeart/2005/8/layout/vList2#8"/>
    <dgm:cxn modelId="{081689F6-9E84-4520-BF5E-08BBED52BBB0}" type="presParOf" srcId="{78155981-8FAD-4ADA-A860-4CB43956D7B9}" destId="{A1F7F600-DA27-42DC-BB93-FE3F47E1064D}" srcOrd="1" destOrd="0" presId="urn:microsoft.com/office/officeart/2005/8/layout/vList2#8"/>
    <dgm:cxn modelId="{892EF310-2E73-45E9-80CE-C7A8081C9C4E}" type="presParOf" srcId="{78155981-8FAD-4ADA-A860-4CB43956D7B9}" destId="{B437BC81-DB43-4D83-81FF-212F17094952}" srcOrd="2" destOrd="0" presId="urn:microsoft.com/office/officeart/2005/8/layout/vList2#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B539C-2A3D-4468-89A1-BF591B167C5F}">
      <dsp:nvSpPr>
        <dsp:cNvPr id="0" name=""/>
        <dsp:cNvSpPr/>
      </dsp:nvSpPr>
      <dsp:spPr>
        <a:xfrm>
          <a:off x="0" y="225302"/>
          <a:ext cx="9841364" cy="7605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>
              <a:latin typeface="Arial"/>
            </a:rPr>
            <a:t>Hardware </a:t>
          </a:r>
          <a:r>
            <a:rPr lang="es-ES" sz="2000" kern="1200" err="1">
              <a:latin typeface="Arial"/>
            </a:rPr>
            <a:t>Type</a:t>
          </a:r>
          <a:r>
            <a:rPr lang="es-ES" sz="2000" kern="1200">
              <a:latin typeface="Arial"/>
            </a:rPr>
            <a:t> (HTYPE): Define el tipo de enlace de 2 bytes.</a:t>
          </a:r>
          <a:endParaRPr lang="es-ES" sz="2000" kern="1200"/>
        </a:p>
      </dsp:txBody>
      <dsp:txXfrm>
        <a:off x="37125" y="262427"/>
        <a:ext cx="9767114" cy="686250"/>
      </dsp:txXfrm>
    </dsp:sp>
    <dsp:sp modelId="{1EA41593-1486-4007-871F-94841EFEBD53}">
      <dsp:nvSpPr>
        <dsp:cNvPr id="0" name=""/>
        <dsp:cNvSpPr/>
      </dsp:nvSpPr>
      <dsp:spPr>
        <a:xfrm>
          <a:off x="0" y="1043402"/>
          <a:ext cx="9841364" cy="760500"/>
        </a:xfrm>
        <a:prstGeom prst="roundRect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tint val="50000"/>
                <a:satMod val="300000"/>
              </a:schemeClr>
            </a:gs>
            <a:gs pos="35000">
              <a:schemeClr val="accent4">
                <a:hueOff val="-1488257"/>
                <a:satOff val="8966"/>
                <a:lumOff val="719"/>
                <a:alphaOff val="0"/>
                <a:tint val="37000"/>
                <a:satMod val="30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err="1">
              <a:latin typeface="Arial"/>
            </a:rPr>
            <a:t>Protocol</a:t>
          </a:r>
          <a:r>
            <a:rPr lang="es-ES" sz="2000" kern="1200">
              <a:latin typeface="Arial"/>
            </a:rPr>
            <a:t> </a:t>
          </a:r>
          <a:r>
            <a:rPr lang="es-ES" sz="2000" kern="1200" err="1">
              <a:latin typeface="Arial"/>
            </a:rPr>
            <a:t>Type</a:t>
          </a:r>
          <a:r>
            <a:rPr lang="es-ES" sz="2000" kern="1200">
              <a:latin typeface="Arial"/>
            </a:rPr>
            <a:t> (PTYPE): Define el protocolo de capa superior de 2 bytes.</a:t>
          </a:r>
        </a:p>
      </dsp:txBody>
      <dsp:txXfrm>
        <a:off x="37125" y="1080527"/>
        <a:ext cx="9767114" cy="686250"/>
      </dsp:txXfrm>
    </dsp:sp>
    <dsp:sp modelId="{FA36F7F8-ED92-4AD4-A1A5-C3D692249FA2}">
      <dsp:nvSpPr>
        <dsp:cNvPr id="0" name=""/>
        <dsp:cNvSpPr/>
      </dsp:nvSpPr>
      <dsp:spPr>
        <a:xfrm>
          <a:off x="0" y="1861502"/>
          <a:ext cx="9841364" cy="760500"/>
        </a:xfrm>
        <a:prstGeom prst="roundRect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tint val="50000"/>
                <a:satMod val="300000"/>
              </a:schemeClr>
            </a:gs>
            <a:gs pos="35000">
              <a:schemeClr val="accent4">
                <a:hueOff val="-2976513"/>
                <a:satOff val="17933"/>
                <a:lumOff val="1437"/>
                <a:alphaOff val="0"/>
                <a:tint val="37000"/>
                <a:satMod val="30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>
              <a:latin typeface="Arial"/>
            </a:rPr>
            <a:t>(HLEN y PLEN): (HLEN) es la longitud de dirección física (6 bytes para MAC), (PLEN) es la longitud de dirección lógica (4 bytes para IPv4), con 1 byte cada uno.</a:t>
          </a:r>
        </a:p>
      </dsp:txBody>
      <dsp:txXfrm>
        <a:off x="37125" y="1898627"/>
        <a:ext cx="9767114" cy="686250"/>
      </dsp:txXfrm>
    </dsp:sp>
    <dsp:sp modelId="{DAF94580-E470-4452-8A5A-1D4BDA381987}">
      <dsp:nvSpPr>
        <dsp:cNvPr id="0" name=""/>
        <dsp:cNvSpPr/>
      </dsp:nvSpPr>
      <dsp:spPr>
        <a:xfrm>
          <a:off x="0" y="2679602"/>
          <a:ext cx="9841364" cy="76050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err="1">
              <a:latin typeface="Arial"/>
            </a:rPr>
            <a:t>Opcode</a:t>
          </a:r>
          <a:r>
            <a:rPr lang="es-ES" sz="2000" kern="1200">
              <a:latin typeface="Arial"/>
            </a:rPr>
            <a:t>: Define la operación: 1 para APR </a:t>
          </a:r>
          <a:r>
            <a:rPr lang="es-ES" sz="2000" kern="1200" err="1">
              <a:latin typeface="Arial"/>
            </a:rPr>
            <a:t>request</a:t>
          </a:r>
          <a:r>
            <a:rPr lang="es-ES" sz="2000" kern="1200">
              <a:latin typeface="Arial"/>
            </a:rPr>
            <a:t> y 2 para APR reply.</a:t>
          </a:r>
        </a:p>
      </dsp:txBody>
      <dsp:txXfrm>
        <a:off x="37125" y="2716727"/>
        <a:ext cx="9767114" cy="686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8D2A-41C2-496D-ACAC-021D08E4DC6C}">
      <dsp:nvSpPr>
        <dsp:cNvPr id="0" name=""/>
        <dsp:cNvSpPr/>
      </dsp:nvSpPr>
      <dsp:spPr>
        <a:xfrm>
          <a:off x="-5496474" y="-841557"/>
          <a:ext cx="6544492" cy="6544492"/>
        </a:xfrm>
        <a:prstGeom prst="blockArc">
          <a:avLst>
            <a:gd name="adj1" fmla="val 18900000"/>
            <a:gd name="adj2" fmla="val 2700000"/>
            <a:gd name="adj3" fmla="val 33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2D737-8E2B-403C-BD63-83AFB8DFE067}">
      <dsp:nvSpPr>
        <dsp:cNvPr id="0" name=""/>
        <dsp:cNvSpPr/>
      </dsp:nvSpPr>
      <dsp:spPr>
        <a:xfrm>
          <a:off x="548642" y="373742"/>
          <a:ext cx="8707229" cy="7478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93625" tIns="58420" rIns="58420" bIns="5842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>
              <a:latin typeface="Arial"/>
            </a:rPr>
            <a:t>Máquina de estados en la caché de ARP, Maneras de validar entradas en ARP</a:t>
          </a:r>
          <a:endParaRPr lang="es-MX" sz="2300" kern="1200"/>
        </a:p>
      </dsp:txBody>
      <dsp:txXfrm>
        <a:off x="548642" y="373742"/>
        <a:ext cx="8707229" cy="747874"/>
      </dsp:txXfrm>
    </dsp:sp>
    <dsp:sp modelId="{4AE372C9-9BD3-42D0-BED8-F6A5677C0CA4}">
      <dsp:nvSpPr>
        <dsp:cNvPr id="0" name=""/>
        <dsp:cNvSpPr/>
      </dsp:nvSpPr>
      <dsp:spPr>
        <a:xfrm>
          <a:off x="81220" y="280258"/>
          <a:ext cx="934842" cy="93484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078354EB-A250-4876-93A4-A13A4AB9D238}">
      <dsp:nvSpPr>
        <dsp:cNvPr id="0" name=""/>
        <dsp:cNvSpPr/>
      </dsp:nvSpPr>
      <dsp:spPr>
        <a:xfrm>
          <a:off x="977415" y="1495748"/>
          <a:ext cx="8278455" cy="7478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93625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b="0" kern="1200">
              <a:latin typeface="Arial"/>
            </a:rPr>
            <a:t>Estado INCOMPLETE</a:t>
          </a:r>
          <a:endParaRPr lang="es-MX" sz="2300" kern="1200"/>
        </a:p>
      </dsp:txBody>
      <dsp:txXfrm>
        <a:off x="977415" y="1495748"/>
        <a:ext cx="8278455" cy="747874"/>
      </dsp:txXfrm>
    </dsp:sp>
    <dsp:sp modelId="{F0437E33-4AAC-46B7-B9C3-F4F53D7CE67A}">
      <dsp:nvSpPr>
        <dsp:cNvPr id="0" name=""/>
        <dsp:cNvSpPr/>
      </dsp:nvSpPr>
      <dsp:spPr>
        <a:xfrm>
          <a:off x="509994" y="1402264"/>
          <a:ext cx="934842" cy="93484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A1B3B6B-8819-45EA-9D76-839887813C48}">
      <dsp:nvSpPr>
        <dsp:cNvPr id="0" name=""/>
        <dsp:cNvSpPr/>
      </dsp:nvSpPr>
      <dsp:spPr>
        <a:xfrm>
          <a:off x="977415" y="2617754"/>
          <a:ext cx="8278455" cy="74787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93625" tIns="58420" rIns="58420" bIns="5842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b="0" kern="1200">
              <a:latin typeface="Arial"/>
            </a:rPr>
            <a:t>Estado REACHABLE</a:t>
          </a:r>
        </a:p>
      </dsp:txBody>
      <dsp:txXfrm>
        <a:off x="977415" y="2617754"/>
        <a:ext cx="8278455" cy="747874"/>
      </dsp:txXfrm>
    </dsp:sp>
    <dsp:sp modelId="{37C35C52-1F0C-4CD6-B9CD-49D3A35EE452}">
      <dsp:nvSpPr>
        <dsp:cNvPr id="0" name=""/>
        <dsp:cNvSpPr/>
      </dsp:nvSpPr>
      <dsp:spPr>
        <a:xfrm>
          <a:off x="509994" y="2524270"/>
          <a:ext cx="934842" cy="93484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E6773B59-D97A-4183-A7A9-A3150D386487}">
      <dsp:nvSpPr>
        <dsp:cNvPr id="0" name=""/>
        <dsp:cNvSpPr/>
      </dsp:nvSpPr>
      <dsp:spPr>
        <a:xfrm>
          <a:off x="548642" y="3739760"/>
          <a:ext cx="8707229" cy="74787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93625" tIns="58420" rIns="58420" bIns="5842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>
              <a:latin typeface="Arial"/>
            </a:rPr>
            <a:t>Estado STALE</a:t>
          </a:r>
          <a:endParaRPr lang="es-MX" sz="2300" kern="1200"/>
        </a:p>
      </dsp:txBody>
      <dsp:txXfrm>
        <a:off x="548642" y="3739760"/>
        <a:ext cx="8707229" cy="747874"/>
      </dsp:txXfrm>
    </dsp:sp>
    <dsp:sp modelId="{DAF8DA01-5AA1-4C3F-832C-EA3423B57E46}">
      <dsp:nvSpPr>
        <dsp:cNvPr id="0" name=""/>
        <dsp:cNvSpPr/>
      </dsp:nvSpPr>
      <dsp:spPr>
        <a:xfrm>
          <a:off x="81220" y="3646276"/>
          <a:ext cx="934842" cy="93484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A6A36-E156-40BD-B41F-CE7E549B37C0}">
      <dsp:nvSpPr>
        <dsp:cNvPr id="0" name=""/>
        <dsp:cNvSpPr/>
      </dsp:nvSpPr>
      <dsp:spPr>
        <a:xfrm>
          <a:off x="1340" y="1111387"/>
          <a:ext cx="1684825" cy="7300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b="0" kern="1200"/>
            <a:t>Base Reachable Time</a:t>
          </a:r>
        </a:p>
      </dsp:txBody>
      <dsp:txXfrm>
        <a:off x="1340" y="1111387"/>
        <a:ext cx="1684825" cy="486723"/>
      </dsp:txXfrm>
    </dsp:sp>
    <dsp:sp modelId="{F602C7D1-8AF2-4D6B-A6B9-11069A88EFB5}">
      <dsp:nvSpPr>
        <dsp:cNvPr id="0" name=""/>
        <dsp:cNvSpPr/>
      </dsp:nvSpPr>
      <dsp:spPr>
        <a:xfrm>
          <a:off x="346425" y="1598111"/>
          <a:ext cx="1684825" cy="2010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Tiempo</a:t>
          </a:r>
          <a:r>
            <a:rPr lang="es-EC" sz="1300" b="0" kern="1200"/>
            <a:t> estándar </a:t>
          </a:r>
          <a:r>
            <a:rPr lang="es-EC" sz="1300" kern="1200"/>
            <a:t>que una entrada permanece como </a:t>
          </a:r>
          <a:r>
            <a:rPr lang="es-EC" sz="1300" i="1" kern="1200"/>
            <a:t>Reachable</a:t>
          </a:r>
          <a:r>
            <a:rPr lang="es-EC" sz="1300" kern="1200"/>
            <a:t> </a:t>
          </a:r>
          <a:r>
            <a:rPr lang="es-EC" sz="1300" b="0" kern="1200"/>
            <a:t>(típicamente</a:t>
          </a:r>
          <a:r>
            <a:rPr lang="es-EC" sz="1300" kern="1200"/>
            <a:t> 30 seg - 1 min</a:t>
          </a:r>
          <a:r>
            <a:rPr lang="es-EC" sz="1300" b="0" kern="1200"/>
            <a:t>)</a:t>
          </a:r>
          <a:r>
            <a:rPr lang="es-EC" sz="1300" kern="1200"/>
            <a:t>.</a:t>
          </a:r>
        </a:p>
      </dsp:txBody>
      <dsp:txXfrm>
        <a:off x="395772" y="1647458"/>
        <a:ext cx="1586131" cy="1912243"/>
      </dsp:txXfrm>
    </dsp:sp>
    <dsp:sp modelId="{D75F8C54-697A-41E0-AE47-3337CEF75A9D}">
      <dsp:nvSpPr>
        <dsp:cNvPr id="0" name=""/>
        <dsp:cNvSpPr/>
      </dsp:nvSpPr>
      <dsp:spPr>
        <a:xfrm>
          <a:off x="1941579" y="1145013"/>
          <a:ext cx="541476" cy="419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941579" y="1228907"/>
        <a:ext cx="415634" cy="251684"/>
      </dsp:txXfrm>
    </dsp:sp>
    <dsp:sp modelId="{94FA6606-51FF-47D2-817F-CD67FE602E78}">
      <dsp:nvSpPr>
        <dsp:cNvPr id="0" name=""/>
        <dsp:cNvSpPr/>
      </dsp:nvSpPr>
      <dsp:spPr>
        <a:xfrm>
          <a:off x="2707819" y="1111387"/>
          <a:ext cx="1684825" cy="7300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tint val="50000"/>
                <a:satMod val="300000"/>
              </a:schemeClr>
            </a:gs>
            <a:gs pos="35000">
              <a:schemeClr val="accent4">
                <a:hueOff val="-1488257"/>
                <a:satOff val="8966"/>
                <a:lumOff val="719"/>
                <a:alphaOff val="0"/>
                <a:tint val="37000"/>
                <a:satMod val="30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latin typeface="Arial"/>
            </a:rPr>
            <a:t>Stale State</a:t>
          </a:r>
          <a:endParaRPr lang="es-EC" sz="1300" kern="1200"/>
        </a:p>
      </dsp:txBody>
      <dsp:txXfrm>
        <a:off x="2707819" y="1111387"/>
        <a:ext cx="1684825" cy="486723"/>
      </dsp:txXfrm>
    </dsp:sp>
    <dsp:sp modelId="{87AF67F7-B2A1-4382-9476-37ACA07F2AF1}">
      <dsp:nvSpPr>
        <dsp:cNvPr id="0" name=""/>
        <dsp:cNvSpPr/>
      </dsp:nvSpPr>
      <dsp:spPr>
        <a:xfrm>
          <a:off x="3052904" y="1598111"/>
          <a:ext cx="1684825" cy="2010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Permite mantener la entrada en memoria para evitar </a:t>
          </a:r>
          <a:r>
            <a:rPr lang="es-EC" sz="1300" b="0" i="1" kern="1200"/>
            <a:t>Requests</a:t>
          </a:r>
          <a:r>
            <a:rPr lang="es-EC" sz="1300" b="0" kern="1200"/>
            <a:t> </a:t>
          </a:r>
          <a:r>
            <a:rPr lang="es-EC" sz="1300" kern="1200"/>
            <a:t>constantes, pero marca la necesidad de verificación futura.</a:t>
          </a:r>
        </a:p>
      </dsp:txBody>
      <dsp:txXfrm>
        <a:off x="3102251" y="1647458"/>
        <a:ext cx="1586131" cy="1912243"/>
      </dsp:txXfrm>
    </dsp:sp>
    <dsp:sp modelId="{A2E7AEC1-66D4-4CC5-9547-5097D991967A}">
      <dsp:nvSpPr>
        <dsp:cNvPr id="0" name=""/>
        <dsp:cNvSpPr/>
      </dsp:nvSpPr>
      <dsp:spPr>
        <a:xfrm>
          <a:off x="4648058" y="1145013"/>
          <a:ext cx="541476" cy="419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648058" y="1228907"/>
        <a:ext cx="415634" cy="251684"/>
      </dsp:txXfrm>
    </dsp:sp>
    <dsp:sp modelId="{D30D0A09-60E4-4FF8-A386-8A15807B40CE}">
      <dsp:nvSpPr>
        <dsp:cNvPr id="0" name=""/>
        <dsp:cNvSpPr/>
      </dsp:nvSpPr>
      <dsp:spPr>
        <a:xfrm>
          <a:off x="5414299" y="1111387"/>
          <a:ext cx="1684825" cy="7300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tint val="50000"/>
                <a:satMod val="300000"/>
              </a:schemeClr>
            </a:gs>
            <a:gs pos="35000">
              <a:schemeClr val="accent4">
                <a:hueOff val="-2976513"/>
                <a:satOff val="17933"/>
                <a:lumOff val="1437"/>
                <a:alphaOff val="0"/>
                <a:tint val="37000"/>
                <a:satMod val="30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/>
            <a:t>GC (Garbage Collection)</a:t>
          </a:r>
        </a:p>
      </dsp:txBody>
      <dsp:txXfrm>
        <a:off x="5414299" y="1111387"/>
        <a:ext cx="1684825" cy="486723"/>
      </dsp:txXfrm>
    </dsp:sp>
    <dsp:sp modelId="{CF4D7485-AB7B-4966-A3AD-1AC28CB8198F}">
      <dsp:nvSpPr>
        <dsp:cNvPr id="0" name=""/>
        <dsp:cNvSpPr/>
      </dsp:nvSpPr>
      <dsp:spPr>
        <a:xfrm>
          <a:off x="5759383" y="1598111"/>
          <a:ext cx="1684825" cy="2010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Proceso</a:t>
          </a:r>
          <a:r>
            <a:rPr lang="es-EC" sz="1300" b="0" kern="1200"/>
            <a:t> del kernel que limpia entradas</a:t>
          </a:r>
          <a:r>
            <a:rPr lang="es-EC" sz="1300" kern="1200"/>
            <a:t> en estado </a:t>
          </a:r>
          <a:r>
            <a:rPr lang="es-EC" sz="1300" i="1" kern="1200"/>
            <a:t>Incomplete</a:t>
          </a:r>
          <a:r>
            <a:rPr lang="es-EC" sz="1300" kern="1200"/>
            <a:t> o </a:t>
          </a:r>
          <a:r>
            <a:rPr lang="es-EC" sz="1300" i="1" kern="1200"/>
            <a:t>Failed</a:t>
          </a:r>
          <a:r>
            <a:rPr lang="es-EC" sz="1300" kern="1200"/>
            <a:t> para liberar memoria.</a:t>
          </a:r>
        </a:p>
      </dsp:txBody>
      <dsp:txXfrm>
        <a:off x="5808730" y="1647458"/>
        <a:ext cx="1586131" cy="1912243"/>
      </dsp:txXfrm>
    </dsp:sp>
    <dsp:sp modelId="{08DAF9CA-5630-4B27-9537-3D8E6AF5214F}">
      <dsp:nvSpPr>
        <dsp:cNvPr id="0" name=""/>
        <dsp:cNvSpPr/>
      </dsp:nvSpPr>
      <dsp:spPr>
        <a:xfrm>
          <a:off x="7354537" y="1145013"/>
          <a:ext cx="541476" cy="419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354537" y="1228907"/>
        <a:ext cx="415634" cy="251684"/>
      </dsp:txXfrm>
    </dsp:sp>
    <dsp:sp modelId="{8AC1356B-ACB0-4688-8649-4D51F7348C2A}">
      <dsp:nvSpPr>
        <dsp:cNvPr id="0" name=""/>
        <dsp:cNvSpPr/>
      </dsp:nvSpPr>
      <dsp:spPr>
        <a:xfrm>
          <a:off x="8120778" y="1111387"/>
          <a:ext cx="1684825" cy="73008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latin typeface="Arial"/>
            </a:rPr>
            <a:t>Renovación</a:t>
          </a:r>
        </a:p>
      </dsp:txBody>
      <dsp:txXfrm>
        <a:off x="8120778" y="1111387"/>
        <a:ext cx="1684825" cy="486723"/>
      </dsp:txXfrm>
    </dsp:sp>
    <dsp:sp modelId="{2D16DD01-100F-4B0E-980D-A8279B79BFE7}">
      <dsp:nvSpPr>
        <dsp:cNvPr id="0" name=""/>
        <dsp:cNvSpPr/>
      </dsp:nvSpPr>
      <dsp:spPr>
        <a:xfrm>
          <a:off x="8465862" y="1598111"/>
          <a:ext cx="1684825" cy="2010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Ocurre </a:t>
          </a:r>
          <a:r>
            <a:rPr lang="es-EC" sz="1300" b="0" kern="1200"/>
            <a:t>automáticamente con tráfico </a:t>
          </a:r>
          <a:r>
            <a:rPr lang="es-EC" sz="1300" kern="1200"/>
            <a:t>bidireccional constante; si hay silencio, inicia el decaimiento de estado.</a:t>
          </a:r>
        </a:p>
      </dsp:txBody>
      <dsp:txXfrm>
        <a:off x="8515209" y="1647458"/>
        <a:ext cx="1586131" cy="19122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 bwMode="white">
        <a:xfrm>
          <a:off x="4139" y="212794"/>
          <a:ext cx="3553781" cy="950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200" b="1" kern="1200">
              <a:latin typeface="Arial"/>
              <a:cs typeface="Arial" panose="020B0604020202020204"/>
            </a:rPr>
            <a:t>Local</a:t>
          </a:r>
          <a:endParaRPr lang="es-EC" sz="2200" b="1" kern="1200"/>
        </a:p>
      </dsp:txBody>
      <dsp:txXfrm>
        <a:off x="4139" y="212794"/>
        <a:ext cx="3553781" cy="633600"/>
      </dsp:txXfrm>
    </dsp:sp>
    <dsp:sp modelId="{D95F0515-B6EB-4884-9C58-E27D272A34C0}">
      <dsp:nvSpPr>
        <dsp:cNvPr id="0" name=""/>
        <dsp:cNvSpPr/>
      </dsp:nvSpPr>
      <dsp:spPr bwMode="white">
        <a:xfrm>
          <a:off x="732022" y="846393"/>
          <a:ext cx="3553781" cy="41654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/>
            <a:t>El Host verifica la máscara de subred.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kern="1200"/>
            <a:t>Target IP está en el mismo segmento</a:t>
          </a:r>
          <a:r>
            <a:rPr lang="es-ES" sz="2200" kern="1200"/>
            <a:t>.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1" kern="1200"/>
            <a:t>ARP </a:t>
          </a:r>
          <a:r>
            <a:rPr lang="es-ES" sz="2200" b="1" kern="1200" err="1"/>
            <a:t>Request</a:t>
          </a:r>
          <a:r>
            <a:rPr lang="es-ES" sz="2200" b="1" kern="1200"/>
            <a:t>:</a:t>
          </a:r>
          <a:r>
            <a:rPr lang="es-ES" sz="2200" b="0" kern="1200"/>
            <a:t> Busca la MAC del </a:t>
          </a:r>
          <a:r>
            <a:rPr lang="es-ES" sz="2200" b="0" kern="1200">
              <a:latin typeface="Arial"/>
            </a:rPr>
            <a:t>host de destino </a:t>
          </a:r>
          <a:r>
            <a:rPr lang="es-ES" sz="2200" b="0" kern="1200"/>
            <a:t>directamente</a:t>
          </a:r>
          <a:r>
            <a:rPr lang="es-ES" sz="2200" kern="1200"/>
            <a:t>.</a:t>
          </a:r>
        </a:p>
      </dsp:txBody>
      <dsp:txXfrm>
        <a:off x="836109" y="950480"/>
        <a:ext cx="3345607" cy="3957250"/>
      </dsp:txXfrm>
    </dsp:sp>
    <dsp:sp modelId="{BD49CF77-1FA4-4092-A98F-E437F07205D1}">
      <dsp:nvSpPr>
        <dsp:cNvPr id="0" name=""/>
        <dsp:cNvSpPr/>
      </dsp:nvSpPr>
      <dsp:spPr>
        <a:xfrm>
          <a:off x="4096661" y="87199"/>
          <a:ext cx="1142129" cy="88478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800" kern="1200"/>
        </a:p>
      </dsp:txBody>
      <dsp:txXfrm>
        <a:off x="4096661" y="264157"/>
        <a:ext cx="876693" cy="530872"/>
      </dsp:txXfrm>
    </dsp:sp>
    <dsp:sp modelId="{E9EED351-3EC5-4EEA-8D68-2E91E15358F3}">
      <dsp:nvSpPr>
        <dsp:cNvPr id="0" name=""/>
        <dsp:cNvSpPr/>
      </dsp:nvSpPr>
      <dsp:spPr>
        <a:xfrm>
          <a:off x="5712882" y="212794"/>
          <a:ext cx="3553781" cy="950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464" tIns="156464" rIns="156464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latin typeface="Arial"/>
            </a:rPr>
            <a:t>Remota</a:t>
          </a:r>
        </a:p>
      </dsp:txBody>
      <dsp:txXfrm>
        <a:off x="5712882" y="212794"/>
        <a:ext cx="3553781" cy="633600"/>
      </dsp:txXfrm>
    </dsp:sp>
    <dsp:sp modelId="{DCCD32C6-F6A3-4E1B-AEFF-10D6BCAF3061}">
      <dsp:nvSpPr>
        <dsp:cNvPr id="0" name=""/>
        <dsp:cNvSpPr/>
      </dsp:nvSpPr>
      <dsp:spPr>
        <a:xfrm>
          <a:off x="6440765" y="846393"/>
          <a:ext cx="3553781" cy="41654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kern="1200"/>
            <a:t>El Host detecta que la Target IP está fuera de la red.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1" kern="1200"/>
            <a:t>ARP Request:</a:t>
          </a:r>
          <a:r>
            <a:rPr lang="es-ES" sz="2200" kern="1200"/>
            <a:t> Busca la MAC del </a:t>
          </a:r>
          <a:r>
            <a:rPr lang="es-ES" sz="2200" b="1" kern="1200">
              <a:latin typeface="Arial"/>
            </a:rPr>
            <a:t>default gateway</a:t>
          </a:r>
          <a:r>
            <a:rPr lang="es-ES" sz="2200" b="1" kern="1200"/>
            <a:t> (Router</a:t>
          </a:r>
          <a:r>
            <a:rPr lang="es-ES" sz="2200" kern="1200"/>
            <a:t>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i="1" kern="1200"/>
            <a:t>Diferencia Técnica:</a:t>
          </a:r>
          <a:r>
            <a:rPr lang="es-ES" sz="2200" kern="1200"/>
            <a:t> La IP destino en la cabecera IP es el host remoto, pero la MAC destino en la trama Ethernet es el Router.</a:t>
          </a:r>
        </a:p>
      </dsp:txBody>
      <dsp:txXfrm>
        <a:off x="6544852" y="950480"/>
        <a:ext cx="3345607" cy="39572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6DC16-EF33-47DE-BCB6-9CF1F21170D0}">
      <dsp:nvSpPr>
        <dsp:cNvPr id="0" name=""/>
        <dsp:cNvSpPr/>
      </dsp:nvSpPr>
      <dsp:spPr>
        <a:xfrm>
          <a:off x="2461" y="1181051"/>
          <a:ext cx="2399713" cy="959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>
              <a:latin typeface="Arial"/>
            </a:rPr>
            <a:t>¿Qué es?</a:t>
          </a:r>
          <a:endParaRPr lang="es-ES" sz="3400" kern="1200"/>
        </a:p>
      </dsp:txBody>
      <dsp:txXfrm>
        <a:off x="2461" y="1181051"/>
        <a:ext cx="2399713" cy="959885"/>
      </dsp:txXfrm>
    </dsp:sp>
    <dsp:sp modelId="{EDCE8C83-9B3F-4AE9-AC75-43AF2F07BA34}">
      <dsp:nvSpPr>
        <dsp:cNvPr id="0" name=""/>
        <dsp:cNvSpPr/>
      </dsp:nvSpPr>
      <dsp:spPr>
        <a:xfrm>
          <a:off x="2461" y="2140937"/>
          <a:ext cx="2399713" cy="3173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i="0" kern="1200">
              <a:latin typeface="Arial"/>
            </a:rPr>
            <a:t>GARP es</a:t>
          </a:r>
          <a:r>
            <a:rPr lang="es-ES" sz="2000" b="0" i="0" kern="1200"/>
            <a:t> un mensaje ARP que un host envía sin haber recibido una solicitud previa. </a:t>
          </a:r>
          <a:r>
            <a:rPr lang="es-ES" sz="2000" b="0" i="0" kern="1200">
              <a:latin typeface="Arial"/>
            </a:rPr>
            <a:t>El</a:t>
          </a:r>
          <a:r>
            <a:rPr lang="es-ES" sz="2000" b="0" i="0" kern="1200"/>
            <a:t> equipo anuncia: “Esta IP pertenece a esta MAC” a toda la red.</a:t>
          </a:r>
          <a:endParaRPr lang="es-ES" sz="2000" b="0" i="0" kern="1200">
            <a:latin typeface="Arial"/>
          </a:endParaRPr>
        </a:p>
      </dsp:txBody>
      <dsp:txXfrm>
        <a:off x="2461" y="2140937"/>
        <a:ext cx="2399713" cy="3173220"/>
      </dsp:txXfrm>
    </dsp:sp>
    <dsp:sp modelId="{268A21C8-9245-43CF-B809-B016E8EC5FAE}">
      <dsp:nvSpPr>
        <dsp:cNvPr id="0" name=""/>
        <dsp:cNvSpPr/>
      </dsp:nvSpPr>
      <dsp:spPr>
        <a:xfrm>
          <a:off x="2738135" y="1181051"/>
          <a:ext cx="2399713" cy="959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>
              <a:latin typeface="Arial"/>
            </a:rPr>
            <a:t>Usos</a:t>
          </a:r>
          <a:endParaRPr lang="es-ES" sz="3400" kern="1200"/>
        </a:p>
      </dsp:txBody>
      <dsp:txXfrm>
        <a:off x="2738135" y="1181051"/>
        <a:ext cx="2399713" cy="959885"/>
      </dsp:txXfrm>
    </dsp:sp>
    <dsp:sp modelId="{A0BE4325-005B-4158-A947-A5317756735A}">
      <dsp:nvSpPr>
        <dsp:cNvPr id="0" name=""/>
        <dsp:cNvSpPr/>
      </dsp:nvSpPr>
      <dsp:spPr>
        <a:xfrm>
          <a:off x="2738135" y="2140937"/>
          <a:ext cx="2399713" cy="3173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Detección de conflictos de IP</a:t>
          </a:r>
          <a:r>
            <a:rPr lang="es-ES" sz="2000" kern="1200"/>
            <a:t>:</a:t>
          </a:r>
          <a:br>
            <a:rPr lang="es-ES" sz="2000" kern="1200"/>
          </a:br>
          <a:endParaRPr lang="es-E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Actualización de tablas ARP</a:t>
          </a:r>
          <a:r>
            <a:rPr lang="es-ES" sz="2000" kern="1200"/>
            <a:t>:</a:t>
          </a:r>
          <a:br>
            <a:rPr lang="es-ES" sz="2000" kern="1200"/>
          </a:br>
          <a:endParaRPr lang="es-ES" sz="2000" kern="1200"/>
        </a:p>
      </dsp:txBody>
      <dsp:txXfrm>
        <a:off x="2738135" y="2140937"/>
        <a:ext cx="2399713" cy="3173220"/>
      </dsp:txXfrm>
    </dsp:sp>
    <dsp:sp modelId="{C9ADBE0F-706C-4F27-8756-443E51CF6B42}">
      <dsp:nvSpPr>
        <dsp:cNvPr id="0" name=""/>
        <dsp:cNvSpPr/>
      </dsp:nvSpPr>
      <dsp:spPr>
        <a:xfrm>
          <a:off x="5473808" y="1181051"/>
          <a:ext cx="2399713" cy="9598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>
              <a:latin typeface="Arial"/>
            </a:rPr>
            <a:t>Riesgo</a:t>
          </a:r>
          <a:endParaRPr lang="es-ES" sz="3400" kern="1200"/>
        </a:p>
      </dsp:txBody>
      <dsp:txXfrm>
        <a:off x="5473808" y="1181051"/>
        <a:ext cx="2399713" cy="959885"/>
      </dsp:txXfrm>
    </dsp:sp>
    <dsp:sp modelId="{FA74542E-7A60-4F9E-86A8-E65A4439B760}">
      <dsp:nvSpPr>
        <dsp:cNvPr id="0" name=""/>
        <dsp:cNvSpPr/>
      </dsp:nvSpPr>
      <dsp:spPr>
        <a:xfrm>
          <a:off x="5473808" y="2140937"/>
          <a:ext cx="2399713" cy="3173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Puede ser explotado para envenenar tablas ARP, ya que los hosts confían en </a:t>
          </a:r>
          <a:r>
            <a:rPr lang="es-ES" sz="2000" b="0" kern="1200">
              <a:latin typeface="Arial"/>
            </a:rPr>
            <a:t>esto</a:t>
          </a:r>
          <a:r>
            <a:rPr lang="es-ES" sz="2000" b="0" kern="1200"/>
            <a:t> sin validación.</a:t>
          </a:r>
          <a:endParaRPr lang="es-ES" sz="2000" b="0" kern="1200">
            <a:latin typeface="Arial"/>
          </a:endParaRPr>
        </a:p>
      </dsp:txBody>
      <dsp:txXfrm>
        <a:off x="5473808" y="2140937"/>
        <a:ext cx="2399713" cy="31732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8CC53-55C4-47D9-9A49-F44DD9A1F720}">
      <dsp:nvSpPr>
        <dsp:cNvPr id="0" name=""/>
        <dsp:cNvSpPr/>
      </dsp:nvSpPr>
      <dsp:spPr>
        <a:xfrm>
          <a:off x="2637" y="53892"/>
          <a:ext cx="2571487" cy="9983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900" b="0" i="0" kern="1200">
            <a:latin typeface="Arial"/>
          </a:endParaRPr>
        </a:p>
      </dsp:txBody>
      <dsp:txXfrm>
        <a:off x="2637" y="53892"/>
        <a:ext cx="2571487" cy="998377"/>
      </dsp:txXfrm>
    </dsp:sp>
    <dsp:sp modelId="{283AD8F2-15C1-4ACB-A3D9-03E00EDE8AAA}">
      <dsp:nvSpPr>
        <dsp:cNvPr id="0" name=""/>
        <dsp:cNvSpPr/>
      </dsp:nvSpPr>
      <dsp:spPr>
        <a:xfrm>
          <a:off x="2637" y="1052269"/>
          <a:ext cx="2571487" cy="3823527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i="0" kern="1200">
              <a:latin typeface="Arial"/>
            </a:rPr>
            <a:t>Permite</a:t>
          </a:r>
          <a:r>
            <a:rPr lang="es-ES" sz="2000" b="0" i="0" kern="1200"/>
            <a:t> que un dispositivo</a:t>
          </a:r>
          <a:r>
            <a:rPr lang="es-ES" sz="2000" b="0" i="0" kern="1200">
              <a:latin typeface="Arial"/>
            </a:rPr>
            <a:t> responda</a:t>
          </a:r>
          <a:r>
            <a:rPr lang="es-ES" sz="2000" b="0" i="0" kern="1200"/>
            <a:t> solicitudes ARP en nombre de otro host que está en otra red.</a:t>
          </a:r>
          <a:endParaRPr lang="es-ES" sz="2000" b="0" kern="1200"/>
        </a:p>
      </dsp:txBody>
      <dsp:txXfrm>
        <a:off x="2637" y="1052269"/>
        <a:ext cx="2571487" cy="3823527"/>
      </dsp:txXfrm>
    </dsp:sp>
    <dsp:sp modelId="{268A21C8-9245-43CF-B809-B016E8EC5FAE}">
      <dsp:nvSpPr>
        <dsp:cNvPr id="0" name=""/>
        <dsp:cNvSpPr/>
      </dsp:nvSpPr>
      <dsp:spPr>
        <a:xfrm>
          <a:off x="2934133" y="53892"/>
          <a:ext cx="2571487" cy="9983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¿Cómo funciona?</a:t>
          </a:r>
          <a:endParaRPr lang="es-ES" sz="2900" kern="1200"/>
        </a:p>
      </dsp:txBody>
      <dsp:txXfrm>
        <a:off x="2934133" y="53892"/>
        <a:ext cx="2571487" cy="998377"/>
      </dsp:txXfrm>
    </dsp:sp>
    <dsp:sp modelId="{A0BE4325-005B-4158-A947-A5317756735A}">
      <dsp:nvSpPr>
        <dsp:cNvPr id="0" name=""/>
        <dsp:cNvSpPr/>
      </dsp:nvSpPr>
      <dsp:spPr>
        <a:xfrm>
          <a:off x="2934133" y="1052269"/>
          <a:ext cx="2571487" cy="3823527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Un host cree que el destino está en su misma red.</a:t>
          </a:r>
          <a:endParaRPr lang="es-ES" sz="2000" kern="1200">
            <a:latin typeface="Arial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El router responde con su propia MAC, como intermediario.</a:t>
          </a:r>
          <a:endParaRPr lang="es-ES" sz="2000" b="0" kern="1200">
            <a:latin typeface="Arial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El tráfico pasa por el router sin que el host tenga un gateway configurado.</a:t>
          </a:r>
          <a:br>
            <a:rPr lang="es-ES" sz="2000" kern="1200"/>
          </a:br>
          <a:endParaRPr lang="es-ES" sz="2000" kern="1200">
            <a:latin typeface="Arial"/>
          </a:endParaRPr>
        </a:p>
      </dsp:txBody>
      <dsp:txXfrm>
        <a:off x="2934133" y="1052269"/>
        <a:ext cx="2571487" cy="3823527"/>
      </dsp:txXfrm>
    </dsp:sp>
    <dsp:sp modelId="{C9ADBE0F-706C-4F27-8756-443E51CF6B42}">
      <dsp:nvSpPr>
        <dsp:cNvPr id="0" name=""/>
        <dsp:cNvSpPr/>
      </dsp:nvSpPr>
      <dsp:spPr>
        <a:xfrm>
          <a:off x="5865629" y="53892"/>
          <a:ext cx="2571487" cy="9983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>
              <a:latin typeface="Arial"/>
            </a:rPr>
            <a:t>Ventajas</a:t>
          </a:r>
          <a:endParaRPr lang="es-ES" sz="2900" kern="1200"/>
        </a:p>
      </dsp:txBody>
      <dsp:txXfrm>
        <a:off x="5865629" y="53892"/>
        <a:ext cx="2571487" cy="998377"/>
      </dsp:txXfrm>
    </dsp:sp>
    <dsp:sp modelId="{FA74542E-7A60-4F9E-86A8-E65A4439B760}">
      <dsp:nvSpPr>
        <dsp:cNvPr id="0" name=""/>
        <dsp:cNvSpPr/>
      </dsp:nvSpPr>
      <dsp:spPr>
        <a:xfrm>
          <a:off x="5865629" y="1052269"/>
          <a:ext cx="2571487" cy="3823527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0" kern="1200"/>
            <a:t>Permite comunicación entre subredes sin modificar configuraciones de hosts.</a:t>
          </a:r>
          <a:endParaRPr lang="es-ES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>
              <a:latin typeface="Arial"/>
            </a:rPr>
            <a:t>Útil </a:t>
          </a:r>
          <a:r>
            <a:rPr lang="es-ES" sz="2000" kern="1200"/>
            <a:t>en redes heredadas o mal </a:t>
          </a:r>
          <a:r>
            <a:rPr lang="es-ES" sz="2000" kern="1200">
              <a:latin typeface="Arial"/>
            </a:rPr>
            <a:t>configuradas</a:t>
          </a:r>
          <a:r>
            <a:rPr lang="es-ES" sz="2000" kern="1200"/>
            <a:t>.</a:t>
          </a:r>
          <a:endParaRPr lang="es-ES" sz="2000" kern="1200">
            <a:latin typeface="Arial"/>
          </a:endParaRPr>
        </a:p>
      </dsp:txBody>
      <dsp:txXfrm>
        <a:off x="5865629" y="1052269"/>
        <a:ext cx="2571487" cy="382352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 bwMode="white">
        <a:xfrm>
          <a:off x="5321" y="932418"/>
          <a:ext cx="2419630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b="1" kern="1200">
              <a:latin typeface="Arial"/>
            </a:rPr>
            <a:t>¿En qué consiste?</a:t>
          </a:r>
          <a:endParaRPr lang="es-EC" sz="1800" b="1" kern="1200"/>
        </a:p>
      </dsp:txBody>
      <dsp:txXfrm>
        <a:off x="5321" y="932418"/>
        <a:ext cx="2419630" cy="518400"/>
      </dsp:txXfrm>
    </dsp:sp>
    <dsp:sp modelId="{D95F0515-B6EB-4884-9C58-E27D272A34C0}">
      <dsp:nvSpPr>
        <dsp:cNvPr id="0" name=""/>
        <dsp:cNvSpPr/>
      </dsp:nvSpPr>
      <dsp:spPr bwMode="white">
        <a:xfrm>
          <a:off x="500908" y="1450818"/>
          <a:ext cx="2419630" cy="26223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0" kern="1200"/>
            <a:t>El atacante envía respuestas ARP </a:t>
          </a:r>
          <a:r>
            <a:rPr lang="es-ES" sz="1800" b="0" kern="1200">
              <a:latin typeface="Arial"/>
            </a:rPr>
            <a:t>falsas sin</a:t>
          </a:r>
          <a:r>
            <a:rPr lang="es-ES" sz="1800" b="0" kern="1200"/>
            <a:t> que nadie las haya solicitado, asociando:</a:t>
          </a:r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>
              <a:latin typeface="Arial"/>
              <a:cs typeface="Arial" panose="020B0604020202020204"/>
            </a:rPr>
            <a:t>IP del Gateway</a:t>
          </a:r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0" kern="1200">
              <a:latin typeface="Arial"/>
            </a:rPr>
            <a:t>IP de la víctima  </a:t>
          </a:r>
        </a:p>
      </dsp:txBody>
      <dsp:txXfrm>
        <a:off x="571777" y="1521687"/>
        <a:ext cx="2277892" cy="2480637"/>
      </dsp:txXfrm>
    </dsp:sp>
    <dsp:sp modelId="{6866FFA6-91D2-43CB-8F22-B66D15ADFDDC}">
      <dsp:nvSpPr>
        <dsp:cNvPr id="0" name=""/>
        <dsp:cNvSpPr/>
      </dsp:nvSpPr>
      <dsp:spPr>
        <a:xfrm>
          <a:off x="2791759" y="890409"/>
          <a:ext cx="777631" cy="6024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2791759" y="1010892"/>
        <a:ext cx="596906" cy="361451"/>
      </dsp:txXfrm>
    </dsp:sp>
    <dsp:sp modelId="{A13F9062-A15A-4D17-B1D0-3F858FC5BDC1}">
      <dsp:nvSpPr>
        <dsp:cNvPr id="0" name=""/>
        <dsp:cNvSpPr/>
      </dsp:nvSpPr>
      <dsp:spPr>
        <a:xfrm>
          <a:off x="3892180" y="932418"/>
          <a:ext cx="2419630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>
              <a:latin typeface="Arial"/>
            </a:rPr>
            <a:t>Consecuencias</a:t>
          </a:r>
          <a:endParaRPr lang="es-ES" sz="1800" kern="1200"/>
        </a:p>
      </dsp:txBody>
      <dsp:txXfrm>
        <a:off x="3892180" y="932418"/>
        <a:ext cx="2419630" cy="518400"/>
      </dsp:txXfrm>
    </dsp:sp>
    <dsp:sp modelId="{E71C5A71-3036-48F4-955A-6549401E807D}">
      <dsp:nvSpPr>
        <dsp:cNvPr id="0" name=""/>
        <dsp:cNvSpPr/>
      </dsp:nvSpPr>
      <dsp:spPr>
        <a:xfrm>
          <a:off x="4387767" y="1450818"/>
          <a:ext cx="2419630" cy="26223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>
              <a:latin typeface="Arial"/>
            </a:rPr>
            <a:t>El</a:t>
          </a:r>
          <a:r>
            <a:rPr lang="es-ES" sz="1800" kern="1200">
              <a:latin typeface="Arial"/>
              <a:cs typeface="Arial" panose="020B0604020202020204"/>
            </a:rPr>
            <a:t> atacante intercepta, modifica, o espía el tráfico.</a:t>
          </a:r>
          <a:endParaRPr lang="es-ES" sz="1800" b="1" kern="1200">
            <a:latin typeface="Arial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0" kern="1200">
              <a:latin typeface="Arial"/>
            </a:rPr>
            <a:t>Robo de credenciales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0" kern="1200">
              <a:latin typeface="Arial"/>
            </a:rPr>
            <a:t>Secuestro de sesiones</a:t>
          </a:r>
        </a:p>
      </dsp:txBody>
      <dsp:txXfrm>
        <a:off x="4458636" y="1521687"/>
        <a:ext cx="2277892" cy="2480637"/>
      </dsp:txXfrm>
    </dsp:sp>
    <dsp:sp modelId="{200434D7-F028-4F2C-90B9-7F5A9B896A9B}">
      <dsp:nvSpPr>
        <dsp:cNvPr id="0" name=""/>
        <dsp:cNvSpPr/>
      </dsp:nvSpPr>
      <dsp:spPr>
        <a:xfrm>
          <a:off x="6678618" y="890409"/>
          <a:ext cx="777631" cy="6024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678618" y="1010892"/>
        <a:ext cx="596906" cy="361451"/>
      </dsp:txXfrm>
    </dsp:sp>
    <dsp:sp modelId="{6D41EBCE-B962-4CEE-B71E-5766320E8652}">
      <dsp:nvSpPr>
        <dsp:cNvPr id="0" name=""/>
        <dsp:cNvSpPr/>
      </dsp:nvSpPr>
      <dsp:spPr>
        <a:xfrm>
          <a:off x="7779040" y="932418"/>
          <a:ext cx="2419630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0" kern="1200">
              <a:latin typeface="Arial"/>
            </a:rPr>
            <a:t>¿Por qué funcionan?</a:t>
          </a:r>
        </a:p>
      </dsp:txBody>
      <dsp:txXfrm>
        <a:off x="7779040" y="932418"/>
        <a:ext cx="2419630" cy="518400"/>
      </dsp:txXfrm>
    </dsp:sp>
    <dsp:sp modelId="{175E7E95-A5E4-4760-8BA4-B4A5E821985C}">
      <dsp:nvSpPr>
        <dsp:cNvPr id="0" name=""/>
        <dsp:cNvSpPr/>
      </dsp:nvSpPr>
      <dsp:spPr>
        <a:xfrm>
          <a:off x="8274627" y="1450818"/>
          <a:ext cx="2419630" cy="26223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0" kern="1200">
              <a:latin typeface="Arial"/>
            </a:rPr>
            <a:t>ARP</a:t>
          </a:r>
          <a:r>
            <a:rPr lang="es-ES" sz="1800" b="0" kern="1200">
              <a:latin typeface="Arial"/>
              <a:cs typeface="Arial" panose="020B0604020202020204"/>
            </a:rPr>
            <a:t> no cuenta con autenticación</a:t>
          </a:r>
          <a:endParaRPr lang="es-ES" sz="1800" b="1" kern="1200">
            <a:latin typeface="Arial"/>
            <a:cs typeface="Arial" panose="020B0604020202020204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0" kern="1200">
              <a:latin typeface="Arial"/>
            </a:rPr>
            <a:t>Los </a:t>
          </a:r>
          <a:r>
            <a:rPr lang="es-ES" sz="1800" kern="1200">
              <a:latin typeface="Arial"/>
            </a:rPr>
            <a:t>Hosts aceptan respuestas ARP no solicitadas</a:t>
          </a:r>
          <a:endParaRPr lang="es-ES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>
              <a:latin typeface="Arial"/>
            </a:rPr>
            <a:t>Las tablas ARP se actualizan automaticamente</a:t>
          </a:r>
        </a:p>
      </dsp:txBody>
      <dsp:txXfrm>
        <a:off x="8345496" y="1521687"/>
        <a:ext cx="2277892" cy="24806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FFEB7-7534-4911-BD4C-D34689339F77}">
      <dsp:nvSpPr>
        <dsp:cNvPr id="0" name=""/>
        <dsp:cNvSpPr/>
      </dsp:nvSpPr>
      <dsp:spPr>
        <a:xfrm>
          <a:off x="0" y="64562"/>
          <a:ext cx="9841364" cy="83655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ICMPv4 es un protocolo auxiliar de la capa de red (Capa 3).</a:t>
          </a:r>
          <a:endParaRPr lang="es-ES" sz="2200" kern="1200">
            <a:latin typeface="Arial"/>
          </a:endParaRPr>
        </a:p>
      </dsp:txBody>
      <dsp:txXfrm>
        <a:off x="40837" y="105399"/>
        <a:ext cx="9759690" cy="754876"/>
      </dsp:txXfrm>
    </dsp:sp>
    <dsp:sp modelId="{786A8EF5-D9AF-49E3-8228-FDD660B2E689}">
      <dsp:nvSpPr>
        <dsp:cNvPr id="0" name=""/>
        <dsp:cNvSpPr/>
      </dsp:nvSpPr>
      <dsp:spPr>
        <a:xfrm>
          <a:off x="0" y="964472"/>
          <a:ext cx="9841364" cy="836550"/>
        </a:xfrm>
        <a:prstGeom prst="roundRect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tint val="50000"/>
                <a:satMod val="300000"/>
              </a:schemeClr>
            </a:gs>
            <a:gs pos="35000">
              <a:schemeClr val="accent4">
                <a:hueOff val="-1488257"/>
                <a:satOff val="8966"/>
                <a:lumOff val="719"/>
                <a:alphaOff val="0"/>
                <a:tint val="37000"/>
                <a:satMod val="30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Sus mensajes viajan encapsulados dentro de datagramas IP.</a:t>
          </a:r>
        </a:p>
      </dsp:txBody>
      <dsp:txXfrm>
        <a:off x="40837" y="1005309"/>
        <a:ext cx="9759690" cy="754876"/>
      </dsp:txXfrm>
    </dsp:sp>
    <dsp:sp modelId="{B121C9E8-952F-4428-A762-C50BD8CF0D7A}">
      <dsp:nvSpPr>
        <dsp:cNvPr id="0" name=""/>
        <dsp:cNvSpPr/>
      </dsp:nvSpPr>
      <dsp:spPr>
        <a:xfrm>
          <a:off x="0" y="1864382"/>
          <a:ext cx="9841364" cy="836550"/>
        </a:xfrm>
        <a:prstGeom prst="roundRect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tint val="50000"/>
                <a:satMod val="300000"/>
              </a:schemeClr>
            </a:gs>
            <a:gs pos="35000">
              <a:schemeClr val="accent4">
                <a:hueOff val="-2976513"/>
                <a:satOff val="17933"/>
                <a:lumOff val="1437"/>
                <a:alphaOff val="0"/>
                <a:tint val="37000"/>
                <a:satMod val="30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El mensaje ICMP posee un encabezado fijo de 8 bytes seguido de datos variables.</a:t>
          </a:r>
        </a:p>
      </dsp:txBody>
      <dsp:txXfrm>
        <a:off x="40837" y="1905219"/>
        <a:ext cx="9759690" cy="754876"/>
      </dsp:txXfrm>
    </dsp:sp>
    <dsp:sp modelId="{501B539C-2A3D-4468-89A1-BF591B167C5F}">
      <dsp:nvSpPr>
        <dsp:cNvPr id="0" name=""/>
        <dsp:cNvSpPr/>
      </dsp:nvSpPr>
      <dsp:spPr>
        <a:xfrm>
          <a:off x="0" y="2764292"/>
          <a:ext cx="9841364" cy="83655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El encabezado define el tipo de mensaje, su causa específica y su integridad.</a:t>
          </a:r>
        </a:p>
      </dsp:txBody>
      <dsp:txXfrm>
        <a:off x="40837" y="2805129"/>
        <a:ext cx="9759690" cy="7548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 bwMode="white">
        <a:xfrm>
          <a:off x="5321" y="504805"/>
          <a:ext cx="2419630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b="1" kern="1200"/>
            <a:t>Campo Type </a:t>
          </a:r>
        </a:p>
      </dsp:txBody>
      <dsp:txXfrm>
        <a:off x="5321" y="504805"/>
        <a:ext cx="2419630" cy="432000"/>
      </dsp:txXfrm>
    </dsp:sp>
    <dsp:sp modelId="{D95F0515-B6EB-4884-9C58-E27D272A34C0}">
      <dsp:nvSpPr>
        <dsp:cNvPr id="0" name=""/>
        <dsp:cNvSpPr/>
      </dsp:nvSpPr>
      <dsp:spPr bwMode="white">
        <a:xfrm>
          <a:off x="500908" y="936805"/>
          <a:ext cx="2419630" cy="35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Campo de 8 bits que identifica la </a:t>
          </a:r>
          <a:r>
            <a:rPr lang="es-ES" sz="1500" b="1" kern="1200"/>
            <a:t>categoría principal</a:t>
          </a:r>
          <a:r>
            <a:rPr lang="es-ES" sz="1500" kern="1200"/>
            <a:t> del mensaje ICMP.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Determina si el mensaje es de error, consulta o respuesta.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1" kern="1200"/>
            <a:t>Tipo 3: </a:t>
          </a:r>
          <a:r>
            <a:rPr lang="es-ES" sz="1500" b="1" i="1" kern="1200"/>
            <a:t>Destination Unreachable</a:t>
          </a:r>
          <a:endParaRPr lang="es-ES" sz="1500" b="1" kern="120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1" kern="1200">
              <a:latin typeface="Arial"/>
            </a:rPr>
            <a:t>Tipo</a:t>
          </a:r>
          <a:r>
            <a:rPr lang="es-ES" sz="1500" b="1" kern="1200"/>
            <a:t> 8: </a:t>
          </a:r>
          <a:r>
            <a:rPr lang="es-ES" sz="1500" b="1" i="1" kern="1200"/>
            <a:t>Echo Request</a:t>
          </a:r>
          <a:endParaRPr lang="es-ES" sz="1500" b="1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1" kern="1200"/>
            <a:t>Tipo 0: </a:t>
          </a:r>
          <a:r>
            <a:rPr lang="es-ES" sz="1500" b="1" i="1" kern="1200"/>
            <a:t>Echo Reply</a:t>
          </a:r>
          <a:endParaRPr lang="en-US" sz="1500" b="1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>
              <a:latin typeface="Arial"/>
            </a:rPr>
            <a:t>Permite al sistema decidir cómo procesar el mensaje.</a:t>
          </a:r>
          <a:endParaRPr lang="es-ES" sz="1500" kern="1200">
            <a:latin typeface="Arial"/>
            <a:cs typeface="Arial" panose="020B0604020202020204"/>
          </a:endParaRPr>
        </a:p>
      </dsp:txBody>
      <dsp:txXfrm>
        <a:off x="571777" y="1007674"/>
        <a:ext cx="2277892" cy="3422262"/>
      </dsp:txXfrm>
    </dsp:sp>
    <dsp:sp modelId="{6866FFA6-91D2-43CB-8F22-B66D15ADFDDC}">
      <dsp:nvSpPr>
        <dsp:cNvPr id="0" name=""/>
        <dsp:cNvSpPr/>
      </dsp:nvSpPr>
      <dsp:spPr>
        <a:xfrm>
          <a:off x="2791759" y="419597"/>
          <a:ext cx="777631" cy="6024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200" kern="1200"/>
        </a:p>
      </dsp:txBody>
      <dsp:txXfrm>
        <a:off x="2791759" y="540080"/>
        <a:ext cx="596906" cy="361451"/>
      </dsp:txXfrm>
    </dsp:sp>
    <dsp:sp modelId="{A13F9062-A15A-4D17-B1D0-3F858FC5BDC1}">
      <dsp:nvSpPr>
        <dsp:cNvPr id="0" name=""/>
        <dsp:cNvSpPr/>
      </dsp:nvSpPr>
      <dsp:spPr>
        <a:xfrm>
          <a:off x="3892180" y="504805"/>
          <a:ext cx="2419630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Campo Code</a:t>
          </a:r>
        </a:p>
      </dsp:txBody>
      <dsp:txXfrm>
        <a:off x="3892180" y="504805"/>
        <a:ext cx="2419630" cy="432000"/>
      </dsp:txXfrm>
    </dsp:sp>
    <dsp:sp modelId="{E71C5A71-3036-48F4-955A-6549401E807D}">
      <dsp:nvSpPr>
        <dsp:cNvPr id="0" name=""/>
        <dsp:cNvSpPr/>
      </dsp:nvSpPr>
      <dsp:spPr>
        <a:xfrm>
          <a:off x="4387767" y="936805"/>
          <a:ext cx="2419630" cy="35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Campo de 8 bits que </a:t>
          </a:r>
          <a:r>
            <a:rPr lang="es-ES" sz="1500" b="1" kern="1200"/>
            <a:t>detalla la causa exacta</a:t>
          </a:r>
          <a:r>
            <a:rPr lang="es-ES" sz="1500" kern="1200"/>
            <a:t> del mensaje.</a:t>
          </a:r>
          <a:endParaRPr lang="es-ES" sz="1500" kern="1200">
            <a:latin typeface="Arial"/>
            <a:cs typeface="Arial" panose="020B0604020202020204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Complementa al campo Type.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Un mismo tipo puede tener múltiples códigos.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Permite distinguir con precisión el origen del problema en la red.</a:t>
          </a:r>
        </a:p>
      </dsp:txBody>
      <dsp:txXfrm>
        <a:off x="4458636" y="1007674"/>
        <a:ext cx="2277892" cy="3422262"/>
      </dsp:txXfrm>
    </dsp:sp>
    <dsp:sp modelId="{62E29F6D-13F8-4C5E-9766-83675C6041D3}">
      <dsp:nvSpPr>
        <dsp:cNvPr id="0" name=""/>
        <dsp:cNvSpPr/>
      </dsp:nvSpPr>
      <dsp:spPr>
        <a:xfrm>
          <a:off x="6678618" y="419597"/>
          <a:ext cx="777631" cy="6024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678618" y="540080"/>
        <a:ext cx="596906" cy="361451"/>
      </dsp:txXfrm>
    </dsp:sp>
    <dsp:sp modelId="{97BE61C0-98B2-43EF-BE39-4F109C107F06}">
      <dsp:nvSpPr>
        <dsp:cNvPr id="0" name=""/>
        <dsp:cNvSpPr/>
      </dsp:nvSpPr>
      <dsp:spPr>
        <a:xfrm>
          <a:off x="7779040" y="504805"/>
          <a:ext cx="2419630" cy="6480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Campo Checksum</a:t>
          </a:r>
          <a:endParaRPr lang="es-ES" sz="1500" b="1" kern="1200">
            <a:latin typeface="Arial"/>
            <a:cs typeface="Arial" panose="020B0604020202020204"/>
          </a:endParaRPr>
        </a:p>
      </dsp:txBody>
      <dsp:txXfrm>
        <a:off x="7779040" y="504805"/>
        <a:ext cx="2419630" cy="432000"/>
      </dsp:txXfrm>
    </dsp:sp>
    <dsp:sp modelId="{1B39ED31-AE75-41EF-899D-28CA9D9B3F03}">
      <dsp:nvSpPr>
        <dsp:cNvPr id="0" name=""/>
        <dsp:cNvSpPr/>
      </dsp:nvSpPr>
      <dsp:spPr>
        <a:xfrm>
          <a:off x="8274627" y="936805"/>
          <a:ext cx="2419630" cy="35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0" kern="1200"/>
            <a:t>Campo de 16 bits que asegura la </a:t>
          </a:r>
          <a:r>
            <a:rPr lang="es-ES" sz="1500" b="1" kern="1200"/>
            <a:t>integridad del mensaje ICMP</a:t>
          </a:r>
          <a:r>
            <a:rPr lang="es-ES" sz="1500" b="0" kern="1200"/>
            <a:t>.</a:t>
          </a:r>
          <a:endParaRPr lang="es-ES" sz="1500" b="1" kern="1200">
            <a:latin typeface="Arial"/>
            <a:cs typeface="Arial" panose="020B0604020202020204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0" kern="1200"/>
            <a:t>Se calcula sobre todo el mensaje ICMP (encabezado + datos).</a:t>
          </a:r>
          <a:endParaRPr lang="es-E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0" kern="1200"/>
            <a:t>Evita que información de control corrupta cause decisiones erróneas en routers o hosts.</a:t>
          </a:r>
          <a:endParaRPr lang="es-ES" sz="1500" kern="1200"/>
        </a:p>
      </dsp:txBody>
      <dsp:txXfrm>
        <a:off x="8345496" y="1007674"/>
        <a:ext cx="2277892" cy="34222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8D2A-41C2-496D-ACAC-021D08E4DC6C}">
      <dsp:nvSpPr>
        <dsp:cNvPr id="0" name=""/>
        <dsp:cNvSpPr/>
      </dsp:nvSpPr>
      <dsp:spPr>
        <a:xfrm>
          <a:off x="-5495781" y="-841557"/>
          <a:ext cx="6544492" cy="6544492"/>
        </a:xfrm>
        <a:prstGeom prst="blockArc">
          <a:avLst>
            <a:gd name="adj1" fmla="val 18900000"/>
            <a:gd name="adj2" fmla="val 2700000"/>
            <a:gd name="adj3" fmla="val 33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36995-3915-4176-B57F-C4F4F8A13CB5}">
      <dsp:nvSpPr>
        <dsp:cNvPr id="0" name=""/>
        <dsp:cNvSpPr/>
      </dsp:nvSpPr>
      <dsp:spPr>
        <a:xfrm>
          <a:off x="674759" y="486137"/>
          <a:ext cx="8581805" cy="9722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76200" rIns="76200" bIns="762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Incluye el encabezado IP original del paquete que causó el error.</a:t>
          </a:r>
          <a:endParaRPr lang="es-ES" sz="3000" kern="1200">
            <a:latin typeface="Arial"/>
          </a:endParaRPr>
        </a:p>
      </dsp:txBody>
      <dsp:txXfrm>
        <a:off x="674759" y="486137"/>
        <a:ext cx="8581805" cy="972275"/>
      </dsp:txXfrm>
    </dsp:sp>
    <dsp:sp modelId="{A6B521E3-742F-4D59-875F-A31D182AE5BF}">
      <dsp:nvSpPr>
        <dsp:cNvPr id="0" name=""/>
        <dsp:cNvSpPr/>
      </dsp:nvSpPr>
      <dsp:spPr>
        <a:xfrm>
          <a:off x="67087" y="364603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472F144-48E1-4C5F-8FE2-3ABD26ECF2A4}">
      <dsp:nvSpPr>
        <dsp:cNvPr id="0" name=""/>
        <dsp:cNvSpPr/>
      </dsp:nvSpPr>
      <dsp:spPr>
        <a:xfrm>
          <a:off x="1028181" y="1944551"/>
          <a:ext cx="8228383" cy="9722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Contiene los primeros 8 bytes del payload original.</a:t>
          </a:r>
        </a:p>
      </dsp:txBody>
      <dsp:txXfrm>
        <a:off x="1028181" y="1944551"/>
        <a:ext cx="8228383" cy="972275"/>
      </dsp:txXfrm>
    </dsp:sp>
    <dsp:sp modelId="{7B0A7BF3-335F-442B-A639-9E9B7E8CF5BF}">
      <dsp:nvSpPr>
        <dsp:cNvPr id="0" name=""/>
        <dsp:cNvSpPr/>
      </dsp:nvSpPr>
      <dsp:spPr>
        <a:xfrm>
          <a:off x="420509" y="1823016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ECB3E5D6-D274-45D7-B7E7-2A0FDD9B2712}">
      <dsp:nvSpPr>
        <dsp:cNvPr id="0" name=""/>
        <dsp:cNvSpPr/>
      </dsp:nvSpPr>
      <dsp:spPr>
        <a:xfrm>
          <a:off x="674759" y="3402964"/>
          <a:ext cx="8581805" cy="9722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71744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Permite identificar la sesión, el protocolo de transporte y los puertos involucrados.</a:t>
          </a:r>
        </a:p>
      </dsp:txBody>
      <dsp:txXfrm>
        <a:off x="674759" y="3402964"/>
        <a:ext cx="8581805" cy="972275"/>
      </dsp:txXfrm>
    </dsp:sp>
    <dsp:sp modelId="{73A9097F-DAF3-4F9A-BB7A-00950E26FF23}">
      <dsp:nvSpPr>
        <dsp:cNvPr id="0" name=""/>
        <dsp:cNvSpPr/>
      </dsp:nvSpPr>
      <dsp:spPr>
        <a:xfrm>
          <a:off x="67087" y="3281430"/>
          <a:ext cx="1215344" cy="121534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D2295-064B-4036-B56E-0FE37965D1DB}">
      <dsp:nvSpPr>
        <dsp:cNvPr id="0" name=""/>
        <dsp:cNvSpPr/>
      </dsp:nvSpPr>
      <dsp:spPr>
        <a:xfrm>
          <a:off x="0" y="33355"/>
          <a:ext cx="10080917" cy="96525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Indica que un paquete IP </a:t>
          </a:r>
          <a:r>
            <a:rPr lang="es-ES" sz="2500" b="1" kern="1200"/>
            <a:t>no pudo ser entregado a su destino final</a:t>
          </a:r>
          <a:r>
            <a:rPr lang="es-ES" sz="2500" kern="1200"/>
            <a:t>.</a:t>
          </a:r>
          <a:endParaRPr lang="es-ES" sz="2500" kern="1200">
            <a:latin typeface="Arial"/>
          </a:endParaRPr>
        </a:p>
      </dsp:txBody>
      <dsp:txXfrm>
        <a:off x="47120" y="80475"/>
        <a:ext cx="9986677" cy="871010"/>
      </dsp:txXfrm>
    </dsp:sp>
    <dsp:sp modelId="{E1B1DEBE-943D-4409-A476-17F9C4EC1BC0}">
      <dsp:nvSpPr>
        <dsp:cNvPr id="0" name=""/>
        <dsp:cNvSpPr/>
      </dsp:nvSpPr>
      <dsp:spPr>
        <a:xfrm>
          <a:off x="0" y="1070605"/>
          <a:ext cx="10080917" cy="965250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Es uno de los mensajes de error más importantes de ICMP.</a:t>
          </a:r>
        </a:p>
      </dsp:txBody>
      <dsp:txXfrm>
        <a:off x="47120" y="1117725"/>
        <a:ext cx="9986677" cy="871010"/>
      </dsp:txXfrm>
    </dsp:sp>
    <dsp:sp modelId="{1EA3232C-65CB-42F0-9A08-AD3DF34BC454}">
      <dsp:nvSpPr>
        <dsp:cNvPr id="0" name=""/>
        <dsp:cNvSpPr/>
      </dsp:nvSpPr>
      <dsp:spPr>
        <a:xfrm>
          <a:off x="0" y="2107856"/>
          <a:ext cx="10080917" cy="96525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La causa exacta se identifica mediante el campo Code.</a:t>
          </a:r>
        </a:p>
      </dsp:txBody>
      <dsp:txXfrm>
        <a:off x="47120" y="2154976"/>
        <a:ext cx="9986677" cy="87101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A6A36-E156-40BD-B41F-CE7E549B37C0}">
      <dsp:nvSpPr>
        <dsp:cNvPr id="0" name=""/>
        <dsp:cNvSpPr/>
      </dsp:nvSpPr>
      <dsp:spPr>
        <a:xfrm>
          <a:off x="1340" y="459475"/>
          <a:ext cx="1684825" cy="98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b="0" kern="1200"/>
            <a:t>Código 0: Network Unreachable</a:t>
          </a:r>
          <a:endParaRPr lang="es-EC" sz="1300" b="0" kern="1200">
            <a:latin typeface="Arial"/>
          </a:endParaRPr>
        </a:p>
      </dsp:txBody>
      <dsp:txXfrm>
        <a:off x="1340" y="459475"/>
        <a:ext cx="1684825" cy="656379"/>
      </dsp:txXfrm>
    </dsp:sp>
    <dsp:sp modelId="{F602C7D1-8AF2-4D6B-A6B9-11069A88EFB5}">
      <dsp:nvSpPr>
        <dsp:cNvPr id="0" name=""/>
        <dsp:cNvSpPr/>
      </dsp:nvSpPr>
      <dsp:spPr>
        <a:xfrm>
          <a:off x="346425" y="1115855"/>
          <a:ext cx="1684825" cy="31451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No existe una ruta conocida hacia la red destino.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Error de </a:t>
          </a:r>
          <a:r>
            <a:rPr lang="es-EC" sz="1300" b="1" kern="1200"/>
            <a:t>Capa 3 (Enrutamiento)</a:t>
          </a:r>
          <a:r>
            <a:rPr lang="es-EC" sz="1300" kern="1200"/>
            <a:t>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El </a:t>
          </a:r>
          <a:r>
            <a:rPr lang="es-EC" sz="1300" kern="1200" err="1"/>
            <a:t>router</a:t>
          </a:r>
          <a:r>
            <a:rPr lang="es-EC" sz="1300" kern="1200"/>
            <a:t> no tiene rutas estáticas, dinámicas ni ruta por defecto.</a:t>
          </a:r>
        </a:p>
      </dsp:txBody>
      <dsp:txXfrm>
        <a:off x="395772" y="1165202"/>
        <a:ext cx="1586131" cy="3046412"/>
      </dsp:txXfrm>
    </dsp:sp>
    <dsp:sp modelId="{D75F8C54-697A-41E0-AE47-3337CEF75A9D}">
      <dsp:nvSpPr>
        <dsp:cNvPr id="0" name=""/>
        <dsp:cNvSpPr/>
      </dsp:nvSpPr>
      <dsp:spPr>
        <a:xfrm>
          <a:off x="1941579" y="577928"/>
          <a:ext cx="541476" cy="419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941579" y="661822"/>
        <a:ext cx="415634" cy="251684"/>
      </dsp:txXfrm>
    </dsp:sp>
    <dsp:sp modelId="{94FA6606-51FF-47D2-817F-CD67FE602E78}">
      <dsp:nvSpPr>
        <dsp:cNvPr id="0" name=""/>
        <dsp:cNvSpPr/>
      </dsp:nvSpPr>
      <dsp:spPr>
        <a:xfrm>
          <a:off x="2707819" y="459475"/>
          <a:ext cx="1684825" cy="98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tint val="50000"/>
                <a:satMod val="300000"/>
              </a:schemeClr>
            </a:gs>
            <a:gs pos="35000">
              <a:schemeClr val="accent4">
                <a:hueOff val="-1488257"/>
                <a:satOff val="8966"/>
                <a:lumOff val="719"/>
                <a:alphaOff val="0"/>
                <a:tint val="37000"/>
                <a:satMod val="30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/>
            <a:t>Código 1: Host Unreachable</a:t>
          </a:r>
        </a:p>
      </dsp:txBody>
      <dsp:txXfrm>
        <a:off x="2707819" y="459475"/>
        <a:ext cx="1684825" cy="656379"/>
      </dsp:txXfrm>
    </dsp:sp>
    <dsp:sp modelId="{87AF67F7-B2A1-4382-9476-37ACA07F2AF1}">
      <dsp:nvSpPr>
        <dsp:cNvPr id="0" name=""/>
        <dsp:cNvSpPr/>
      </dsp:nvSpPr>
      <dsp:spPr>
        <a:xfrm>
          <a:off x="3052904" y="1115855"/>
          <a:ext cx="1684825" cy="31451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La red destino es conocida, pero el host no responde.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Error típico de </a:t>
          </a:r>
          <a:r>
            <a:rPr lang="es-EC" sz="1300" b="1" kern="1200"/>
            <a:t>Capa 2 (ARP</a:t>
          </a:r>
          <a:r>
            <a:rPr lang="es-EC" sz="1300" kern="1200"/>
            <a:t>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Ocurre cuando el host está apagado o desconectado.</a:t>
          </a:r>
        </a:p>
      </dsp:txBody>
      <dsp:txXfrm>
        <a:off x="3102251" y="1165202"/>
        <a:ext cx="1586131" cy="3046412"/>
      </dsp:txXfrm>
    </dsp:sp>
    <dsp:sp modelId="{A2E7AEC1-66D4-4CC5-9547-5097D991967A}">
      <dsp:nvSpPr>
        <dsp:cNvPr id="0" name=""/>
        <dsp:cNvSpPr/>
      </dsp:nvSpPr>
      <dsp:spPr>
        <a:xfrm>
          <a:off x="4648058" y="577928"/>
          <a:ext cx="541476" cy="419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648058" y="661822"/>
        <a:ext cx="415634" cy="251684"/>
      </dsp:txXfrm>
    </dsp:sp>
    <dsp:sp modelId="{D30D0A09-60E4-4FF8-A386-8A15807B40CE}">
      <dsp:nvSpPr>
        <dsp:cNvPr id="0" name=""/>
        <dsp:cNvSpPr/>
      </dsp:nvSpPr>
      <dsp:spPr>
        <a:xfrm>
          <a:off x="5414299" y="459475"/>
          <a:ext cx="1684825" cy="98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tint val="50000"/>
                <a:satMod val="300000"/>
              </a:schemeClr>
            </a:gs>
            <a:gs pos="35000">
              <a:schemeClr val="accent4">
                <a:hueOff val="-2976513"/>
                <a:satOff val="17933"/>
                <a:lumOff val="1437"/>
                <a:alphaOff val="0"/>
                <a:tint val="37000"/>
                <a:satMod val="30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/>
            <a:t>Código 3: Port Unreachable</a:t>
          </a:r>
          <a:endParaRPr lang="es-EC" sz="1300" kern="1200">
            <a:latin typeface="Arial"/>
          </a:endParaRPr>
        </a:p>
      </dsp:txBody>
      <dsp:txXfrm>
        <a:off x="5414299" y="459475"/>
        <a:ext cx="1684825" cy="656379"/>
      </dsp:txXfrm>
    </dsp:sp>
    <dsp:sp modelId="{CF4D7485-AB7B-4966-A3AD-1AC28CB8198F}">
      <dsp:nvSpPr>
        <dsp:cNvPr id="0" name=""/>
        <dsp:cNvSpPr/>
      </dsp:nvSpPr>
      <dsp:spPr>
        <a:xfrm>
          <a:off x="5759383" y="1115855"/>
          <a:ext cx="1684825" cy="31451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El paquete llegó correctamente al host destino.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No existe ninguna aplicación escuchando en el puerto destino.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Error de </a:t>
          </a:r>
          <a:r>
            <a:rPr lang="es-EC" sz="1300" b="1" kern="1200"/>
            <a:t>Capa 4 (Transporte / Aplicación)</a:t>
          </a:r>
          <a:r>
            <a:rPr lang="es-EC" sz="1300" kern="1200"/>
            <a:t>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Fundamental para protocolos sin conexión como UDP.</a:t>
          </a:r>
        </a:p>
      </dsp:txBody>
      <dsp:txXfrm>
        <a:off x="5808730" y="1165202"/>
        <a:ext cx="1586131" cy="3046412"/>
      </dsp:txXfrm>
    </dsp:sp>
    <dsp:sp modelId="{08DAF9CA-5630-4B27-9537-3D8E6AF5214F}">
      <dsp:nvSpPr>
        <dsp:cNvPr id="0" name=""/>
        <dsp:cNvSpPr/>
      </dsp:nvSpPr>
      <dsp:spPr>
        <a:xfrm>
          <a:off x="7354537" y="577928"/>
          <a:ext cx="541476" cy="419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354537" y="661822"/>
        <a:ext cx="415634" cy="251684"/>
      </dsp:txXfrm>
    </dsp:sp>
    <dsp:sp modelId="{8AC1356B-ACB0-4688-8649-4D51F7348C2A}">
      <dsp:nvSpPr>
        <dsp:cNvPr id="0" name=""/>
        <dsp:cNvSpPr/>
      </dsp:nvSpPr>
      <dsp:spPr>
        <a:xfrm>
          <a:off x="8120778" y="459475"/>
          <a:ext cx="1684825" cy="9845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/>
            <a:t>Código 4: Fragmentation Needed / DF Set</a:t>
          </a:r>
          <a:endParaRPr lang="es-EC" sz="1300" kern="1200">
            <a:latin typeface="Arial"/>
          </a:endParaRPr>
        </a:p>
      </dsp:txBody>
      <dsp:txXfrm>
        <a:off x="8120778" y="459475"/>
        <a:ext cx="1684825" cy="656379"/>
      </dsp:txXfrm>
    </dsp:sp>
    <dsp:sp modelId="{2D16DD01-100F-4B0E-980D-A8279B79BFE7}">
      <dsp:nvSpPr>
        <dsp:cNvPr id="0" name=""/>
        <dsp:cNvSpPr/>
      </dsp:nvSpPr>
      <dsp:spPr>
        <a:xfrm>
          <a:off x="8465862" y="1115855"/>
          <a:ext cx="1684825" cy="31451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El paquete supera la MTU del enlace de salida.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El bit DF está activado, por lo que no puede fragmentarse.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Es esencial para el </a:t>
          </a:r>
          <a:r>
            <a:rPr lang="es-EC" sz="1300" b="1" kern="1200" err="1"/>
            <a:t>Path</a:t>
          </a:r>
          <a:r>
            <a:rPr lang="es-EC" sz="1300" b="1" kern="1200"/>
            <a:t> MTU Discovery (PMTUD)</a:t>
          </a:r>
          <a:r>
            <a:rPr lang="es-EC" sz="1300" kern="1200"/>
            <a:t>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C" sz="1300" kern="1200"/>
            <a:t>Permite optimizar el tamaño de los paquetes y evitar fragmentación.</a:t>
          </a:r>
        </a:p>
      </dsp:txBody>
      <dsp:txXfrm>
        <a:off x="8515209" y="1165202"/>
        <a:ext cx="1586131" cy="304641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D2295-064B-4036-B56E-0FE37965D1DB}">
      <dsp:nvSpPr>
        <dsp:cNvPr id="0" name=""/>
        <dsp:cNvSpPr/>
      </dsp:nvSpPr>
      <dsp:spPr>
        <a:xfrm>
          <a:off x="0" y="76954"/>
          <a:ext cx="9955438" cy="608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Indica que un paquete IP </a:t>
          </a:r>
          <a:r>
            <a:rPr lang="es-ES" sz="1600" b="1" kern="1200"/>
            <a:t>no pudo ser entregado a su destino final</a:t>
          </a:r>
          <a:r>
            <a:rPr lang="es-ES" sz="1600" kern="1200"/>
            <a:t>.</a:t>
          </a:r>
          <a:endParaRPr lang="es-ES" sz="1600" kern="1200">
            <a:latin typeface="Arial"/>
          </a:endParaRPr>
        </a:p>
      </dsp:txBody>
      <dsp:txXfrm>
        <a:off x="29700" y="106654"/>
        <a:ext cx="9896038" cy="549000"/>
      </dsp:txXfrm>
    </dsp:sp>
    <dsp:sp modelId="{E1B1DEBE-943D-4409-A476-17F9C4EC1BC0}">
      <dsp:nvSpPr>
        <dsp:cNvPr id="0" name=""/>
        <dsp:cNvSpPr/>
      </dsp:nvSpPr>
      <dsp:spPr>
        <a:xfrm>
          <a:off x="0" y="731434"/>
          <a:ext cx="9955438" cy="608400"/>
        </a:xfrm>
        <a:prstGeom prst="round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tint val="50000"/>
                <a:satMod val="300000"/>
              </a:schemeClr>
            </a:gs>
            <a:gs pos="35000">
              <a:schemeClr val="accent4">
                <a:hueOff val="-1116192"/>
                <a:satOff val="6725"/>
                <a:lumOff val="539"/>
                <a:alphaOff val="0"/>
                <a:tint val="37000"/>
                <a:satMod val="30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Es uno de los mensajes de error más importantes de ICMP.</a:t>
          </a:r>
        </a:p>
      </dsp:txBody>
      <dsp:txXfrm>
        <a:off x="29700" y="761134"/>
        <a:ext cx="9896038" cy="549000"/>
      </dsp:txXfrm>
    </dsp:sp>
    <dsp:sp modelId="{1EA3232C-65CB-42F0-9A08-AD3DF34BC454}">
      <dsp:nvSpPr>
        <dsp:cNvPr id="0" name=""/>
        <dsp:cNvSpPr/>
      </dsp:nvSpPr>
      <dsp:spPr>
        <a:xfrm>
          <a:off x="0" y="1385914"/>
          <a:ext cx="9955438" cy="608400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La causa exacta se identifica mediante el campo Code.Permite diagnosticar fallos en distintas capas de la red.</a:t>
          </a:r>
        </a:p>
      </dsp:txBody>
      <dsp:txXfrm>
        <a:off x="29700" y="1415614"/>
        <a:ext cx="9896038" cy="549000"/>
      </dsp:txXfrm>
    </dsp:sp>
    <dsp:sp modelId="{005DAF05-749A-4560-9948-F60A2CD760A2}">
      <dsp:nvSpPr>
        <dsp:cNvPr id="0" name=""/>
        <dsp:cNvSpPr/>
      </dsp:nvSpPr>
      <dsp:spPr>
        <a:xfrm>
          <a:off x="0" y="2040395"/>
          <a:ext cx="9955438" cy="608400"/>
        </a:xfrm>
        <a:prstGeom prst="round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tint val="50000"/>
                <a:satMod val="300000"/>
              </a:schemeClr>
            </a:gs>
            <a:gs pos="35000">
              <a:schemeClr val="accent4">
                <a:hueOff val="-3348577"/>
                <a:satOff val="20174"/>
                <a:lumOff val="1617"/>
                <a:alphaOff val="0"/>
                <a:tint val="37000"/>
                <a:satMod val="30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Proporciona retroalimentación precisa al host origen.</a:t>
          </a:r>
        </a:p>
      </dsp:txBody>
      <dsp:txXfrm>
        <a:off x="29700" y="2070095"/>
        <a:ext cx="9896038" cy="549000"/>
      </dsp:txXfrm>
    </dsp:sp>
    <dsp:sp modelId="{3CB40BA0-0588-40B5-89B5-9A264C94C9D0}">
      <dsp:nvSpPr>
        <dsp:cNvPr id="0" name=""/>
        <dsp:cNvSpPr/>
      </dsp:nvSpPr>
      <dsp:spPr>
        <a:xfrm>
          <a:off x="0" y="2694875"/>
          <a:ext cx="9955438" cy="60840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Contribuye a la estabilidad y eficiencia del tráfico IP.</a:t>
          </a:r>
        </a:p>
      </dsp:txBody>
      <dsp:txXfrm>
        <a:off x="29700" y="2724575"/>
        <a:ext cx="9896038" cy="549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841AE-682F-4FEC-848E-9DCCE27DDCBC}">
      <dsp:nvSpPr>
        <dsp:cNvPr id="0" name=""/>
        <dsp:cNvSpPr/>
      </dsp:nvSpPr>
      <dsp:spPr>
        <a:xfrm>
          <a:off x="1589349" y="2968"/>
          <a:ext cx="2622704" cy="1573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b="0" kern="1200">
              <a:latin typeface="Arial"/>
            </a:rPr>
            <a:t>Envío inicial: Host envía el paquete con TTL = 1.</a:t>
          </a:r>
        </a:p>
      </dsp:txBody>
      <dsp:txXfrm>
        <a:off x="1635439" y="49058"/>
        <a:ext cx="2530524" cy="1481442"/>
      </dsp:txXfrm>
    </dsp:sp>
    <dsp:sp modelId="{9AC9DCEC-9F11-4B37-9346-3828E3C7D7B5}">
      <dsp:nvSpPr>
        <dsp:cNvPr id="0" name=""/>
        <dsp:cNvSpPr/>
      </dsp:nvSpPr>
      <dsp:spPr>
        <a:xfrm>
          <a:off x="4442852" y="464564"/>
          <a:ext cx="556013" cy="6504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shade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shade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442852" y="594650"/>
        <a:ext cx="389209" cy="390258"/>
      </dsp:txXfrm>
    </dsp:sp>
    <dsp:sp modelId="{E3FA40DB-3F0F-41F5-92E4-76BAC70365D8}">
      <dsp:nvSpPr>
        <dsp:cNvPr id="0" name=""/>
        <dsp:cNvSpPr/>
      </dsp:nvSpPr>
      <dsp:spPr>
        <a:xfrm>
          <a:off x="5261135" y="2968"/>
          <a:ext cx="2622704" cy="1573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72969"/>
                <a:satOff val="-477"/>
                <a:lumOff val="8185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72969"/>
                <a:satOff val="-477"/>
                <a:lumOff val="8185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72969"/>
                <a:satOff val="-477"/>
                <a:lumOff val="818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latin typeface="Arial"/>
            </a:rPr>
            <a:t>En el router</a:t>
          </a:r>
          <a:r>
            <a:rPr lang="es-EC" sz="2000" kern="1200"/>
            <a:t>: </a:t>
          </a:r>
          <a:r>
            <a:rPr lang="es-EC" sz="2000" kern="1200">
              <a:latin typeface="Arial"/>
            </a:rPr>
            <a:t>El primer </a:t>
          </a:r>
          <a:r>
            <a:rPr lang="es-EC" sz="2000" kern="1200" err="1">
              <a:latin typeface="Arial"/>
            </a:rPr>
            <a:t>router</a:t>
          </a:r>
          <a:r>
            <a:rPr lang="es-EC" sz="2000" kern="1200">
              <a:latin typeface="Arial"/>
            </a:rPr>
            <a:t> reduce TTL a 0 y descarta el paquete.</a:t>
          </a:r>
          <a:endParaRPr lang="es-EC" sz="2000" kern="1200"/>
        </a:p>
      </dsp:txBody>
      <dsp:txXfrm>
        <a:off x="5307225" y="49058"/>
        <a:ext cx="2530524" cy="1481442"/>
      </dsp:txXfrm>
    </dsp:sp>
    <dsp:sp modelId="{0082E207-C3CB-4A01-A41A-D6EA76387735}">
      <dsp:nvSpPr>
        <dsp:cNvPr id="0" name=""/>
        <dsp:cNvSpPr/>
      </dsp:nvSpPr>
      <dsp:spPr>
        <a:xfrm rot="5400000">
          <a:off x="6294481" y="1760180"/>
          <a:ext cx="556013" cy="6504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109447"/>
                <a:satOff val="-1766"/>
                <a:lumOff val="10911"/>
                <a:alphaOff val="0"/>
                <a:tint val="50000"/>
                <a:satMod val="300000"/>
              </a:schemeClr>
            </a:gs>
            <a:gs pos="35000">
              <a:schemeClr val="accent3">
                <a:shade val="90000"/>
                <a:hueOff val="109447"/>
                <a:satOff val="-1766"/>
                <a:lumOff val="10911"/>
                <a:alphaOff val="0"/>
                <a:tint val="37000"/>
                <a:satMod val="300000"/>
              </a:schemeClr>
            </a:gs>
            <a:gs pos="100000">
              <a:schemeClr val="accent3">
                <a:shade val="90000"/>
                <a:hueOff val="109447"/>
                <a:satOff val="-1766"/>
                <a:lumOff val="1091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6377359" y="1807388"/>
        <a:ext cx="390258" cy="389209"/>
      </dsp:txXfrm>
    </dsp:sp>
    <dsp:sp modelId="{1503D1A4-22A4-402E-9F6D-193D56029074}">
      <dsp:nvSpPr>
        <dsp:cNvPr id="0" name=""/>
        <dsp:cNvSpPr/>
      </dsp:nvSpPr>
      <dsp:spPr>
        <a:xfrm>
          <a:off x="5261135" y="2625673"/>
          <a:ext cx="2622704" cy="1573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145938"/>
                <a:satOff val="-954"/>
                <a:lumOff val="16369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145938"/>
                <a:satOff val="-954"/>
                <a:lumOff val="16369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145938"/>
                <a:satOff val="-954"/>
                <a:lumOff val="1636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latin typeface="Arial"/>
            </a:rPr>
            <a:t>Respuesta ICMP: El router envía el mensaje "Time Exceeded".</a:t>
          </a:r>
        </a:p>
      </dsp:txBody>
      <dsp:txXfrm>
        <a:off x="5307225" y="2671763"/>
        <a:ext cx="2530524" cy="1481442"/>
      </dsp:txXfrm>
    </dsp:sp>
    <dsp:sp modelId="{15858BAE-B7B7-4681-98E8-C532E13F28D9}">
      <dsp:nvSpPr>
        <dsp:cNvPr id="0" name=""/>
        <dsp:cNvSpPr/>
      </dsp:nvSpPr>
      <dsp:spPr>
        <a:xfrm rot="10800000">
          <a:off x="4474324" y="3087269"/>
          <a:ext cx="556013" cy="65043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218894"/>
                <a:satOff val="-3532"/>
                <a:lumOff val="21821"/>
                <a:alphaOff val="0"/>
                <a:tint val="50000"/>
                <a:satMod val="300000"/>
              </a:schemeClr>
            </a:gs>
            <a:gs pos="35000">
              <a:schemeClr val="accent3">
                <a:shade val="90000"/>
                <a:hueOff val="218894"/>
                <a:satOff val="-3532"/>
                <a:lumOff val="21821"/>
                <a:alphaOff val="0"/>
                <a:tint val="37000"/>
                <a:satMod val="300000"/>
              </a:schemeClr>
            </a:gs>
            <a:gs pos="100000">
              <a:schemeClr val="accent3">
                <a:shade val="90000"/>
                <a:hueOff val="218894"/>
                <a:satOff val="-3532"/>
                <a:lumOff val="2182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641128" y="3217355"/>
        <a:ext cx="389209" cy="390258"/>
      </dsp:txXfrm>
    </dsp:sp>
    <dsp:sp modelId="{CFC5C186-3A0C-4124-88F8-740F94CB9E7A}">
      <dsp:nvSpPr>
        <dsp:cNvPr id="0" name=""/>
        <dsp:cNvSpPr/>
      </dsp:nvSpPr>
      <dsp:spPr>
        <a:xfrm>
          <a:off x="1589349" y="2625673"/>
          <a:ext cx="2622704" cy="1573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218907"/>
                <a:satOff val="-1431"/>
                <a:lumOff val="24554"/>
                <a:alphaOff val="0"/>
                <a:tint val="50000"/>
                <a:satMod val="300000"/>
              </a:schemeClr>
            </a:gs>
            <a:gs pos="35000">
              <a:schemeClr val="accent3">
                <a:shade val="80000"/>
                <a:hueOff val="218907"/>
                <a:satOff val="-1431"/>
                <a:lumOff val="24554"/>
                <a:alphaOff val="0"/>
                <a:tint val="37000"/>
                <a:satMod val="300000"/>
              </a:schemeClr>
            </a:gs>
            <a:gs pos="100000">
              <a:schemeClr val="accent3">
                <a:shade val="80000"/>
                <a:hueOff val="218907"/>
                <a:satOff val="-1431"/>
                <a:lumOff val="2455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latin typeface="Arial"/>
            </a:rPr>
            <a:t>Identificación: El Host registra la IP del </a:t>
          </a:r>
          <a:r>
            <a:rPr lang="es-EC" sz="2000" kern="1200" err="1">
              <a:latin typeface="Arial"/>
            </a:rPr>
            <a:t>router</a:t>
          </a:r>
          <a:r>
            <a:rPr lang="es-EC" sz="2000" kern="1200">
              <a:latin typeface="Arial"/>
            </a:rPr>
            <a:t> y repite con TTL = 2, 3, …</a:t>
          </a:r>
        </a:p>
      </dsp:txBody>
      <dsp:txXfrm>
        <a:off x="1635439" y="2671763"/>
        <a:ext cx="2530524" cy="14814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8E4EE-F6EB-4AFA-AA66-9FB6CDF85BFB}">
      <dsp:nvSpPr>
        <dsp:cNvPr id="0" name=""/>
        <dsp:cNvSpPr/>
      </dsp:nvSpPr>
      <dsp:spPr bwMode="white">
        <a:xfrm>
          <a:off x="0" y="73194"/>
          <a:ext cx="10297655" cy="1421550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  <a:cs typeface="Arial" panose="020B0604020202020204"/>
            </a:rPr>
            <a:t>El problema </a:t>
          </a:r>
          <a:r>
            <a:rPr lang="es-ES" sz="2700" kern="1200">
              <a:latin typeface="Arial"/>
            </a:rPr>
            <a:t>ocurre </a:t>
          </a:r>
          <a:r>
            <a:rPr lang="es-ES" sz="2700" kern="1200"/>
            <a:t>cuando un paquete es mayor al MTU del router y tiene la bandera</a:t>
          </a:r>
          <a:r>
            <a:rPr lang="es-ES" sz="2700" kern="1200">
              <a:latin typeface="Arial"/>
            </a:rPr>
            <a:t> y envía el error Type 3, Code 4</a:t>
          </a:r>
          <a:r>
            <a:rPr lang="es-ES" sz="2700" b="0" kern="1200">
              <a:latin typeface="Arial"/>
            </a:rPr>
            <a:t> (Fragmentation Needed)</a:t>
          </a:r>
          <a:r>
            <a:rPr lang="es-ES" sz="2700" kern="1200">
              <a:latin typeface="Arial"/>
            </a:rPr>
            <a:t> </a:t>
          </a:r>
          <a:r>
            <a:rPr lang="es-ES" sz="2700" kern="1200"/>
            <a:t>activada.</a:t>
          </a:r>
        </a:p>
      </dsp:txBody>
      <dsp:txXfrm>
        <a:off x="69394" y="142588"/>
        <a:ext cx="10158867" cy="1282762"/>
      </dsp:txXfrm>
    </dsp:sp>
    <dsp:sp modelId="{4E3A95B8-FD42-40AA-8E54-BD0FB33E3461}">
      <dsp:nvSpPr>
        <dsp:cNvPr id="0" name=""/>
        <dsp:cNvSpPr/>
      </dsp:nvSpPr>
      <dsp:spPr>
        <a:xfrm>
          <a:off x="0" y="1572504"/>
          <a:ext cx="10297655" cy="1421550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El ICMP actúa cuando el </a:t>
          </a:r>
          <a:r>
            <a:rPr lang="es-ES" sz="2700" kern="1200" err="1">
              <a:latin typeface="Arial"/>
            </a:rPr>
            <a:t>router</a:t>
          </a:r>
          <a:r>
            <a:rPr lang="es-ES" sz="2700" kern="1200">
              <a:latin typeface="Arial"/>
            </a:rPr>
            <a:t> descarta el paquete </a:t>
          </a:r>
          <a:r>
            <a:rPr lang="es-ES" sz="2700" kern="1200"/>
            <a:t>y envía el error </a:t>
          </a:r>
          <a:r>
            <a:rPr lang="es-ES" sz="2700" b="0" kern="1200">
              <a:latin typeface="Arial"/>
            </a:rPr>
            <a:t>y envía el error </a:t>
          </a:r>
          <a:r>
            <a:rPr lang="es-ES" sz="2700" b="0" kern="1200"/>
            <a:t>Type 3, Code 4 (Fragmentation Needed)</a:t>
          </a:r>
          <a:r>
            <a:rPr lang="es-ES" sz="2700" kern="1200"/>
            <a:t>.</a:t>
          </a:r>
        </a:p>
      </dsp:txBody>
      <dsp:txXfrm>
        <a:off x="69394" y="1641898"/>
        <a:ext cx="10158867" cy="1282762"/>
      </dsp:txXfrm>
    </dsp:sp>
    <dsp:sp modelId="{765CBD95-B719-45EB-9F0B-837FF256A9C6}">
      <dsp:nvSpPr>
        <dsp:cNvPr id="0" name=""/>
        <dsp:cNvSpPr/>
      </dsp:nvSpPr>
      <dsp:spPr>
        <a:xfrm>
          <a:off x="0" y="3071814"/>
          <a:ext cx="10297655" cy="1421550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>
              <a:latin typeface="Arial"/>
            </a:rPr>
            <a:t>El resultado es que </a:t>
          </a:r>
          <a:r>
            <a:rPr lang="es-ES" sz="2700" kern="1200"/>
            <a:t>permite al Host origen descubrir el tamaño máximo real de la ruta para optimizar el envío de datos.</a:t>
          </a:r>
        </a:p>
      </dsp:txBody>
      <dsp:txXfrm>
        <a:off x="69394" y="3141208"/>
        <a:ext cx="10158867" cy="128276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8E4EE-F6EB-4AFA-AA66-9FB6CDF85BFB}">
      <dsp:nvSpPr>
        <dsp:cNvPr id="0" name=""/>
        <dsp:cNvSpPr/>
      </dsp:nvSpPr>
      <dsp:spPr>
        <a:xfrm>
          <a:off x="0" y="155454"/>
          <a:ext cx="10297655" cy="1351349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/>
            <a:t>Mecanismo para actualizar dinámicamente las </a:t>
          </a:r>
          <a:r>
            <a:rPr lang="es-ES" sz="3500" b="0" kern="1200"/>
            <a:t>tablas de enrutamiento de </a:t>
          </a:r>
          <a:r>
            <a:rPr lang="es-ES" sz="3500" kern="1200"/>
            <a:t>los hosts.</a:t>
          </a:r>
        </a:p>
      </dsp:txBody>
      <dsp:txXfrm>
        <a:off x="65967" y="221421"/>
        <a:ext cx="10165721" cy="1219415"/>
      </dsp:txXfrm>
    </dsp:sp>
    <dsp:sp modelId="{4E3A95B8-FD42-40AA-8E54-BD0FB33E3461}">
      <dsp:nvSpPr>
        <dsp:cNvPr id="0" name=""/>
        <dsp:cNvSpPr/>
      </dsp:nvSpPr>
      <dsp:spPr>
        <a:xfrm>
          <a:off x="0" y="1607604"/>
          <a:ext cx="10297655" cy="1351349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/>
            <a:t>El Router detecta una mejor ruta (</a:t>
          </a:r>
          <a:r>
            <a:rPr lang="es-ES" sz="3500" b="0" kern="1200"/>
            <a:t>Next Hop) hacia el destino dentro del mismo segmento de red</a:t>
          </a:r>
          <a:r>
            <a:rPr lang="es-ES" sz="3500" kern="1200"/>
            <a:t>.</a:t>
          </a:r>
        </a:p>
      </dsp:txBody>
      <dsp:txXfrm>
        <a:off x="65967" y="1673571"/>
        <a:ext cx="10165721" cy="1219415"/>
      </dsp:txXfrm>
    </dsp:sp>
    <dsp:sp modelId="{765CBD95-B719-45EB-9F0B-837FF256A9C6}">
      <dsp:nvSpPr>
        <dsp:cNvPr id="0" name=""/>
        <dsp:cNvSpPr/>
      </dsp:nvSpPr>
      <dsp:spPr>
        <a:xfrm>
          <a:off x="0" y="3059754"/>
          <a:ext cx="10297655" cy="1351349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/>
            <a:t>Envía un </a:t>
          </a:r>
          <a:r>
            <a:rPr lang="es-ES" sz="3500" b="0" kern="1200"/>
            <a:t>ICMP Redirect (Type 5)</a:t>
          </a:r>
          <a:r>
            <a:rPr lang="es-ES" sz="3500" kern="1200"/>
            <a:t> para que el host use la ruta óptima en el futuro.</a:t>
          </a:r>
        </a:p>
      </dsp:txBody>
      <dsp:txXfrm>
        <a:off x="65967" y="3125721"/>
        <a:ext cx="10165721" cy="121941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58D2A-41C2-496D-ACAC-021D08E4DC6C}">
      <dsp:nvSpPr>
        <dsp:cNvPr id="0" name=""/>
        <dsp:cNvSpPr/>
      </dsp:nvSpPr>
      <dsp:spPr>
        <a:xfrm>
          <a:off x="-5496474" y="-841557"/>
          <a:ext cx="6544492" cy="6544492"/>
        </a:xfrm>
        <a:prstGeom prst="blockArc">
          <a:avLst>
            <a:gd name="adj1" fmla="val 18900000"/>
            <a:gd name="adj2" fmla="val 2700000"/>
            <a:gd name="adj3" fmla="val 33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500AD-F455-4DB6-9538-5615BEC1168F}">
      <dsp:nvSpPr>
        <dsp:cNvPr id="0" name=""/>
        <dsp:cNvSpPr/>
      </dsp:nvSpPr>
      <dsp:spPr>
        <a:xfrm>
          <a:off x="390647" y="256000"/>
          <a:ext cx="8865224" cy="5118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246" tIns="43180" rIns="43180" bIns="4318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kern="1200"/>
            <a:t>Mensajes de Control (Bit T = 1): Establecen/mantienen/cierran túnel</a:t>
          </a:r>
          <a:endParaRPr lang="en-US" sz="1700" b="0" kern="1200"/>
        </a:p>
      </dsp:txBody>
      <dsp:txXfrm>
        <a:off x="390647" y="256000"/>
        <a:ext cx="8865224" cy="511805"/>
      </dsp:txXfrm>
    </dsp:sp>
    <dsp:sp modelId="{9753F69D-82D5-4AF4-9F82-F092FE20EF64}">
      <dsp:nvSpPr>
        <dsp:cNvPr id="0" name=""/>
        <dsp:cNvSpPr/>
      </dsp:nvSpPr>
      <dsp:spPr>
        <a:xfrm>
          <a:off x="70768" y="192024"/>
          <a:ext cx="639757" cy="6397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C65E507-FC15-46ED-962A-01D45E9940B5}">
      <dsp:nvSpPr>
        <dsp:cNvPr id="0" name=""/>
        <dsp:cNvSpPr/>
      </dsp:nvSpPr>
      <dsp:spPr>
        <a:xfrm>
          <a:off x="811642" y="1023611"/>
          <a:ext cx="8444228" cy="51180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24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kern="1200"/>
            <a:t>Mensajes de Datos (Bit T = 0): Transportan tráfico de usuario</a:t>
          </a:r>
        </a:p>
      </dsp:txBody>
      <dsp:txXfrm>
        <a:off x="811642" y="1023611"/>
        <a:ext cx="8444228" cy="511805"/>
      </dsp:txXfrm>
    </dsp:sp>
    <dsp:sp modelId="{AE3EBC51-3BD1-471E-B3E2-93635B2C0E6A}">
      <dsp:nvSpPr>
        <dsp:cNvPr id="0" name=""/>
        <dsp:cNvSpPr/>
      </dsp:nvSpPr>
      <dsp:spPr>
        <a:xfrm>
          <a:off x="491764" y="959636"/>
          <a:ext cx="639757" cy="6397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92C4FA6-9B7F-487F-8AA0-2F34A3C11EEC}">
      <dsp:nvSpPr>
        <dsp:cNvPr id="0" name=""/>
        <dsp:cNvSpPr/>
      </dsp:nvSpPr>
      <dsp:spPr>
        <a:xfrm>
          <a:off x="1004153" y="1791223"/>
          <a:ext cx="8251718" cy="51180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24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kern="1200" err="1"/>
            <a:t>Tunnel</a:t>
          </a:r>
          <a:r>
            <a:rPr lang="es-MX" sz="1700" b="0" kern="1200"/>
            <a:t> ID: Identifica el túnel global LAC-LNS</a:t>
          </a:r>
          <a:endParaRPr lang="es-ES" sz="1700" b="0" kern="1200"/>
        </a:p>
      </dsp:txBody>
      <dsp:txXfrm>
        <a:off x="1004153" y="1791223"/>
        <a:ext cx="8251718" cy="511805"/>
      </dsp:txXfrm>
    </dsp:sp>
    <dsp:sp modelId="{17636783-F6CA-4F44-95B2-629AC687ACA9}">
      <dsp:nvSpPr>
        <dsp:cNvPr id="0" name=""/>
        <dsp:cNvSpPr/>
      </dsp:nvSpPr>
      <dsp:spPr>
        <a:xfrm>
          <a:off x="684274" y="1727247"/>
          <a:ext cx="639757" cy="6397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FDA4A098-7AEF-45FC-9BE7-B08183A981FF}">
      <dsp:nvSpPr>
        <dsp:cNvPr id="0" name=""/>
        <dsp:cNvSpPr/>
      </dsp:nvSpPr>
      <dsp:spPr>
        <a:xfrm>
          <a:off x="1004153" y="2558348"/>
          <a:ext cx="8251718" cy="51180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24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kern="1200" err="1"/>
            <a:t>Session</a:t>
          </a:r>
          <a:r>
            <a:rPr lang="es-MX" sz="1700" b="0" kern="1200"/>
            <a:t> ID: Identifica sesión de usuario dentro del túnel</a:t>
          </a:r>
        </a:p>
      </dsp:txBody>
      <dsp:txXfrm>
        <a:off x="1004153" y="2558348"/>
        <a:ext cx="8251718" cy="511805"/>
      </dsp:txXfrm>
    </dsp:sp>
    <dsp:sp modelId="{5C0148BF-4680-4AC4-A4BF-CF1F54302492}">
      <dsp:nvSpPr>
        <dsp:cNvPr id="0" name=""/>
        <dsp:cNvSpPr/>
      </dsp:nvSpPr>
      <dsp:spPr>
        <a:xfrm>
          <a:off x="684274" y="2494373"/>
          <a:ext cx="639757" cy="6397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EF0507F-B8C9-4C5F-BD91-D7407D08868D}">
      <dsp:nvSpPr>
        <dsp:cNvPr id="0" name=""/>
        <dsp:cNvSpPr/>
      </dsp:nvSpPr>
      <dsp:spPr>
        <a:xfrm>
          <a:off x="811642" y="3325960"/>
          <a:ext cx="8444228" cy="51180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246" tIns="43180" rIns="43180" bIns="4318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kern="1200" err="1"/>
            <a:t>Ns</a:t>
          </a:r>
          <a:r>
            <a:rPr lang="es-MX" sz="1700" b="0" kern="1200"/>
            <a:t> (</a:t>
          </a:r>
          <a:r>
            <a:rPr lang="es-MX" sz="1700" b="0" kern="1200" err="1"/>
            <a:t>Number</a:t>
          </a:r>
          <a:r>
            <a:rPr lang="es-MX" sz="1700" b="0" kern="1200"/>
            <a:t> </a:t>
          </a:r>
          <a:r>
            <a:rPr lang="es-MX" sz="1700" b="0" kern="1200" err="1"/>
            <a:t>Sequence</a:t>
          </a:r>
          <a:r>
            <a:rPr lang="es-MX" sz="1700" b="0" kern="1200"/>
            <a:t>): Identifica el orden del mensaje de control enviado.</a:t>
          </a:r>
          <a:endParaRPr lang="es-MX" sz="1700" b="0" kern="1200">
            <a:latin typeface="Arial"/>
          </a:endParaRPr>
        </a:p>
      </dsp:txBody>
      <dsp:txXfrm>
        <a:off x="811642" y="3325960"/>
        <a:ext cx="8444228" cy="511805"/>
      </dsp:txXfrm>
    </dsp:sp>
    <dsp:sp modelId="{D6F7A183-B9EF-4AE6-BD27-A3B01A97D0E4}">
      <dsp:nvSpPr>
        <dsp:cNvPr id="0" name=""/>
        <dsp:cNvSpPr/>
      </dsp:nvSpPr>
      <dsp:spPr>
        <a:xfrm>
          <a:off x="491764" y="3261984"/>
          <a:ext cx="639757" cy="6397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9B7ADBC-EFBB-48F6-8E42-18C1BEA94EC1}">
      <dsp:nvSpPr>
        <dsp:cNvPr id="0" name=""/>
        <dsp:cNvSpPr/>
      </dsp:nvSpPr>
      <dsp:spPr>
        <a:xfrm>
          <a:off x="390647" y="4093571"/>
          <a:ext cx="8865224" cy="5118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24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0" kern="1200"/>
            <a:t>Nr (Number Received): Confirma la recepción del último mensaje de control esperado </a:t>
          </a:r>
        </a:p>
      </dsp:txBody>
      <dsp:txXfrm>
        <a:off x="390647" y="4093571"/>
        <a:ext cx="8865224" cy="511805"/>
      </dsp:txXfrm>
    </dsp:sp>
    <dsp:sp modelId="{F0437E33-4AAC-46B7-B9C3-F4F53D7CE67A}">
      <dsp:nvSpPr>
        <dsp:cNvPr id="0" name=""/>
        <dsp:cNvSpPr/>
      </dsp:nvSpPr>
      <dsp:spPr>
        <a:xfrm>
          <a:off x="70768" y="4029596"/>
          <a:ext cx="639757" cy="6397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 bwMode="white">
        <a:xfrm>
          <a:off x="5321" y="120963"/>
          <a:ext cx="2419630" cy="1121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b="0" kern="1200">
              <a:latin typeface="Arial"/>
              <a:cs typeface="Arial" panose="020B0604020202020204"/>
            </a:rPr>
            <a:t>LAC (L2TP Access Concentrator)</a:t>
          </a:r>
          <a:endParaRPr lang="es-EC" sz="2000" b="0" kern="1200">
            <a:cs typeface="Arial" panose="020B0604020202020204"/>
          </a:endParaRPr>
        </a:p>
      </dsp:txBody>
      <dsp:txXfrm>
        <a:off x="5321" y="120963"/>
        <a:ext cx="2419630" cy="747435"/>
      </dsp:txXfrm>
    </dsp:sp>
    <dsp:sp modelId="{D95F0515-B6EB-4884-9C58-E27D272A34C0}">
      <dsp:nvSpPr>
        <dsp:cNvPr id="0" name=""/>
        <dsp:cNvSpPr/>
      </dsp:nvSpPr>
      <dsp:spPr bwMode="white">
        <a:xfrm>
          <a:off x="500908" y="868398"/>
          <a:ext cx="2419630" cy="40162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Punto de entrada del túnel (ISP o software cliente)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Encapsula tramas PPP en L2TP/UDP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>
              <a:latin typeface="Arial"/>
            </a:rPr>
            <a:t> Se conecta virtualmente con LNS usando túneles</a:t>
          </a:r>
          <a:endParaRPr lang="es-ES" sz="2000" kern="1200"/>
        </a:p>
      </dsp:txBody>
      <dsp:txXfrm>
        <a:off x="571777" y="939267"/>
        <a:ext cx="2277892" cy="3874512"/>
      </dsp:txXfrm>
    </dsp:sp>
    <dsp:sp modelId="{6866FFA6-91D2-43CB-8F22-B66D15ADFDDC}">
      <dsp:nvSpPr>
        <dsp:cNvPr id="0" name=""/>
        <dsp:cNvSpPr/>
      </dsp:nvSpPr>
      <dsp:spPr>
        <a:xfrm>
          <a:off x="2791759" y="193472"/>
          <a:ext cx="777631" cy="6024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2791759" y="313955"/>
        <a:ext cx="596906" cy="361451"/>
      </dsp:txXfrm>
    </dsp:sp>
    <dsp:sp modelId="{47BD62D6-5562-408B-BC61-08ACE574CCA4}">
      <dsp:nvSpPr>
        <dsp:cNvPr id="0" name=""/>
        <dsp:cNvSpPr/>
      </dsp:nvSpPr>
      <dsp:spPr>
        <a:xfrm>
          <a:off x="3892180" y="120963"/>
          <a:ext cx="2419630" cy="1121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>
              <a:latin typeface="Arial"/>
              <a:cs typeface="Arial" panose="020B0604020202020204"/>
            </a:rPr>
            <a:t>LNS (L2TP Network Server)</a:t>
          </a:r>
        </a:p>
      </dsp:txBody>
      <dsp:txXfrm>
        <a:off x="3892180" y="120963"/>
        <a:ext cx="2419630" cy="747435"/>
      </dsp:txXfrm>
    </dsp:sp>
    <dsp:sp modelId="{8B6F94A7-AAAB-475A-A1EC-62C084B23815}">
      <dsp:nvSpPr>
        <dsp:cNvPr id="0" name=""/>
        <dsp:cNvSpPr/>
      </dsp:nvSpPr>
      <dsp:spPr>
        <a:xfrm>
          <a:off x="4387767" y="868398"/>
          <a:ext cx="2419630" cy="40162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Punto de terminación en red corporativa</a:t>
          </a:r>
          <a:endParaRPr lang="es-ES" sz="2000" kern="1200">
            <a:latin typeface="Arial"/>
            <a:cs typeface="Arial" panose="020B0604020202020204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Desencapsula, autentica y asigna IP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Procesa tráfico como conexión local</a:t>
          </a:r>
        </a:p>
      </dsp:txBody>
      <dsp:txXfrm>
        <a:off x="4458636" y="939267"/>
        <a:ext cx="2277892" cy="3874512"/>
      </dsp:txXfrm>
    </dsp:sp>
    <dsp:sp modelId="{48D1AFD4-10EC-45CA-95C5-AA196908B6B3}">
      <dsp:nvSpPr>
        <dsp:cNvPr id="0" name=""/>
        <dsp:cNvSpPr/>
      </dsp:nvSpPr>
      <dsp:spPr>
        <a:xfrm>
          <a:off x="6678618" y="193472"/>
          <a:ext cx="777631" cy="6024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/>
        </a:p>
      </dsp:txBody>
      <dsp:txXfrm>
        <a:off x="6678618" y="313955"/>
        <a:ext cx="596906" cy="361451"/>
      </dsp:txXfrm>
    </dsp:sp>
    <dsp:sp modelId="{D28CC560-5EA8-4404-AC9B-2EB945BCE0BA}">
      <dsp:nvSpPr>
        <dsp:cNvPr id="0" name=""/>
        <dsp:cNvSpPr/>
      </dsp:nvSpPr>
      <dsp:spPr>
        <a:xfrm>
          <a:off x="7779040" y="120963"/>
          <a:ext cx="2419630" cy="11211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>
              <a:latin typeface="Arial"/>
            </a:rPr>
            <a:t>Sesión L2TP</a:t>
          </a:r>
          <a:endParaRPr lang="es-ES" sz="2000" kern="1200"/>
        </a:p>
      </dsp:txBody>
      <dsp:txXfrm>
        <a:off x="7779040" y="120963"/>
        <a:ext cx="2419630" cy="747435"/>
      </dsp:txXfrm>
    </dsp:sp>
    <dsp:sp modelId="{9134112A-24B8-41B7-8145-BD4EB9E4D39E}">
      <dsp:nvSpPr>
        <dsp:cNvPr id="0" name=""/>
        <dsp:cNvSpPr/>
      </dsp:nvSpPr>
      <dsp:spPr>
        <a:xfrm>
          <a:off x="8274627" y="868398"/>
          <a:ext cx="2419630" cy="40162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Conexión transparente a través de Internet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Independiente del medio físico (fibra, 4G, Wi-Fi)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/>
            <a:t>Para el LNS siempre aparece como interfaz PPP directa</a:t>
          </a:r>
        </a:p>
      </dsp:txBody>
      <dsp:txXfrm>
        <a:off x="8345496" y="939267"/>
        <a:ext cx="2277892" cy="387451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8E4EE-F6EB-4AFA-AA66-9FB6CDF85BFB}">
      <dsp:nvSpPr>
        <dsp:cNvPr id="0" name=""/>
        <dsp:cNvSpPr/>
      </dsp:nvSpPr>
      <dsp:spPr bwMode="white">
        <a:xfrm>
          <a:off x="0" y="33009"/>
          <a:ext cx="10297655" cy="8494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latin typeface="Arial"/>
              <a:cs typeface="Arial" panose="020B0604020202020204"/>
            </a:rPr>
            <a:t>Estandar de la IETF </a:t>
          </a:r>
          <a:r>
            <a:rPr lang="es-ES" sz="2200" kern="1200"/>
            <a:t>(Internet Engineering Task Force) definido en la RFC (Request for Comments) 2661.</a:t>
          </a:r>
          <a:endParaRPr lang="es-ES" sz="2200" kern="1200">
            <a:solidFill>
              <a:srgbClr val="000000"/>
            </a:solidFill>
          </a:endParaRPr>
        </a:p>
      </dsp:txBody>
      <dsp:txXfrm>
        <a:off x="41465" y="74474"/>
        <a:ext cx="10214725" cy="766490"/>
      </dsp:txXfrm>
    </dsp:sp>
    <dsp:sp modelId="{4E3A95B8-FD42-40AA-8E54-BD0FB33E3461}">
      <dsp:nvSpPr>
        <dsp:cNvPr id="0" name=""/>
        <dsp:cNvSpPr/>
      </dsp:nvSpPr>
      <dsp:spPr>
        <a:xfrm>
          <a:off x="0" y="945789"/>
          <a:ext cx="10297655" cy="849420"/>
        </a:xfrm>
        <a:prstGeom prst="round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tint val="50000"/>
                <a:satMod val="300000"/>
              </a:schemeClr>
            </a:gs>
            <a:gs pos="35000">
              <a:schemeClr val="accent4">
                <a:hueOff val="-1116192"/>
                <a:satOff val="6725"/>
                <a:lumOff val="539"/>
                <a:alphaOff val="0"/>
                <a:tint val="37000"/>
                <a:satMod val="30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Extiende conexiones PPP (Protocolo Punto a Punto) a través de Internet, encapsulando tramas PPP en paquetes IP.</a:t>
          </a:r>
          <a:endParaRPr lang="es-ES" sz="2200" kern="1200">
            <a:solidFill>
              <a:srgbClr val="F9FAFB"/>
            </a:solidFill>
          </a:endParaRPr>
        </a:p>
      </dsp:txBody>
      <dsp:txXfrm>
        <a:off x="41465" y="987254"/>
        <a:ext cx="10214725" cy="766490"/>
      </dsp:txXfrm>
    </dsp:sp>
    <dsp:sp modelId="{765CBD95-B719-45EB-9F0B-837FF256A9C6}">
      <dsp:nvSpPr>
        <dsp:cNvPr id="0" name=""/>
        <dsp:cNvSpPr/>
      </dsp:nvSpPr>
      <dsp:spPr>
        <a:xfrm>
          <a:off x="0" y="1858569"/>
          <a:ext cx="10297655" cy="849420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Encapsula tramas </a:t>
          </a:r>
          <a:r>
            <a:rPr lang="es-ES" sz="2200" b="1" kern="1200"/>
            <a:t>PPP</a:t>
          </a:r>
          <a:r>
            <a:rPr lang="es-ES" sz="2200" kern="1200"/>
            <a:t> (Point-to-Point Protocol) dentro de paquetes </a:t>
          </a:r>
          <a:r>
            <a:rPr lang="es-ES" sz="2200" b="1" kern="1200"/>
            <a:t>UDP</a:t>
          </a:r>
          <a:r>
            <a:rPr lang="es-ES" sz="2200" kern="1200"/>
            <a:t> (User Datagram Protocol).</a:t>
          </a:r>
          <a:endParaRPr lang="es-ES" sz="2200" kern="1200">
            <a:latin typeface="Arial"/>
          </a:endParaRPr>
        </a:p>
      </dsp:txBody>
      <dsp:txXfrm>
        <a:off x="41465" y="1900034"/>
        <a:ext cx="10214725" cy="766490"/>
      </dsp:txXfrm>
    </dsp:sp>
    <dsp:sp modelId="{A5841EB4-5267-4E70-A9F3-63BE32127A44}">
      <dsp:nvSpPr>
        <dsp:cNvPr id="0" name=""/>
        <dsp:cNvSpPr/>
      </dsp:nvSpPr>
      <dsp:spPr>
        <a:xfrm>
          <a:off x="0" y="2771349"/>
          <a:ext cx="10297655" cy="849420"/>
        </a:xfrm>
        <a:prstGeom prst="round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tint val="50000"/>
                <a:satMod val="300000"/>
              </a:schemeClr>
            </a:gs>
            <a:gs pos="35000">
              <a:schemeClr val="accent4">
                <a:hueOff val="-3348577"/>
                <a:satOff val="20174"/>
                <a:lumOff val="1617"/>
                <a:alphaOff val="0"/>
                <a:tint val="37000"/>
                <a:satMod val="30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Usa UDP (User Datagram Protocol) puerto </a:t>
          </a:r>
          <a:r>
            <a:rPr lang="es-ES" sz="2200" b="0" kern="1200"/>
            <a:t>1701</a:t>
          </a:r>
          <a:r>
            <a:rPr lang="es-ES" sz="2200" kern="1200"/>
            <a:t> para reducir sobrecarga y latencia.</a:t>
          </a:r>
        </a:p>
      </dsp:txBody>
      <dsp:txXfrm>
        <a:off x="41465" y="2812814"/>
        <a:ext cx="10214725" cy="766490"/>
      </dsp:txXfrm>
    </dsp:sp>
    <dsp:sp modelId="{F89679CB-DCAE-4938-AD14-0B122619DEA2}">
      <dsp:nvSpPr>
        <dsp:cNvPr id="0" name=""/>
        <dsp:cNvSpPr/>
      </dsp:nvSpPr>
      <dsp:spPr>
        <a:xfrm>
          <a:off x="0" y="3684129"/>
          <a:ext cx="10297655" cy="84942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>
              <a:latin typeface="Arial"/>
            </a:rPr>
            <a:t>Utiliza solo tunelización y es normalmente usado para VPNs</a:t>
          </a:r>
        </a:p>
      </dsp:txBody>
      <dsp:txXfrm>
        <a:off x="41465" y="3725594"/>
        <a:ext cx="10214725" cy="76649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E28C-D040-4D10-8B58-AD362B328C2A}">
      <dsp:nvSpPr>
        <dsp:cNvPr id="0" name=""/>
        <dsp:cNvSpPr/>
      </dsp:nvSpPr>
      <dsp:spPr bwMode="white">
        <a:xfrm>
          <a:off x="4139" y="271789"/>
          <a:ext cx="3553781" cy="1031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b="1" kern="1200">
              <a:latin typeface="Arial"/>
              <a:cs typeface="Arial" panose="020B0604020202020204"/>
            </a:rPr>
            <a:t>Establecimiento</a:t>
          </a:r>
          <a:r>
            <a:rPr lang="es-EC" sz="1800" b="1" kern="1200">
              <a:latin typeface="Arial"/>
            </a:rPr>
            <a:t> del túnel de control</a:t>
          </a:r>
          <a:endParaRPr lang="es-EC" sz="1800" b="1" kern="1200"/>
        </a:p>
      </dsp:txBody>
      <dsp:txXfrm>
        <a:off x="4139" y="271789"/>
        <a:ext cx="3553781" cy="687733"/>
      </dsp:txXfrm>
    </dsp:sp>
    <dsp:sp modelId="{D95F0515-B6EB-4884-9C58-E27D272A34C0}">
      <dsp:nvSpPr>
        <dsp:cNvPr id="0" name=""/>
        <dsp:cNvSpPr/>
      </dsp:nvSpPr>
      <dsp:spPr bwMode="white">
        <a:xfrm>
          <a:off x="732022" y="959523"/>
          <a:ext cx="3553781" cy="39933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/>
            <a:t>SCCRQ (Start-Control-Connection-Request):</a:t>
          </a:r>
          <a:endParaRPr lang="es-ES" sz="1800" b="1" kern="1200">
            <a:latin typeface="Arial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El LAC solicita apertura del túnel y propone parámetros.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/>
            <a:t>SCCRP (Start-Control-Connection-Reply):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El LNS acepta y confirma los parámetros.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/>
            <a:t>SCCN (Start-Control-Connection-Connected):</a:t>
          </a:r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>
              <a:latin typeface="Arial"/>
            </a:rPr>
            <a:t>El</a:t>
          </a:r>
          <a:r>
            <a:rPr lang="es-ES" sz="1800" kern="1200"/>
            <a:t> LAC confirma. Túnel de control activo.</a:t>
          </a:r>
        </a:p>
      </dsp:txBody>
      <dsp:txXfrm>
        <a:off x="836109" y="1063610"/>
        <a:ext cx="3345607" cy="3785126"/>
      </dsp:txXfrm>
    </dsp:sp>
    <dsp:sp modelId="{BD49CF77-1FA4-4092-A98F-E437F07205D1}">
      <dsp:nvSpPr>
        <dsp:cNvPr id="0" name=""/>
        <dsp:cNvSpPr/>
      </dsp:nvSpPr>
      <dsp:spPr>
        <a:xfrm>
          <a:off x="4096661" y="173262"/>
          <a:ext cx="1142129" cy="88478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4096661" y="350220"/>
        <a:ext cx="876693" cy="530872"/>
      </dsp:txXfrm>
    </dsp:sp>
    <dsp:sp modelId="{E9EED351-3EC5-4EEA-8D68-2E91E15358F3}">
      <dsp:nvSpPr>
        <dsp:cNvPr id="0" name=""/>
        <dsp:cNvSpPr/>
      </dsp:nvSpPr>
      <dsp:spPr>
        <a:xfrm>
          <a:off x="5712882" y="271789"/>
          <a:ext cx="3553781" cy="1031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>
              <a:latin typeface="Arial"/>
            </a:rPr>
            <a:t>Establecimiento de Sesión</a:t>
          </a:r>
        </a:p>
      </dsp:txBody>
      <dsp:txXfrm>
        <a:off x="5712882" y="271789"/>
        <a:ext cx="3553781" cy="687733"/>
      </dsp:txXfrm>
    </dsp:sp>
    <dsp:sp modelId="{DCCD32C6-F6A3-4E1B-AEFF-10D6BCAF3061}">
      <dsp:nvSpPr>
        <dsp:cNvPr id="0" name=""/>
        <dsp:cNvSpPr/>
      </dsp:nvSpPr>
      <dsp:spPr>
        <a:xfrm>
          <a:off x="6440765" y="959523"/>
          <a:ext cx="3553781" cy="39933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>
              <a:latin typeface="Arial"/>
            </a:rPr>
            <a:t>ICRQ</a:t>
          </a:r>
          <a:r>
            <a:rPr lang="es-ES" sz="1800" kern="1200"/>
            <a:t> (Incoming-Call-Request):</a:t>
          </a:r>
          <a:endParaRPr lang="es-ES" sz="1800" kern="1200">
            <a:latin typeface="Arial"/>
          </a:endParaRP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El LAC informa al LNS que un usuario solicita acceso.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ICRP (Incoming-Call-Reply):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El LNS responde asignando un Session ID único y reservando recursos.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ICCN (Incoming-Call-Connected):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El LAC confirma. Comienza el tráfico de datos (PPP).</a:t>
          </a:r>
        </a:p>
      </dsp:txBody>
      <dsp:txXfrm>
        <a:off x="6544852" y="1063610"/>
        <a:ext cx="3345607" cy="378512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5D9DD-5D50-42C7-B8C6-05D67D64B6AA}">
      <dsp:nvSpPr>
        <dsp:cNvPr id="0" name=""/>
        <dsp:cNvSpPr/>
      </dsp:nvSpPr>
      <dsp:spPr>
        <a:xfrm>
          <a:off x="0" y="3024"/>
          <a:ext cx="10698020" cy="608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>
              <a:latin typeface="Arial"/>
              <a:cs typeface="Arial" panose="020B0604020202020204"/>
            </a:rPr>
            <a:t>¿Qué es?</a:t>
          </a:r>
        </a:p>
      </dsp:txBody>
      <dsp:txXfrm>
        <a:off x="29700" y="32724"/>
        <a:ext cx="10638620" cy="549000"/>
      </dsp:txXfrm>
    </dsp:sp>
    <dsp:sp modelId="{F2F21678-FF62-41FE-ACAE-7F6C143DF0FB}">
      <dsp:nvSpPr>
        <dsp:cNvPr id="0" name=""/>
        <dsp:cNvSpPr/>
      </dsp:nvSpPr>
      <dsp:spPr>
        <a:xfrm>
          <a:off x="0" y="611424"/>
          <a:ext cx="10698020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662" tIns="33020" rIns="184912" bIns="33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Son bloques de datos modulares que transportan información de configuración dentro de los mensajes de control de L2TP</a:t>
          </a:r>
          <a:r>
            <a:rPr lang="es-ES" sz="2000" kern="1200">
              <a:latin typeface="Arial"/>
            </a:rPr>
            <a:t> </a:t>
          </a:r>
        </a:p>
      </dsp:txBody>
      <dsp:txXfrm>
        <a:off x="0" y="611424"/>
        <a:ext cx="10698020" cy="592020"/>
      </dsp:txXfrm>
    </dsp:sp>
    <dsp:sp modelId="{BED1260E-D5D7-4E59-AB82-24BBCCBBF6C6}">
      <dsp:nvSpPr>
        <dsp:cNvPr id="0" name=""/>
        <dsp:cNvSpPr/>
      </dsp:nvSpPr>
      <dsp:spPr bwMode="white">
        <a:xfrm>
          <a:off x="0" y="1203444"/>
          <a:ext cx="10698020" cy="608400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>
              <a:latin typeface="Arial"/>
              <a:cs typeface="Arial" panose="020B0604020202020204"/>
            </a:rPr>
            <a:t>Estructura</a:t>
          </a:r>
          <a:endParaRPr lang="es-ES" sz="2600" kern="1200">
            <a:cs typeface="Arial" panose="020B0604020202020204"/>
          </a:endParaRPr>
        </a:p>
      </dsp:txBody>
      <dsp:txXfrm>
        <a:off x="29700" y="1233144"/>
        <a:ext cx="10638620" cy="549000"/>
      </dsp:txXfrm>
    </dsp:sp>
    <dsp:sp modelId="{3AFD968C-3034-463C-9BCB-740CF683B2B4}">
      <dsp:nvSpPr>
        <dsp:cNvPr id="0" name=""/>
        <dsp:cNvSpPr/>
      </dsp:nvSpPr>
      <dsp:spPr>
        <a:xfrm>
          <a:off x="0" y="1811844"/>
          <a:ext cx="10698020" cy="1318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662" tIns="33020" rIns="184912" bIns="33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Longitud</a:t>
          </a:r>
          <a:endParaRPr lang="es-ES" sz="2000" kern="1200">
            <a:latin typeface="Arial"/>
            <a:cs typeface="Arial" panose="020B0604020202020204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ID de Vendedor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Tipo de Atributo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Valor del dato</a:t>
          </a:r>
        </a:p>
      </dsp:txBody>
      <dsp:txXfrm>
        <a:off x="0" y="1811844"/>
        <a:ext cx="10698020" cy="1318590"/>
      </dsp:txXfrm>
    </dsp:sp>
    <dsp:sp modelId="{CB83503B-FDBE-49E6-A166-E2AE17F94E3D}">
      <dsp:nvSpPr>
        <dsp:cNvPr id="0" name=""/>
        <dsp:cNvSpPr/>
      </dsp:nvSpPr>
      <dsp:spPr bwMode="white">
        <a:xfrm>
          <a:off x="0" y="3130434"/>
          <a:ext cx="10698020" cy="60840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>
              <a:latin typeface="Arial"/>
              <a:cs typeface="Arial" panose="020B0604020202020204"/>
            </a:rPr>
            <a:t>Mandatory Bit</a:t>
          </a:r>
          <a:endParaRPr lang="es-ES" sz="2600" kern="1200">
            <a:cs typeface="Arial" panose="020B0604020202020204"/>
          </a:endParaRPr>
        </a:p>
      </dsp:txBody>
      <dsp:txXfrm>
        <a:off x="29700" y="3160134"/>
        <a:ext cx="10638620" cy="549000"/>
      </dsp:txXfrm>
    </dsp:sp>
    <dsp:sp modelId="{C07BE28D-8C35-42D5-8A78-8B6BED35B133}">
      <dsp:nvSpPr>
        <dsp:cNvPr id="0" name=""/>
        <dsp:cNvSpPr/>
      </dsp:nvSpPr>
      <dsp:spPr>
        <a:xfrm>
          <a:off x="0" y="3738834"/>
          <a:ext cx="10698020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662" tIns="33020" rIns="184912" bIns="33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Es un indicador de obligatoriedad, define si un atributo debe ser reconocido y procesado por el dispositivo receptor</a:t>
          </a:r>
          <a:endParaRPr lang="es-ES" sz="2000" kern="1200">
            <a:latin typeface="Arial"/>
            <a:cs typeface="Arial" panose="020B0604020202020204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M=1 (Crítico): Receptor debe reconocerlo o cerrar conexión.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000" kern="1200"/>
            <a:t>M=0 (Opcional): Receptor puede ignorarlo.</a:t>
          </a:r>
        </a:p>
      </dsp:txBody>
      <dsp:txXfrm>
        <a:off x="0" y="3738834"/>
        <a:ext cx="10698020" cy="123786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71C4A-3812-4B37-95AD-A50F1B9CFE5D}">
      <dsp:nvSpPr>
        <dsp:cNvPr id="0" name=""/>
        <dsp:cNvSpPr/>
      </dsp:nvSpPr>
      <dsp:spPr>
        <a:xfrm>
          <a:off x="0" y="172994"/>
          <a:ext cx="9893438" cy="23025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ARP e ICMP actúan como los cimientos operativos de la red, resolviendo la interacción crítica entre la capa de enlace y la capa de red. Mientras ARP garantiza la entrega local mediante la asociación dinámica de direcciones IP y MAC , ICMP proporciona la inteligencia necesaria para el diagnóstico y control, gestionando mensajes de error y validación de rutas para asegurar la estabilidad del tráfico.</a:t>
          </a:r>
          <a:endParaRPr lang="en-US" sz="2400" b="1" kern="1200" dirty="0"/>
        </a:p>
      </dsp:txBody>
      <dsp:txXfrm>
        <a:off x="112402" y="285396"/>
        <a:ext cx="9668634" cy="2077755"/>
      </dsp:txXfrm>
    </dsp:sp>
    <dsp:sp modelId="{B437BC81-DB43-4D83-81FF-212F17094952}">
      <dsp:nvSpPr>
        <dsp:cNvPr id="0" name=""/>
        <dsp:cNvSpPr/>
      </dsp:nvSpPr>
      <dsp:spPr>
        <a:xfrm>
          <a:off x="0" y="2544673"/>
          <a:ext cx="9893438" cy="23025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L2TP permite la escalabilidad de la red mediante la creación de túneles de capa 2 a través de Internet. Al encapsular sesiones PPP dentro de paquetes UDP, este protocolo facilita conexiones remotas transparentes y la implementación de </a:t>
          </a:r>
          <a:r>
            <a:rPr lang="es-ES" sz="2400" kern="1200" dirty="0" err="1"/>
            <a:t>VPNs</a:t>
          </a:r>
          <a:r>
            <a:rPr lang="es-ES" sz="2400" kern="1200" dirty="0"/>
            <a:t>, permitiendo extender la red corporativa </a:t>
          </a:r>
          <a:r>
            <a:rPr lang="es-ES" sz="2400" b="0" kern="1200" dirty="0"/>
            <a:t>de forma segura independientemente del medio físico de acceso.</a:t>
          </a:r>
        </a:p>
      </dsp:txBody>
      <dsp:txXfrm>
        <a:off x="112402" y="2657075"/>
        <a:ext cx="9668634" cy="2077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#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#8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0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#10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3#10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3#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3#22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2103958" y="4734331"/>
            <a:ext cx="7992889" cy="148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700"/>
              </a:spcBef>
              <a:spcAft>
                <a:spcPts val="0"/>
              </a:spcAft>
              <a:buClr>
                <a:srgbClr val="0F243E"/>
              </a:buClr>
              <a:buSzPts val="3500"/>
              <a:buFont typeface="Arial" panose="020B0604020202020204"/>
              <a:buNone/>
              <a:defRPr sz="3500" b="0" i="0" u="none" strike="noStrike" cap="none">
                <a:solidFill>
                  <a:srgbClr val="0F243E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ctr" rtl="0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 panose="020B0604020202020204"/>
              <a:buNone/>
              <a:defRPr sz="3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 panose="020B0604020202020204"/>
              <a:buNone/>
              <a:defRPr sz="26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ftr" idx="11"/>
          </p:nvPr>
        </p:nvSpPr>
        <p:spPr>
          <a:xfrm>
            <a:off x="3544119" y="6805761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2493" y="2749110"/>
            <a:ext cx="9619774" cy="397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5085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 panose="020B0604020202020204"/>
              <a:buChar char="•"/>
              <a:defRPr sz="3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 panose="020B0604020202020204"/>
              <a:buChar char="–"/>
              <a:defRPr sz="3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Char char="•"/>
              <a:defRPr sz="2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Char char="–"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Char char="»"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Char char="•"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Char char="•"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Char char="•"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Char char="•"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682493" y="1525044"/>
            <a:ext cx="9619774" cy="106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446E42"/>
              </a:buClr>
              <a:buSzPts val="4800"/>
              <a:buFont typeface="Arial" panose="020B0604020202020204"/>
              <a:buNone/>
              <a:defRPr sz="4800" b="1" i="0" u="none" strike="noStrike" cap="none">
                <a:solidFill>
                  <a:srgbClr val="446E4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" name="Shape 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2705" y="49210"/>
            <a:ext cx="1151624" cy="1032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hape 18"/>
          <p:cNvCxnSpPr/>
          <p:nvPr/>
        </p:nvCxnSpPr>
        <p:spPr>
          <a:xfrm>
            <a:off x="0" y="1155277"/>
            <a:ext cx="10688638" cy="0"/>
          </a:xfrm>
          <a:prstGeom prst="straightConnector1">
            <a:avLst/>
          </a:prstGeom>
          <a:noFill/>
          <a:ln w="25400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9" name="Shape 19"/>
          <p:cNvCxnSpPr/>
          <p:nvPr/>
        </p:nvCxnSpPr>
        <p:spPr>
          <a:xfrm>
            <a:off x="0" y="7031529"/>
            <a:ext cx="10688638" cy="0"/>
          </a:xfrm>
          <a:prstGeom prst="straightConnector1">
            <a:avLst/>
          </a:prstGeom>
          <a:noFill/>
          <a:ln w="9525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71705" y="7110988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7900615" y="7089100"/>
            <a:ext cx="2494016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 lang="es-EC"/>
          </a:p>
        </p:txBody>
      </p:sp>
      <p:sp>
        <p:nvSpPr>
          <p:cNvPr id="11" name="Shape 32"/>
          <p:cNvSpPr txBox="1"/>
          <p:nvPr userDrawn="1"/>
        </p:nvSpPr>
        <p:spPr>
          <a:xfrm>
            <a:off x="3800475" y="446254"/>
            <a:ext cx="6621998" cy="5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 panose="020B0604020202020204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TEMA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 panose="020B0604020202020204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s-ES" sz="1500" b="0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PROTOCOLOS ARP, ICMP, L2TP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5810502" y="3860834"/>
            <a:ext cx="4739114" cy="41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500" b="0" i="0" u="none" strike="noStrike" cap="none">
                <a:solidFill>
                  <a:schemeClr val="lt1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rPr>
              <a:t>Nombre del profesor "Coloque desde pie de página"</a:t>
            </a:r>
          </a:p>
        </p:txBody>
      </p:sp>
      <p:pic>
        <p:nvPicPr>
          <p:cNvPr id="35" name="Shape 35" descr="Carlita Gomez:Meses:2013:PowerPoint_ALarco:hoja:fis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1705" y="49210"/>
            <a:ext cx="1153624" cy="1032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Shape 36"/>
          <p:cNvCxnSpPr/>
          <p:nvPr/>
        </p:nvCxnSpPr>
        <p:spPr>
          <a:xfrm>
            <a:off x="0" y="1155277"/>
            <a:ext cx="10688638" cy="0"/>
          </a:xfrm>
          <a:prstGeom prst="straightConnector1">
            <a:avLst/>
          </a:prstGeom>
          <a:noFill/>
          <a:ln w="25400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37" name="Shape 37"/>
          <p:cNvCxnSpPr/>
          <p:nvPr/>
        </p:nvCxnSpPr>
        <p:spPr>
          <a:xfrm>
            <a:off x="0" y="7031529"/>
            <a:ext cx="10688638" cy="0"/>
          </a:xfrm>
          <a:prstGeom prst="straightConnector1">
            <a:avLst/>
          </a:prstGeom>
          <a:noFill/>
          <a:ln w="9525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71705" y="7110988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7900615" y="7089100"/>
            <a:ext cx="2494016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 lang="es-EC"/>
          </a:p>
        </p:txBody>
      </p:sp>
      <p:sp>
        <p:nvSpPr>
          <p:cNvPr id="10" name="Shape 32"/>
          <p:cNvSpPr txBox="1"/>
          <p:nvPr userDrawn="1"/>
        </p:nvSpPr>
        <p:spPr>
          <a:xfrm>
            <a:off x="3800475" y="446254"/>
            <a:ext cx="6621998" cy="5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 panose="020B0604020202020204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PLAN DE RECUPERACIÓN DE DESASTRES (DRP)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 panose="020B0604020202020204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CISM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446E42"/>
              </a:buClr>
              <a:buSzPts val="4400"/>
              <a:buFont typeface="Arial" panose="020B0604020202020204"/>
              <a:buNone/>
              <a:defRPr sz="4400" b="1" i="0" u="none" strike="noStrike" cap="none">
                <a:solidFill>
                  <a:srgbClr val="446E4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Arial" panose="020B0604020202020204"/>
              <a:buNone/>
              <a:defRPr sz="17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5810502" y="3860834"/>
            <a:ext cx="4739114" cy="41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500" b="0" i="0" u="none" strike="noStrike" cap="none">
                <a:solidFill>
                  <a:schemeClr val="lt1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rPr>
              <a:t>Nombre del profesor "Coloque desde pie de página"</a:t>
            </a:r>
          </a:p>
        </p:txBody>
      </p:sp>
      <p:pic>
        <p:nvPicPr>
          <p:cNvPr id="27" name="Shape 27" descr="Carlita Gomez:Meses:2013:PowerPoint_ALarco:hoja:fis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1705" y="49210"/>
            <a:ext cx="1153624" cy="10323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0" y="1155277"/>
            <a:ext cx="10688638" cy="0"/>
          </a:xfrm>
          <a:prstGeom prst="straightConnector1">
            <a:avLst/>
          </a:prstGeom>
          <a:noFill/>
          <a:ln w="25400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9" name="Shape 29"/>
          <p:cNvCxnSpPr/>
          <p:nvPr/>
        </p:nvCxnSpPr>
        <p:spPr>
          <a:xfrm>
            <a:off x="0" y="7031529"/>
            <a:ext cx="10688638" cy="0"/>
          </a:xfrm>
          <a:prstGeom prst="straightConnector1">
            <a:avLst/>
          </a:prstGeom>
          <a:noFill/>
          <a:ln w="9525" cap="flat" cmpd="sng">
            <a:solidFill>
              <a:srgbClr val="4E6128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0" name="Shape 30"/>
          <p:cNvSpPr txBox="1">
            <a:spLocks noGrp="1"/>
          </p:cNvSpPr>
          <p:nvPr>
            <p:ph type="ftr" idx="11"/>
          </p:nvPr>
        </p:nvSpPr>
        <p:spPr>
          <a:xfrm>
            <a:off x="371705" y="7110988"/>
            <a:ext cx="5438797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7900615" y="7089100"/>
            <a:ext cx="2494016" cy="40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446E42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 lang="es-EC"/>
          </a:p>
        </p:txBody>
      </p:sp>
      <p:sp>
        <p:nvSpPr>
          <p:cNvPr id="11" name="Shape 32"/>
          <p:cNvSpPr txBox="1"/>
          <p:nvPr userDrawn="1"/>
        </p:nvSpPr>
        <p:spPr>
          <a:xfrm>
            <a:off x="3800475" y="446254"/>
            <a:ext cx="6621998" cy="5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 panose="020B0604020202020204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PLAN DE RECUPERACIÓN DE DESASTRES (DRP)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3326"/>
              </a:buClr>
              <a:buSzPts val="1500"/>
              <a:buFont typeface="Arial" panose="020B0604020202020204"/>
              <a:buNone/>
            </a:pPr>
            <a:r>
              <a:rPr lang="es-EC" sz="1500" b="1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s-EC" sz="1500" b="0" i="0" u="none" strike="noStrike" cap="none">
                <a:solidFill>
                  <a:srgbClr val="2733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CISM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6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subTitle" idx="1"/>
          </p:nvPr>
        </p:nvSpPr>
        <p:spPr>
          <a:xfrm>
            <a:off x="1108953" y="3563773"/>
            <a:ext cx="9579685" cy="162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s-EC" sz="4000" b="1" dirty="0"/>
              <a:t>PROTOCOLOS ARP, ICMP, L2TP 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ftr" idx="11"/>
          </p:nvPr>
        </p:nvSpPr>
        <p:spPr>
          <a:xfrm>
            <a:off x="3179396" y="4651534"/>
            <a:ext cx="5438797" cy="2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550" tIns="49775" rIns="99550" bIns="49775" anchor="ctr" anchorCtr="0">
            <a:noAutofit/>
          </a:bodyPr>
          <a:lstStyle/>
          <a:p>
            <a:endParaRPr lang="es-PE" dirty="0"/>
          </a:p>
          <a:p>
            <a:r>
              <a:rPr lang="es-PE" dirty="0"/>
              <a:t>Equipo #3: </a:t>
            </a:r>
            <a:endParaRPr lang="es-ES" dirty="0"/>
          </a:p>
          <a:p>
            <a:endParaRPr lang="es-PE"/>
          </a:p>
          <a:p>
            <a:pPr marL="285750" indent="-285750">
              <a:buFont typeface="Calibri" panose="020B0604020202020204"/>
              <a:buChar char="-"/>
            </a:pPr>
            <a:r>
              <a:rPr lang="es-PE" dirty="0" err="1"/>
              <a:t>Aidan</a:t>
            </a:r>
            <a:r>
              <a:rPr lang="es-PE" dirty="0"/>
              <a:t> Carrasco</a:t>
            </a:r>
          </a:p>
          <a:p>
            <a:pPr marL="285750" indent="-285750">
              <a:buFont typeface="Calibri" panose="020B0604020202020204"/>
              <a:buChar char="-"/>
            </a:pPr>
            <a:r>
              <a:rPr lang="es-PE" dirty="0" err="1"/>
              <a:t>Zenan</a:t>
            </a:r>
            <a:r>
              <a:rPr lang="es-PE" dirty="0"/>
              <a:t> Fernández</a:t>
            </a:r>
          </a:p>
          <a:p>
            <a:pPr marL="285750" indent="-285750">
              <a:buFont typeface="Calibri" panose="020B0604020202020204"/>
              <a:buChar char="-"/>
            </a:pPr>
            <a:r>
              <a:rPr lang="es-PE" dirty="0" err="1"/>
              <a:t>Josue</a:t>
            </a:r>
            <a:r>
              <a:rPr lang="es-PE" dirty="0"/>
              <a:t> Palma</a:t>
            </a:r>
          </a:p>
          <a:p>
            <a:pPr marL="285750" indent="-285750">
              <a:buFont typeface="Calibri" panose="020B0604020202020204"/>
              <a:buChar char="-"/>
            </a:pPr>
            <a:r>
              <a:rPr lang="es-PE" dirty="0"/>
              <a:t>Andrés Merino </a:t>
            </a:r>
          </a:p>
          <a:p>
            <a:pPr marL="285750" indent="-285750">
              <a:buFont typeface="Calibri" panose="020B0604020202020204"/>
              <a:buChar char="-"/>
            </a:pPr>
            <a:r>
              <a:rPr lang="es-PE" dirty="0"/>
              <a:t>Mathew Verdezoto</a:t>
            </a:r>
          </a:p>
          <a:p>
            <a:pPr lvl="0"/>
            <a:endParaRPr lang="es-PE"/>
          </a:p>
          <a:p>
            <a:pPr lvl="0"/>
            <a:r>
              <a:rPr lang="es-PE" dirty="0"/>
              <a:t>Profesor: Ing. Juan Herrera</a:t>
            </a:r>
          </a:p>
          <a:p>
            <a:pPr lvl="0"/>
            <a:r>
              <a:rPr lang="es-PE" dirty="0"/>
              <a:t>Fecha: 07/01/2026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</a:t>
            </a:fld>
            <a:endParaRPr lang="es-EC"/>
          </a:p>
        </p:txBody>
      </p:sp>
      <p:sp>
        <p:nvSpPr>
          <p:cNvPr id="20" name="Título 2">
            <a:extLst>
              <a:ext uri="{FF2B5EF4-FFF2-40B4-BE49-F238E27FC236}">
                <a16:creationId xmlns:a16="http://schemas.microsoft.com/office/drawing/2014/main" id="{3BD939F7-AC1C-6E88-C5C6-ADA2A331C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565" y="2480295"/>
            <a:ext cx="9033009" cy="885650"/>
          </a:xfrm>
        </p:spPr>
        <p:txBody>
          <a:bodyPr/>
          <a:lstStyle/>
          <a:p>
            <a:r>
              <a:rPr lang="es-ES" sz="6600"/>
              <a:t>ARP: FUNCIONAMIENTO Y ESTRUCTURA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209B-CA61-5B6B-FDF3-7C239A7B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C88583-0D00-AFDA-F3B0-7FB4C4163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429899"/>
            <a:ext cx="8795132" cy="933531"/>
          </a:xfrm>
        </p:spPr>
        <p:txBody>
          <a:bodyPr/>
          <a:lstStyle/>
          <a:p>
            <a:r>
              <a:rPr lang="es-ES"/>
              <a:t>Anatomía de ARP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B6ECA9-76BE-F5BA-4EDF-5DAD4AA97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3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A6FCB643-AE45-28B6-DD22-00E9CAAFE34A}"/>
              </a:ext>
            </a:extLst>
          </p:cNvPr>
          <p:cNvGraphicFramePr/>
          <p:nvPr/>
        </p:nvGraphicFramePr>
        <p:xfrm>
          <a:off x="425897" y="2871813"/>
          <a:ext cx="9841364" cy="3665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8328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C3357-1CA7-B94F-FDFE-82FDCFA0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5DC4F0-916C-0F3D-AF03-3329949B34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4</a:t>
            </a:fld>
            <a:endParaRPr lang="es-EC"/>
          </a:p>
        </p:txBody>
      </p:sp>
      <p:sp>
        <p:nvSpPr>
          <p:cNvPr id="448" name="Título 2">
            <a:extLst>
              <a:ext uri="{FF2B5EF4-FFF2-40B4-BE49-F238E27FC236}">
                <a16:creationId xmlns:a16="http://schemas.microsoft.com/office/drawing/2014/main" id="{A9A4F027-B10F-4BB6-4B45-AC9F7E8D9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Validación de Entradas: ARP</a:t>
            </a:r>
          </a:p>
        </p:txBody>
      </p:sp>
      <p:graphicFrame>
        <p:nvGraphicFramePr>
          <p:cNvPr id="23" name="Diagrama 22">
            <a:extLst>
              <a:ext uri="{FF2B5EF4-FFF2-40B4-BE49-F238E27FC236}">
                <a16:creationId xmlns:a16="http://schemas.microsoft.com/office/drawing/2014/main" id="{86777DC2-9C05-93CD-325C-0744476E93CA}"/>
              </a:ext>
            </a:extLst>
          </p:cNvPr>
          <p:cNvGraphicFramePr/>
          <p:nvPr/>
        </p:nvGraphicFramePr>
        <p:xfrm>
          <a:off x="682493" y="2119087"/>
          <a:ext cx="9323652" cy="4861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5566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AFFD-0204-C903-C578-AB05F138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C2D389-6436-39BC-7966-1904AA577F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5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CFD63325-4394-54B2-9C34-6FDE1DEF4028}"/>
              </a:ext>
            </a:extLst>
          </p:cNvPr>
          <p:cNvGraphicFramePr/>
          <p:nvPr/>
        </p:nvGraphicFramePr>
        <p:xfrm>
          <a:off x="268945" y="2056372"/>
          <a:ext cx="10152029" cy="4720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8" name="Título 2">
            <a:extLst>
              <a:ext uri="{FF2B5EF4-FFF2-40B4-BE49-F238E27FC236}">
                <a16:creationId xmlns:a16="http://schemas.microsoft.com/office/drawing/2014/main" id="{654E7175-612F-D6D0-8CC9-028F43A25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C"/>
              <a:t>ARP </a:t>
            </a:r>
            <a:r>
              <a:rPr lang="es-EC" err="1"/>
              <a:t>Aging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92038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3E63-6E4F-2BD6-A723-BB899DA58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D11305-4B7C-6B18-C664-6212C4D31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921" y="1174642"/>
            <a:ext cx="8382811" cy="1065249"/>
          </a:xfrm>
        </p:spPr>
        <p:txBody>
          <a:bodyPr/>
          <a:lstStyle/>
          <a:p>
            <a:r>
              <a:rPr lang="es-ES" sz="3200"/>
              <a:t>Resolución de Direcciones</a:t>
            </a:r>
          </a:p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A16FA2-25DF-E039-4784-841CD3F99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6</a:t>
            </a:fld>
            <a:endParaRPr lang="es-EC"/>
          </a:p>
        </p:txBody>
      </p:sp>
      <p:graphicFrame>
        <p:nvGraphicFramePr>
          <p:cNvPr id="26" name="Diagrama 5">
            <a:extLst>
              <a:ext uri="{FF2B5EF4-FFF2-40B4-BE49-F238E27FC236}">
                <a16:creationId xmlns:a16="http://schemas.microsoft.com/office/drawing/2014/main" id="{888C33E4-3145-D8F1-36CE-DAD3E96C6465}"/>
              </a:ext>
            </a:extLst>
          </p:cNvPr>
          <p:cNvGraphicFramePr/>
          <p:nvPr/>
        </p:nvGraphicFramePr>
        <p:xfrm>
          <a:off x="389421" y="2064586"/>
          <a:ext cx="9998687" cy="5224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675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4471-66D2-27A9-6C3B-133E0F8D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1E564-C563-0A31-CF62-A09856451F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7</a:t>
            </a:fld>
            <a:endParaRPr lang="es-EC"/>
          </a:p>
        </p:txBody>
      </p:sp>
      <p:sp>
        <p:nvSpPr>
          <p:cNvPr id="20" name="Título 2">
            <a:extLst>
              <a:ext uri="{FF2B5EF4-FFF2-40B4-BE49-F238E27FC236}">
                <a16:creationId xmlns:a16="http://schemas.microsoft.com/office/drawing/2014/main" id="{1BEFB32E-B170-C812-95AD-1211D3306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025" y="2182996"/>
            <a:ext cx="10186822" cy="3580430"/>
          </a:xfrm>
        </p:spPr>
        <p:txBody>
          <a:bodyPr/>
          <a:lstStyle/>
          <a:p>
            <a:r>
              <a:rPr lang="es-ES" sz="6600"/>
              <a:t>ARP: Variantes Avanzadas y </a:t>
            </a:r>
            <a:r>
              <a:rPr lang="es-ES" sz="6500"/>
              <a:t>Vulnerabilidades</a:t>
            </a:r>
          </a:p>
          <a:p>
            <a:endParaRPr lang="es-ES" sz="6600"/>
          </a:p>
        </p:txBody>
      </p:sp>
    </p:spTree>
    <p:extLst>
      <p:ext uri="{BB962C8B-B14F-4D97-AF65-F5344CB8AC3E}">
        <p14:creationId xmlns:p14="http://schemas.microsoft.com/office/powerpoint/2010/main" val="3559994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E13D3E-F470-F4BA-2C13-7A780C3AF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80" y="1080896"/>
            <a:ext cx="9619774" cy="1065249"/>
          </a:xfrm>
        </p:spPr>
        <p:txBody>
          <a:bodyPr/>
          <a:lstStyle/>
          <a:p>
            <a:r>
              <a:rPr lang="es-ES" err="1"/>
              <a:t>Gratuitous</a:t>
            </a:r>
            <a:r>
              <a:rPr lang="es-ES"/>
              <a:t> </a:t>
            </a:r>
            <a:r>
              <a:rPr lang="es-ES" sz="4500"/>
              <a:t>ARP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EDB381-98BA-DE49-F0B1-211F3B0EC8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8</a:t>
            </a:fld>
            <a:endParaRPr lang="es-EC"/>
          </a:p>
        </p:txBody>
      </p:sp>
      <p:graphicFrame>
        <p:nvGraphicFramePr>
          <p:cNvPr id="232" name="Diagrama 231">
            <a:extLst>
              <a:ext uri="{FF2B5EF4-FFF2-40B4-BE49-F238E27FC236}">
                <a16:creationId xmlns:a16="http://schemas.microsoft.com/office/drawing/2014/main" id="{8FD93FF3-7128-566B-C838-F002DE584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213451"/>
              </p:ext>
            </p:extLst>
          </p:nvPr>
        </p:nvGraphicFramePr>
        <p:xfrm>
          <a:off x="1504953" y="977967"/>
          <a:ext cx="7875984" cy="6495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30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12ABF1E-B5D1-1F99-6B21-375129D4E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60" y="1064596"/>
            <a:ext cx="9619774" cy="1065249"/>
          </a:xfrm>
        </p:spPr>
        <p:txBody>
          <a:bodyPr/>
          <a:lstStyle/>
          <a:p>
            <a:r>
              <a:rPr lang="es-ES" sz="4500"/>
              <a:t>Proxy ARP</a:t>
            </a: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B85F4B-DA3E-8054-3658-85DDA0575E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9</a:t>
            </a:fld>
            <a:endParaRPr lang="es-EC"/>
          </a:p>
        </p:txBody>
      </p:sp>
      <p:graphicFrame>
        <p:nvGraphicFramePr>
          <p:cNvPr id="353" name="Diagrama 352">
            <a:extLst>
              <a:ext uri="{FF2B5EF4-FFF2-40B4-BE49-F238E27FC236}">
                <a16:creationId xmlns:a16="http://schemas.microsoft.com/office/drawing/2014/main" id="{D0D79706-0CF9-C6C6-6AD4-708118CEC9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471349"/>
              </p:ext>
            </p:extLst>
          </p:nvPr>
        </p:nvGraphicFramePr>
        <p:xfrm>
          <a:off x="1125270" y="1887350"/>
          <a:ext cx="8439754" cy="4929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543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4C361AE-253E-3780-A978-A1AFE6088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032" y="1145175"/>
            <a:ext cx="9619774" cy="1065249"/>
          </a:xfrm>
        </p:spPr>
        <p:txBody>
          <a:bodyPr/>
          <a:lstStyle/>
          <a:p>
            <a:r>
              <a:rPr lang="es-ES" sz="4500"/>
              <a:t>ARP </a:t>
            </a:r>
            <a:r>
              <a:rPr lang="es-ES" sz="4500" err="1"/>
              <a:t>Spoofing</a:t>
            </a:r>
            <a:r>
              <a:rPr lang="es-ES" sz="4500"/>
              <a:t> / </a:t>
            </a:r>
            <a:r>
              <a:rPr lang="es-ES" sz="4500" err="1"/>
              <a:t>Poisoning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2808F9-1AFF-F722-81D1-86DA9CF6AE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10</a:t>
            </a:fld>
            <a:endParaRPr lang="es-EC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22D05EC-7521-1669-6F7E-DF58ABCFD3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28188"/>
              </p:ext>
            </p:extLst>
          </p:nvPr>
        </p:nvGraphicFramePr>
        <p:xfrm>
          <a:off x="-16336" y="1895007"/>
          <a:ext cx="10699579" cy="500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4513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20F0395-0C16-737A-DF52-F8EA2C883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921" y="2710696"/>
            <a:ext cx="9619774" cy="1065249"/>
          </a:xfrm>
        </p:spPr>
        <p:txBody>
          <a:bodyPr/>
          <a:lstStyle/>
          <a:p>
            <a:r>
              <a:rPr lang="es-ES" sz="6000"/>
              <a:t>ESTRUCTURA DEL ENCABEZADO Y MENSAJES DE ERROR</a:t>
            </a:r>
            <a:br>
              <a:rPr lang="es-ES" sz="6000"/>
            </a:br>
            <a:endParaRPr lang="es-ES" sz="60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777D81-3AE6-6DCF-7478-E2CF124D05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250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2642-E2A9-E515-C134-5A4E0941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D730A2F-16CA-9E13-2872-D09368F09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1329906"/>
          </a:xfrm>
        </p:spPr>
        <p:txBody>
          <a:bodyPr/>
          <a:lstStyle/>
          <a:p>
            <a:r>
              <a:rPr lang="es-ES"/>
              <a:t>Estructura General del Mensaje ICMP</a:t>
            </a:r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1B357E-82D8-4FCC-5462-BA3C062D7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12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6EFC2E79-7222-6F55-7995-6301C7886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764534"/>
              </p:ext>
            </p:extLst>
          </p:nvPr>
        </p:nvGraphicFramePr>
        <p:xfrm>
          <a:off x="425897" y="2871813"/>
          <a:ext cx="9841364" cy="3665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348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16180-54FD-4911-3E16-AAC505E0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3F270A-7CBD-64B3-51EE-6DDD60362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13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9C139016-B7A1-4EF6-AEB1-591AF7CD7A30}"/>
              </a:ext>
            </a:extLst>
          </p:cNvPr>
          <p:cNvGraphicFramePr/>
          <p:nvPr/>
        </p:nvGraphicFramePr>
        <p:xfrm>
          <a:off x="-4830" y="2079186"/>
          <a:ext cx="10699579" cy="500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8" name="Título 2">
            <a:extLst>
              <a:ext uri="{FF2B5EF4-FFF2-40B4-BE49-F238E27FC236}">
                <a16:creationId xmlns:a16="http://schemas.microsoft.com/office/drawing/2014/main" id="{4EBEA716-BD87-E3F8-A04C-C3F74B4EC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CAMPOS</a:t>
            </a:r>
          </a:p>
        </p:txBody>
      </p:sp>
    </p:spTree>
    <p:extLst>
      <p:ext uri="{BB962C8B-B14F-4D97-AF65-F5344CB8AC3E}">
        <p14:creationId xmlns:p14="http://schemas.microsoft.com/office/powerpoint/2010/main" val="306554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B5F3-A55D-40F7-105B-74865A15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661A22-7420-F739-2978-1AEF1E5103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400"/>
              <a:t>Datos del Mensaje ICMP</a:t>
            </a:r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58ACE5-3A69-F695-1647-B9470EE84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14</a:t>
            </a:fld>
            <a:endParaRPr lang="es-EC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7B2D2E75-3F35-AB90-815A-B104CA5D518F}"/>
              </a:ext>
            </a:extLst>
          </p:cNvPr>
          <p:cNvGraphicFramePr/>
          <p:nvPr/>
        </p:nvGraphicFramePr>
        <p:xfrm>
          <a:off x="682493" y="2119087"/>
          <a:ext cx="9323652" cy="4861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701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AFDA4-1C41-20F1-1CA0-0B2E15D4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0AD40A-5438-2065-17E7-15CD030F38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15</a:t>
            </a:fld>
            <a:endParaRPr lang="es-EC"/>
          </a:p>
        </p:txBody>
      </p:sp>
      <p:sp>
        <p:nvSpPr>
          <p:cNvPr id="20" name="Título 2">
            <a:extLst>
              <a:ext uri="{FF2B5EF4-FFF2-40B4-BE49-F238E27FC236}">
                <a16:creationId xmlns:a16="http://schemas.microsoft.com/office/drawing/2014/main" id="{00E2AD58-65B3-5A89-D301-DA0A2273A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575" y="2160181"/>
            <a:ext cx="8795132" cy="3238220"/>
          </a:xfrm>
        </p:spPr>
        <p:txBody>
          <a:bodyPr/>
          <a:lstStyle/>
          <a:p>
            <a:r>
              <a:rPr lang="es-ES" sz="6600"/>
              <a:t>Mensajes de Error ICMP – </a:t>
            </a:r>
            <a:r>
              <a:rPr lang="es-ES" sz="6600" err="1"/>
              <a:t>Destination</a:t>
            </a:r>
            <a:r>
              <a:rPr lang="es-ES" sz="6600"/>
              <a:t> </a:t>
            </a:r>
            <a:r>
              <a:rPr lang="es-ES" sz="6600" err="1"/>
              <a:t>Unreachable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895583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1BA8-D5C3-0F18-2074-7F862856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CMP-protocol">
            <a:extLst>
              <a:ext uri="{FF2B5EF4-FFF2-40B4-BE49-F238E27FC236}">
                <a16:creationId xmlns:a16="http://schemas.microsoft.com/office/drawing/2014/main" id="{44CA27C0-0C93-966D-6C7A-5642B54B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235" y="5981906"/>
            <a:ext cx="5166186" cy="1576315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32A663D-E757-96AF-C7AD-B3A4FAE4B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9978" y="1227658"/>
            <a:ext cx="11464439" cy="1329906"/>
          </a:xfrm>
        </p:spPr>
        <p:txBody>
          <a:bodyPr/>
          <a:lstStyle/>
          <a:p>
            <a:r>
              <a:rPr lang="es-ES"/>
              <a:t>Función del Mensaje </a:t>
            </a:r>
            <a:r>
              <a:rPr lang="es-ES" err="1"/>
              <a:t>Destination</a:t>
            </a:r>
            <a:r>
              <a:rPr lang="es-ES"/>
              <a:t> </a:t>
            </a:r>
            <a:r>
              <a:rPr lang="es-ES" err="1"/>
              <a:t>Unreachable</a:t>
            </a:r>
            <a:endParaRPr lang="en-US" err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6E994E-9FFB-BA30-73C7-04DF2473F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16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DCF1F433-A2F9-040C-8C34-E67094188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022101"/>
              </p:ext>
            </p:extLst>
          </p:nvPr>
        </p:nvGraphicFramePr>
        <p:xfrm>
          <a:off x="425897" y="2871813"/>
          <a:ext cx="10080917" cy="3106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944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3FB5-CF94-CAFF-825E-61DB73D6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E37405-71CA-BEAA-667E-659D18DB9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17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025E3D4F-6E62-831B-539E-1EF82DCA98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3993850"/>
              </p:ext>
            </p:extLst>
          </p:nvPr>
        </p:nvGraphicFramePr>
        <p:xfrm>
          <a:off x="268945" y="2056372"/>
          <a:ext cx="10152029" cy="4720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8" name="Título 2">
            <a:extLst>
              <a:ext uri="{FF2B5EF4-FFF2-40B4-BE49-F238E27FC236}">
                <a16:creationId xmlns:a16="http://schemas.microsoft.com/office/drawing/2014/main" id="{220D82C0-0A2D-1080-CD5B-B3F9FFD77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C"/>
              <a:t>Códigos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0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45F0-35E9-0B07-AED0-4783BA2A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7FC0AB-EC11-A469-0623-52AD8B4884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18</a:t>
            </a:fld>
            <a:endParaRPr lang="es-EC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BA3FBD0-0CEC-8862-1BA2-9DAA194A4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" y="1181287"/>
            <a:ext cx="10679801" cy="579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89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97E41-6A37-E497-D172-4BB754AA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53EE23-189C-8CAD-CF16-DF8DF6659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1329906"/>
          </a:xfrm>
        </p:spPr>
        <p:txBody>
          <a:bodyPr/>
          <a:lstStyle/>
          <a:p>
            <a:r>
              <a:rPr lang="es-ES"/>
              <a:t>Importancia de </a:t>
            </a:r>
            <a:r>
              <a:rPr lang="es-ES" err="1"/>
              <a:t>Destination</a:t>
            </a:r>
            <a:r>
              <a:rPr lang="es-ES"/>
              <a:t> </a:t>
            </a:r>
            <a:r>
              <a:rPr lang="es-ES" err="1"/>
              <a:t>Unreachable</a:t>
            </a:r>
            <a:endParaRPr lang="en-US" err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5EF871-96FA-015A-27B7-F90CF9EE7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19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76A1BEF3-98EF-41CC-663E-5265BB081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5919165"/>
              </p:ext>
            </p:extLst>
          </p:nvPr>
        </p:nvGraphicFramePr>
        <p:xfrm>
          <a:off x="425897" y="2871813"/>
          <a:ext cx="9955438" cy="3380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181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268A5-6D30-262A-380B-88D23E41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20A3839-7250-7C67-9DCC-6AD31DBC0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Mecánica de </a:t>
            </a:r>
            <a:r>
              <a:rPr lang="es-ES" err="1"/>
              <a:t>Traceroute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C8785E-2F0D-D69D-4951-E5B82580E7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20</a:t>
            </a:fld>
            <a:endParaRPr lang="es-EC"/>
          </a:p>
        </p:txBody>
      </p:sp>
      <p:graphicFrame>
        <p:nvGraphicFramePr>
          <p:cNvPr id="30" name="Diagrama 5">
            <a:extLst>
              <a:ext uri="{FF2B5EF4-FFF2-40B4-BE49-F238E27FC236}">
                <a16:creationId xmlns:a16="http://schemas.microsoft.com/office/drawing/2014/main" id="{D1D60BFE-1C65-F300-8F57-2895FD7CEC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9559725"/>
              </p:ext>
            </p:extLst>
          </p:nvPr>
        </p:nvGraphicFramePr>
        <p:xfrm>
          <a:off x="614536" y="2241433"/>
          <a:ext cx="9473190" cy="4202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238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E826-E9B5-B958-503A-143CE22F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E29090F-988F-8CEF-276D-1E5F7305E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PMTU Discovery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601489-278B-0ABC-0657-46AE2F6802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21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438B27F2-932A-F0E0-599C-B93468B6D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246144"/>
              </p:ext>
            </p:extLst>
          </p:nvPr>
        </p:nvGraphicFramePr>
        <p:xfrm>
          <a:off x="197751" y="2244427"/>
          <a:ext cx="10297655" cy="4566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893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2836-5CCA-8681-10A3-845D0E100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8DDB503-8CAD-8909-E62B-CFD7818D3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ICMP </a:t>
            </a:r>
            <a:r>
              <a:rPr lang="es-ES" err="1"/>
              <a:t>Redirect</a:t>
            </a:r>
            <a:endParaRPr lang="en-US" err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D8FA25-4877-5B52-8EB1-741740782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22</a:t>
            </a:fld>
            <a:endParaRPr lang="es-EC"/>
          </a:p>
        </p:txBody>
      </p:sp>
      <p:graphicFrame>
        <p:nvGraphicFramePr>
          <p:cNvPr id="18" name="Diagrama 5">
            <a:extLst>
              <a:ext uri="{FF2B5EF4-FFF2-40B4-BE49-F238E27FC236}">
                <a16:creationId xmlns:a16="http://schemas.microsoft.com/office/drawing/2014/main" id="{96D2F85A-F622-DB49-1E84-844D98BFFF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985921"/>
              </p:ext>
            </p:extLst>
          </p:nvPr>
        </p:nvGraphicFramePr>
        <p:xfrm>
          <a:off x="197751" y="2244427"/>
          <a:ext cx="10297655" cy="4566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1597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B2AE-1E82-5CAF-407C-F6EFBA2F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4A658F-C5A5-DB9E-F273-B5FB912DC7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23</a:t>
            </a:fld>
            <a:endParaRPr lang="es-EC"/>
          </a:p>
        </p:txBody>
      </p:sp>
      <p:sp>
        <p:nvSpPr>
          <p:cNvPr id="20" name="Título 2">
            <a:extLst>
              <a:ext uri="{FF2B5EF4-FFF2-40B4-BE49-F238E27FC236}">
                <a16:creationId xmlns:a16="http://schemas.microsoft.com/office/drawing/2014/main" id="{CBE220E9-94A9-73BE-840A-42376EF9C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575" y="3209627"/>
            <a:ext cx="8795132" cy="1139330"/>
          </a:xfrm>
        </p:spPr>
        <p:txBody>
          <a:bodyPr/>
          <a:lstStyle/>
          <a:p>
            <a:r>
              <a:rPr lang="es-ES" sz="6600"/>
              <a:t>L2TP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60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EAF4B-6DF3-F9F4-1FF9-2A761B78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68595D-A3E8-9723-5F7F-A40A95404F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24</a:t>
            </a:fld>
            <a:endParaRPr lang="es-EC"/>
          </a:p>
        </p:txBody>
      </p:sp>
      <p:sp>
        <p:nvSpPr>
          <p:cNvPr id="448" name="Título 2">
            <a:extLst>
              <a:ext uri="{FF2B5EF4-FFF2-40B4-BE49-F238E27FC236}">
                <a16:creationId xmlns:a16="http://schemas.microsoft.com/office/drawing/2014/main" id="{A678DE1D-7F2C-15E7-7047-83756B612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Estructura del paquete L2TP</a:t>
            </a:r>
          </a:p>
        </p:txBody>
      </p:sp>
      <p:graphicFrame>
        <p:nvGraphicFramePr>
          <p:cNvPr id="23" name="Diagrama 22">
            <a:extLst>
              <a:ext uri="{FF2B5EF4-FFF2-40B4-BE49-F238E27FC236}">
                <a16:creationId xmlns:a16="http://schemas.microsoft.com/office/drawing/2014/main" id="{8EEA27CB-3511-BB2C-5F14-1068E908AED2}"/>
              </a:ext>
            </a:extLst>
          </p:cNvPr>
          <p:cNvGraphicFramePr/>
          <p:nvPr/>
        </p:nvGraphicFramePr>
        <p:xfrm>
          <a:off x="682493" y="2119087"/>
          <a:ext cx="9323652" cy="4861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0110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A17F3-7CEC-395E-F912-08BE657A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00284A-4EA4-38B1-FFBF-3BDD57EEAD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25</a:t>
            </a:fld>
            <a:endParaRPr lang="es-EC"/>
          </a:p>
        </p:txBody>
      </p:sp>
      <p:graphicFrame>
        <p:nvGraphicFramePr>
          <p:cNvPr id="5" name="Diagrama 5">
            <a:extLst>
              <a:ext uri="{FF2B5EF4-FFF2-40B4-BE49-F238E27FC236}">
                <a16:creationId xmlns:a16="http://schemas.microsoft.com/office/drawing/2014/main" id="{A3CF6C72-8419-292D-F941-B957E8745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0203561"/>
              </p:ext>
            </p:extLst>
          </p:nvPr>
        </p:nvGraphicFramePr>
        <p:xfrm>
          <a:off x="-4830" y="2079186"/>
          <a:ext cx="10699579" cy="500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8" name="Título 2">
            <a:extLst>
              <a:ext uri="{FF2B5EF4-FFF2-40B4-BE49-F238E27FC236}">
                <a16:creationId xmlns:a16="http://schemas.microsoft.com/office/drawing/2014/main" id="{2B0EE325-0120-B4D2-7CFE-7B1E161D1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Arquitectura L2TP</a:t>
            </a:r>
          </a:p>
        </p:txBody>
      </p:sp>
      <p:pic>
        <p:nvPicPr>
          <p:cNvPr id="791" name="Imagen 790">
            <a:extLst>
              <a:ext uri="{FF2B5EF4-FFF2-40B4-BE49-F238E27FC236}">
                <a16:creationId xmlns:a16="http://schemas.microsoft.com/office/drawing/2014/main" id="{1A02B7A9-E1B9-9635-B18C-1E63E43029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871" y="2618732"/>
            <a:ext cx="1228882" cy="631775"/>
          </a:xfrm>
          <a:prstGeom prst="rect">
            <a:avLst/>
          </a:prstGeom>
        </p:spPr>
      </p:pic>
      <p:pic>
        <p:nvPicPr>
          <p:cNvPr id="792" name="Imagen 791">
            <a:extLst>
              <a:ext uri="{FF2B5EF4-FFF2-40B4-BE49-F238E27FC236}">
                <a16:creationId xmlns:a16="http://schemas.microsoft.com/office/drawing/2014/main" id="{D6FD2550-AF71-D7B7-9225-AA76E54EB6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652" y="2618731"/>
            <a:ext cx="1228882" cy="63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5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942308" y="1318914"/>
            <a:ext cx="8795132" cy="748149"/>
          </a:xfrm>
        </p:spPr>
        <p:txBody>
          <a:bodyPr/>
          <a:lstStyle/>
          <a:p>
            <a:r>
              <a:rPr lang="es-ES"/>
              <a:t>Protocolo de túnel de capa 2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26</a:t>
            </a:fld>
            <a:endParaRPr lang="es-EC"/>
          </a:p>
        </p:txBody>
      </p:sp>
      <p:graphicFrame>
        <p:nvGraphicFramePr>
          <p:cNvPr id="5" name="Diagrama 5"/>
          <p:cNvGraphicFramePr/>
          <p:nvPr>
            <p:extLst>
              <p:ext uri="{D42A27DB-BD31-4B8C-83A1-F6EECF244321}">
                <p14:modId xmlns:p14="http://schemas.microsoft.com/office/powerpoint/2010/main" val="694626262"/>
              </p:ext>
            </p:extLst>
          </p:nvPr>
        </p:nvGraphicFramePr>
        <p:xfrm>
          <a:off x="197751" y="2244427"/>
          <a:ext cx="10297655" cy="4566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886921" y="1174642"/>
            <a:ext cx="8382811" cy="1065249"/>
          </a:xfrm>
        </p:spPr>
        <p:txBody>
          <a:bodyPr/>
          <a:lstStyle/>
          <a:p>
            <a:r>
              <a:rPr lang="es-ES" sz="3200" err="1"/>
              <a:t>Handshake</a:t>
            </a:r>
            <a:r>
              <a:rPr lang="es-ES" sz="3200"/>
              <a:t> L2TP: Establecimiento de Conexión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27</a:t>
            </a:fld>
            <a:endParaRPr lang="es-EC"/>
          </a:p>
        </p:txBody>
      </p:sp>
      <p:graphicFrame>
        <p:nvGraphicFramePr>
          <p:cNvPr id="26" name="Diagrama 5">
            <a:extLst>
              <a:ext uri="{FF2B5EF4-FFF2-40B4-BE49-F238E27FC236}">
                <a16:creationId xmlns:a16="http://schemas.microsoft.com/office/drawing/2014/main" id="{F5D94639-CEC8-131A-544B-772E9C6B2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61361"/>
              </p:ext>
            </p:extLst>
          </p:nvPr>
        </p:nvGraphicFramePr>
        <p:xfrm>
          <a:off x="389421" y="2064586"/>
          <a:ext cx="9998687" cy="5224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82493" y="1350639"/>
            <a:ext cx="8398670" cy="653019"/>
          </a:xfrm>
        </p:spPr>
        <p:txBody>
          <a:bodyPr/>
          <a:lstStyle/>
          <a:p>
            <a:r>
              <a:rPr lang="es-ES" err="1"/>
              <a:t>AVPs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28</a:t>
            </a:fld>
            <a:endParaRPr lang="es-EC"/>
          </a:p>
        </p:txBody>
      </p:sp>
      <p:graphicFrame>
        <p:nvGraphicFramePr>
          <p:cNvPr id="5" name="Diagrama 5"/>
          <p:cNvGraphicFramePr/>
          <p:nvPr>
            <p:extLst>
              <p:ext uri="{D42A27DB-BD31-4B8C-83A1-F6EECF244321}">
                <p14:modId xmlns:p14="http://schemas.microsoft.com/office/powerpoint/2010/main" val="2744180823"/>
              </p:ext>
            </p:extLst>
          </p:nvPr>
        </p:nvGraphicFramePr>
        <p:xfrm>
          <a:off x="-2502" y="2110380"/>
          <a:ext cx="10698020" cy="4979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16A0-656E-A072-103E-1C9384D4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F6D249-D26D-F2B8-6EFD-08B1908D92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29</a:t>
            </a:fld>
            <a:endParaRPr lang="es-EC"/>
          </a:p>
        </p:txBody>
      </p:sp>
      <p:pic>
        <p:nvPicPr>
          <p:cNvPr id="31" name="Imagen 30" descr="Diagrama&#10;&#10;El contenido generado por IA puede ser incorrecto.">
            <a:extLst>
              <a:ext uri="{FF2B5EF4-FFF2-40B4-BE49-F238E27FC236}">
                <a16:creationId xmlns:a16="http://schemas.microsoft.com/office/drawing/2014/main" id="{CB7451B5-FAB4-D537-6A8A-B33CCF76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08" y="1987324"/>
            <a:ext cx="10394500" cy="359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36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400" b="0"/>
              <a:t>CONCLUSIONES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30</a:t>
            </a:fld>
            <a:endParaRPr lang="es-EC"/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648568617"/>
              </p:ext>
            </p:extLst>
          </p:nvPr>
        </p:nvGraphicFramePr>
        <p:xfrm>
          <a:off x="392272" y="2062043"/>
          <a:ext cx="9893438" cy="5020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30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1" baseType="lpstr">
      <vt:lpstr>Tema de Office</vt:lpstr>
      <vt:lpstr>Presentación de PowerPoint</vt:lpstr>
      <vt:lpstr>ARP: FUNCIONAMIENTO Y ESTRUCTURA</vt:lpstr>
      <vt:lpstr>Anatomía de ARP</vt:lpstr>
      <vt:lpstr>Validación de Entradas: ARP</vt:lpstr>
      <vt:lpstr>ARP Aging</vt:lpstr>
      <vt:lpstr>Resolución de Direcciones </vt:lpstr>
      <vt:lpstr>ARP: Variantes Avanzadas y Vulnerabilidades </vt:lpstr>
      <vt:lpstr>Gratuitous ARP</vt:lpstr>
      <vt:lpstr>Proxy ARP</vt:lpstr>
      <vt:lpstr>ARP Spoofing / Poisoning</vt:lpstr>
      <vt:lpstr>ESTRUCTURA DEL ENCABEZADO Y MENSAJES DE ERROR </vt:lpstr>
      <vt:lpstr>Estructura General del Mensaje ICMP</vt:lpstr>
      <vt:lpstr>CAMPOS</vt:lpstr>
      <vt:lpstr>Datos del Mensaje ICMP</vt:lpstr>
      <vt:lpstr>Mensajes de Error ICMP – Destination Unreachable</vt:lpstr>
      <vt:lpstr>Función del Mensaje Destination Unreachable</vt:lpstr>
      <vt:lpstr>Códigos</vt:lpstr>
      <vt:lpstr>Presentación de PowerPoint</vt:lpstr>
      <vt:lpstr>Importancia de Destination Unreachable</vt:lpstr>
      <vt:lpstr>Mecánica de Traceroute</vt:lpstr>
      <vt:lpstr>PMTU Discovery</vt:lpstr>
      <vt:lpstr>ICMP Redirect</vt:lpstr>
      <vt:lpstr>L2TP</vt:lpstr>
      <vt:lpstr>Estructura del paquete L2TP</vt:lpstr>
      <vt:lpstr>Arquitectura L2TP</vt:lpstr>
      <vt:lpstr>Protocolo de túnel de capa 2</vt:lpstr>
      <vt:lpstr>Handshake L2TP: Establecimiento de Conexión </vt:lpstr>
      <vt:lpstr>AVPs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Mejía López</dc:creator>
  <cp:revision>24</cp:revision>
  <dcterms:created xsi:type="dcterms:W3CDTF">2025-12-10T02:33:32Z</dcterms:created>
  <dcterms:modified xsi:type="dcterms:W3CDTF">2026-01-07T15:16:43Z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700FA6901C2B466FBF8DBA42262E611B_12</vt:lpwstr>
  </property>
  <property fmtid="{D5CDD505-2E9C-101B-9397-08002B2CF9AE}" pid="3" name="KSOProductBuildVer">
    <vt:lpwstr>3082-12.2.0.23149</vt:lpwstr>
  </property>
</Properties>
</file>